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heme/themeOverride12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91" r:id="rId3"/>
    <p:sldId id="434" r:id="rId4"/>
    <p:sldId id="433" r:id="rId5"/>
    <p:sldId id="435" r:id="rId6"/>
    <p:sldId id="437" r:id="rId7"/>
    <p:sldId id="438" r:id="rId8"/>
    <p:sldId id="436" r:id="rId9"/>
    <p:sldId id="439" r:id="rId10"/>
    <p:sldId id="440" r:id="rId11"/>
    <p:sldId id="392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234" userDrawn="1">
          <p15:clr>
            <a:srgbClr val="A4A3A4"/>
          </p15:clr>
        </p15:guide>
        <p15:guide id="4" pos="7423" userDrawn="1">
          <p15:clr>
            <a:srgbClr val="A4A3A4"/>
          </p15:clr>
        </p15:guide>
        <p15:guide id="5" orient="horz" pos="686" userDrawn="1">
          <p15:clr>
            <a:srgbClr val="A4A3A4"/>
          </p15:clr>
        </p15:guide>
        <p15:guide id="6" orient="horz" pos="40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3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A9CDD9-AE7A-4808-9F1A-54FA5681050E}" v="1053" dt="2022-05-11T01:16:13.2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79" d="100"/>
          <a:sy n="79" d="100"/>
        </p:scale>
        <p:origin x="730" y="72"/>
      </p:cViewPr>
      <p:guideLst>
        <p:guide pos="3840"/>
        <p:guide pos="234"/>
        <p:guide pos="7423"/>
        <p:guide orient="horz" pos="686"/>
        <p:guide orient="horz" pos="406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Micota Stipp" userId="7d8a6ee1e82349c3" providerId="LiveId" clId="{C0EFE53E-DC3F-4B9B-9B7E-AD5335CDB334}"/>
    <pc:docChg chg="undo custSel addSld delSld modSld sldOrd">
      <pc:chgData name="Guilherme Micota Stipp" userId="7d8a6ee1e82349c3" providerId="LiveId" clId="{C0EFE53E-DC3F-4B9B-9B7E-AD5335CDB334}" dt="2021-11-29T17:53:04.814" v="278" actId="1035"/>
      <pc:docMkLst>
        <pc:docMk/>
      </pc:docMkLst>
      <pc:sldChg chg="addSp delSp modSp mod">
        <pc:chgData name="Guilherme Micota Stipp" userId="7d8a6ee1e82349c3" providerId="LiveId" clId="{C0EFE53E-DC3F-4B9B-9B7E-AD5335CDB334}" dt="2021-11-29T17:53:04.814" v="278" actId="1035"/>
        <pc:sldMkLst>
          <pc:docMk/>
          <pc:sldMk cId="498397642" sldId="331"/>
        </pc:sldMkLst>
        <pc:picChg chg="add del mod">
          <ac:chgData name="Guilherme Micota Stipp" userId="7d8a6ee1e82349c3" providerId="LiveId" clId="{C0EFE53E-DC3F-4B9B-9B7E-AD5335CDB334}" dt="2021-11-29T17:51:39.025" v="218" actId="478"/>
          <ac:picMkLst>
            <pc:docMk/>
            <pc:sldMk cId="498397642" sldId="331"/>
            <ac:picMk id="8" creationId="{7BE69071-5B15-4D8A-A0B7-F0481DB66F31}"/>
          </ac:picMkLst>
        </pc:picChg>
        <pc:picChg chg="add del mod">
          <ac:chgData name="Guilherme Micota Stipp" userId="7d8a6ee1e82349c3" providerId="LiveId" clId="{C0EFE53E-DC3F-4B9B-9B7E-AD5335CDB334}" dt="2021-11-29T17:51:38.319" v="217" actId="478"/>
          <ac:picMkLst>
            <pc:docMk/>
            <pc:sldMk cId="498397642" sldId="331"/>
            <ac:picMk id="12" creationId="{C82473EB-F115-48B8-B5A2-47F6C6E7D645}"/>
          </ac:picMkLst>
        </pc:picChg>
        <pc:picChg chg="del">
          <ac:chgData name="Guilherme Micota Stipp" userId="7d8a6ee1e82349c3" providerId="LiveId" clId="{C0EFE53E-DC3F-4B9B-9B7E-AD5335CDB334}" dt="2021-11-29T17:51:32.616" v="206" actId="478"/>
          <ac:picMkLst>
            <pc:docMk/>
            <pc:sldMk cId="498397642" sldId="331"/>
            <ac:picMk id="14" creationId="{E31B0B3A-0CE0-4451-8547-F710F83455FD}"/>
          </ac:picMkLst>
        </pc:picChg>
        <pc:picChg chg="add del mod">
          <ac:chgData name="Guilherme Micota Stipp" userId="7d8a6ee1e82349c3" providerId="LiveId" clId="{C0EFE53E-DC3F-4B9B-9B7E-AD5335CDB334}" dt="2021-11-29T17:51:36.731" v="216" actId="478"/>
          <ac:picMkLst>
            <pc:docMk/>
            <pc:sldMk cId="498397642" sldId="331"/>
            <ac:picMk id="15" creationId="{8BF56BBC-1CBD-4A83-ADF9-975F9C81A16E}"/>
          </ac:picMkLst>
        </pc:picChg>
        <pc:picChg chg="del">
          <ac:chgData name="Guilherme Micota Stipp" userId="7d8a6ee1e82349c3" providerId="LiveId" clId="{C0EFE53E-DC3F-4B9B-9B7E-AD5335CDB334}" dt="2021-11-29T17:51:33.713" v="208" actId="478"/>
          <ac:picMkLst>
            <pc:docMk/>
            <pc:sldMk cId="498397642" sldId="331"/>
            <ac:picMk id="17" creationId="{C33D706B-4423-4862-B479-4AEA6500D37C}"/>
          </ac:picMkLst>
        </pc:picChg>
        <pc:picChg chg="add del mod">
          <ac:chgData name="Guilherme Micota Stipp" userId="7d8a6ee1e82349c3" providerId="LiveId" clId="{C0EFE53E-DC3F-4B9B-9B7E-AD5335CDB334}" dt="2021-11-29T17:52:05.857" v="234" actId="478"/>
          <ac:picMkLst>
            <pc:docMk/>
            <pc:sldMk cId="498397642" sldId="331"/>
            <ac:picMk id="18" creationId="{39365750-5064-49AF-8D80-E611F095632D}"/>
          </ac:picMkLst>
        </pc:picChg>
        <pc:picChg chg="del">
          <ac:chgData name="Guilherme Micota Stipp" userId="7d8a6ee1e82349c3" providerId="LiveId" clId="{C0EFE53E-DC3F-4B9B-9B7E-AD5335CDB334}" dt="2021-11-29T17:51:33.024" v="207" actId="478"/>
          <ac:picMkLst>
            <pc:docMk/>
            <pc:sldMk cId="498397642" sldId="331"/>
            <ac:picMk id="19" creationId="{CFA7470C-7A3F-44BD-A5D3-E98156F2DFB6}"/>
          </ac:picMkLst>
        </pc:picChg>
        <pc:picChg chg="add del mod">
          <ac:chgData name="Guilherme Micota Stipp" userId="7d8a6ee1e82349c3" providerId="LiveId" clId="{C0EFE53E-DC3F-4B9B-9B7E-AD5335CDB334}" dt="2021-11-29T17:52:04.873" v="233" actId="478"/>
          <ac:picMkLst>
            <pc:docMk/>
            <pc:sldMk cId="498397642" sldId="331"/>
            <ac:picMk id="21" creationId="{EBEBF27B-FB2E-4B6C-B493-7E8566C40D02}"/>
          </ac:picMkLst>
        </pc:picChg>
        <pc:picChg chg="add del mod">
          <ac:chgData name="Guilherme Micota Stipp" userId="7d8a6ee1e82349c3" providerId="LiveId" clId="{C0EFE53E-DC3F-4B9B-9B7E-AD5335CDB334}" dt="2021-11-29T17:52:03.407" v="232" actId="478"/>
          <ac:picMkLst>
            <pc:docMk/>
            <pc:sldMk cId="498397642" sldId="331"/>
            <ac:picMk id="23" creationId="{B904BD5D-A70C-4DF4-BAC5-BCF40FF7644B}"/>
          </ac:picMkLst>
        </pc:picChg>
        <pc:picChg chg="add mod">
          <ac:chgData name="Guilherme Micota Stipp" userId="7d8a6ee1e82349c3" providerId="LiveId" clId="{C0EFE53E-DC3F-4B9B-9B7E-AD5335CDB334}" dt="2021-11-29T17:52:56.397" v="252" actId="1036"/>
          <ac:picMkLst>
            <pc:docMk/>
            <pc:sldMk cId="498397642" sldId="331"/>
            <ac:picMk id="25" creationId="{0D471F44-31F1-4570-A909-076926838EDE}"/>
          </ac:picMkLst>
        </pc:picChg>
        <pc:picChg chg="add mod">
          <ac:chgData name="Guilherme Micota Stipp" userId="7d8a6ee1e82349c3" providerId="LiveId" clId="{C0EFE53E-DC3F-4B9B-9B7E-AD5335CDB334}" dt="2021-11-29T17:53:01.037" v="267" actId="1037"/>
          <ac:picMkLst>
            <pc:docMk/>
            <pc:sldMk cId="498397642" sldId="331"/>
            <ac:picMk id="27" creationId="{F8AFB9AE-4254-4AC1-A962-EC5DBF289492}"/>
          </ac:picMkLst>
        </pc:picChg>
        <pc:picChg chg="add mod">
          <ac:chgData name="Guilherme Micota Stipp" userId="7d8a6ee1e82349c3" providerId="LiveId" clId="{C0EFE53E-DC3F-4B9B-9B7E-AD5335CDB334}" dt="2021-11-29T17:53:04.814" v="278" actId="1035"/>
          <ac:picMkLst>
            <pc:docMk/>
            <pc:sldMk cId="498397642" sldId="331"/>
            <ac:picMk id="29" creationId="{CD8D8FD8-D7E0-4BDE-9A28-679B2431E384}"/>
          </ac:picMkLst>
        </pc:picChg>
      </pc:sldChg>
      <pc:sldChg chg="addSp delSp modSp mod ord">
        <pc:chgData name="Guilherme Micota Stipp" userId="7d8a6ee1e82349c3" providerId="LiveId" clId="{C0EFE53E-DC3F-4B9B-9B7E-AD5335CDB334}" dt="2021-11-29T17:14:23.757" v="173"/>
        <pc:sldMkLst>
          <pc:docMk/>
          <pc:sldMk cId="4065182258" sldId="332"/>
        </pc:sldMkLst>
        <pc:picChg chg="del">
          <ac:chgData name="Guilherme Micota Stipp" userId="7d8a6ee1e82349c3" providerId="LiveId" clId="{C0EFE53E-DC3F-4B9B-9B7E-AD5335CDB334}" dt="2021-11-29T16:51:38.830" v="158" actId="478"/>
          <ac:picMkLst>
            <pc:docMk/>
            <pc:sldMk cId="4065182258" sldId="332"/>
            <ac:picMk id="8" creationId="{47BB17C0-47CB-4924-BD00-C3940A56499F}"/>
          </ac:picMkLst>
        </pc:picChg>
        <pc:picChg chg="add mod">
          <ac:chgData name="Guilherme Micota Stipp" userId="7d8a6ee1e82349c3" providerId="LiveId" clId="{C0EFE53E-DC3F-4B9B-9B7E-AD5335CDB334}" dt="2021-11-29T17:12:25.596" v="169" actId="14100"/>
          <ac:picMkLst>
            <pc:docMk/>
            <pc:sldMk cId="4065182258" sldId="332"/>
            <ac:picMk id="11" creationId="{BCA3E96B-596B-488F-84B5-E93A96D2C3DB}"/>
          </ac:picMkLst>
        </pc:picChg>
      </pc:sldChg>
      <pc:sldChg chg="del">
        <pc:chgData name="Guilherme Micota Stipp" userId="7d8a6ee1e82349c3" providerId="LiveId" clId="{C0EFE53E-DC3F-4B9B-9B7E-AD5335CDB334}" dt="2021-11-28T22:26:41.549" v="0" actId="47"/>
        <pc:sldMkLst>
          <pc:docMk/>
          <pc:sldMk cId="1244231830" sldId="335"/>
        </pc:sldMkLst>
      </pc:sldChg>
      <pc:sldChg chg="del">
        <pc:chgData name="Guilherme Micota Stipp" userId="7d8a6ee1e82349c3" providerId="LiveId" clId="{C0EFE53E-DC3F-4B9B-9B7E-AD5335CDB334}" dt="2021-11-28T22:26:42.458" v="1" actId="47"/>
        <pc:sldMkLst>
          <pc:docMk/>
          <pc:sldMk cId="77050720" sldId="336"/>
        </pc:sldMkLst>
      </pc:sldChg>
      <pc:sldChg chg="del">
        <pc:chgData name="Guilherme Micota Stipp" userId="7d8a6ee1e82349c3" providerId="LiveId" clId="{C0EFE53E-DC3F-4B9B-9B7E-AD5335CDB334}" dt="2021-11-28T22:26:44.509" v="2" actId="47"/>
        <pc:sldMkLst>
          <pc:docMk/>
          <pc:sldMk cId="2409569259" sldId="337"/>
        </pc:sldMkLst>
      </pc:sldChg>
      <pc:sldChg chg="del">
        <pc:chgData name="Guilherme Micota Stipp" userId="7d8a6ee1e82349c3" providerId="LiveId" clId="{C0EFE53E-DC3F-4B9B-9B7E-AD5335CDB334}" dt="2021-11-28T22:26:44.845" v="3" actId="47"/>
        <pc:sldMkLst>
          <pc:docMk/>
          <pc:sldMk cId="1855339585" sldId="338"/>
        </pc:sldMkLst>
      </pc:sldChg>
      <pc:sldChg chg="del">
        <pc:chgData name="Guilherme Micota Stipp" userId="7d8a6ee1e82349c3" providerId="LiveId" clId="{C0EFE53E-DC3F-4B9B-9B7E-AD5335CDB334}" dt="2021-11-28T22:26:45.279" v="4" actId="47"/>
        <pc:sldMkLst>
          <pc:docMk/>
          <pc:sldMk cId="3759144261" sldId="339"/>
        </pc:sldMkLst>
      </pc:sldChg>
      <pc:sldChg chg="del">
        <pc:chgData name="Guilherme Micota Stipp" userId="7d8a6ee1e82349c3" providerId="LiveId" clId="{C0EFE53E-DC3F-4B9B-9B7E-AD5335CDB334}" dt="2021-11-28T22:26:46.074" v="5" actId="47"/>
        <pc:sldMkLst>
          <pc:docMk/>
          <pc:sldMk cId="507041105" sldId="340"/>
        </pc:sldMkLst>
      </pc:sldChg>
      <pc:sldChg chg="del">
        <pc:chgData name="Guilherme Micota Stipp" userId="7d8a6ee1e82349c3" providerId="LiveId" clId="{C0EFE53E-DC3F-4B9B-9B7E-AD5335CDB334}" dt="2021-11-28T22:27:14.181" v="33" actId="47"/>
        <pc:sldMkLst>
          <pc:docMk/>
          <pc:sldMk cId="1070826681" sldId="341"/>
        </pc:sldMkLst>
      </pc:sldChg>
      <pc:sldChg chg="addSp delSp modSp mod">
        <pc:chgData name="Guilherme Micota Stipp" userId="7d8a6ee1e82349c3" providerId="LiveId" clId="{C0EFE53E-DC3F-4B9B-9B7E-AD5335CDB334}" dt="2021-11-28T22:27:09.056" v="32" actId="20577"/>
        <pc:sldMkLst>
          <pc:docMk/>
          <pc:sldMk cId="983633962" sldId="343"/>
        </pc:sldMkLst>
        <pc:spChg chg="mod">
          <ac:chgData name="Guilherme Micota Stipp" userId="7d8a6ee1e82349c3" providerId="LiveId" clId="{C0EFE53E-DC3F-4B9B-9B7E-AD5335CDB334}" dt="2021-11-28T22:27:09.056" v="32" actId="20577"/>
          <ac:spMkLst>
            <pc:docMk/>
            <pc:sldMk cId="983633962" sldId="343"/>
            <ac:spMk id="10" creationId="{0DC30F15-2778-418E-A2EF-BEAEC6F95C4E}"/>
          </ac:spMkLst>
        </pc:spChg>
        <pc:picChg chg="add mod">
          <ac:chgData name="Guilherme Micota Stipp" userId="7d8a6ee1e82349c3" providerId="LiveId" clId="{C0EFE53E-DC3F-4B9B-9B7E-AD5335CDB334}" dt="2021-11-28T22:26:58.408" v="14" actId="14100"/>
          <ac:picMkLst>
            <pc:docMk/>
            <pc:sldMk cId="983633962" sldId="343"/>
            <ac:picMk id="8" creationId="{C1D93A0B-84AB-4573-BCCC-F881A7CBCA68}"/>
          </ac:picMkLst>
        </pc:picChg>
        <pc:picChg chg="del">
          <ac:chgData name="Guilherme Micota Stipp" userId="7d8a6ee1e82349c3" providerId="LiveId" clId="{C0EFE53E-DC3F-4B9B-9B7E-AD5335CDB334}" dt="2021-11-28T22:26:48.675" v="6" actId="478"/>
          <ac:picMkLst>
            <pc:docMk/>
            <pc:sldMk cId="983633962" sldId="343"/>
            <ac:picMk id="11" creationId="{6804E7FC-8521-469D-ACD1-02CAEB8F0D84}"/>
          </ac:picMkLst>
        </pc:picChg>
      </pc:sldChg>
      <pc:sldChg chg="addSp delSp modSp add mod">
        <pc:chgData name="Guilherme Micota Stipp" userId="7d8a6ee1e82349c3" providerId="LiveId" clId="{C0EFE53E-DC3F-4B9B-9B7E-AD5335CDB334}" dt="2021-11-29T13:08:45.070" v="44" actId="14100"/>
        <pc:sldMkLst>
          <pc:docMk/>
          <pc:sldMk cId="238667493" sldId="344"/>
        </pc:sldMkLst>
        <pc:picChg chg="add mod">
          <ac:chgData name="Guilherme Micota Stipp" userId="7d8a6ee1e82349c3" providerId="LiveId" clId="{C0EFE53E-DC3F-4B9B-9B7E-AD5335CDB334}" dt="2021-11-29T13:08:45.070" v="44" actId="14100"/>
          <ac:picMkLst>
            <pc:docMk/>
            <pc:sldMk cId="238667493" sldId="344"/>
            <ac:picMk id="8" creationId="{BBFFB74E-191F-48C7-98FC-9C9268BAFD90}"/>
          </ac:picMkLst>
        </pc:picChg>
        <pc:picChg chg="del">
          <ac:chgData name="Guilherme Micota Stipp" userId="7d8a6ee1e82349c3" providerId="LiveId" clId="{C0EFE53E-DC3F-4B9B-9B7E-AD5335CDB334}" dt="2021-11-28T22:27:21.218" v="35" actId="478"/>
          <ac:picMkLst>
            <pc:docMk/>
            <pc:sldMk cId="238667493" sldId="344"/>
            <ac:picMk id="8" creationId="{C1D93A0B-84AB-4573-BCCC-F881A7CBCA68}"/>
          </ac:picMkLst>
        </pc:picChg>
      </pc:sldChg>
      <pc:sldChg chg="addSp delSp modSp add mod">
        <pc:chgData name="Guilherme Micota Stipp" userId="7d8a6ee1e82349c3" providerId="LiveId" clId="{C0EFE53E-DC3F-4B9B-9B7E-AD5335CDB334}" dt="2021-11-29T13:35:47.430" v="79" actId="14100"/>
        <pc:sldMkLst>
          <pc:docMk/>
          <pc:sldMk cId="119279432" sldId="345"/>
        </pc:sldMkLst>
        <pc:picChg chg="del">
          <ac:chgData name="Guilherme Micota Stipp" userId="7d8a6ee1e82349c3" providerId="LiveId" clId="{C0EFE53E-DC3F-4B9B-9B7E-AD5335CDB334}" dt="2021-11-29T13:29:06.560" v="46" actId="478"/>
          <ac:picMkLst>
            <pc:docMk/>
            <pc:sldMk cId="119279432" sldId="345"/>
            <ac:picMk id="8" creationId="{BBFFB74E-191F-48C7-98FC-9C9268BAFD90}"/>
          </ac:picMkLst>
        </pc:picChg>
        <pc:picChg chg="add del mod">
          <ac:chgData name="Guilherme Micota Stipp" userId="7d8a6ee1e82349c3" providerId="LiveId" clId="{C0EFE53E-DC3F-4B9B-9B7E-AD5335CDB334}" dt="2021-11-29T13:30:06.981" v="55" actId="478"/>
          <ac:picMkLst>
            <pc:docMk/>
            <pc:sldMk cId="119279432" sldId="345"/>
            <ac:picMk id="11" creationId="{91E46147-432E-491B-BDB3-B812A9CBEE5F}"/>
          </ac:picMkLst>
        </pc:picChg>
        <pc:picChg chg="add del mod">
          <ac:chgData name="Guilherme Micota Stipp" userId="7d8a6ee1e82349c3" providerId="LiveId" clId="{C0EFE53E-DC3F-4B9B-9B7E-AD5335CDB334}" dt="2021-11-29T13:35:38.276" v="70" actId="478"/>
          <ac:picMkLst>
            <pc:docMk/>
            <pc:sldMk cId="119279432" sldId="345"/>
            <ac:picMk id="13" creationId="{F292F034-FF2D-4856-A44E-2C50CEEF6F26}"/>
          </ac:picMkLst>
        </pc:picChg>
        <pc:picChg chg="add mod">
          <ac:chgData name="Guilherme Micota Stipp" userId="7d8a6ee1e82349c3" providerId="LiveId" clId="{C0EFE53E-DC3F-4B9B-9B7E-AD5335CDB334}" dt="2021-11-29T13:35:47.430" v="79" actId="14100"/>
          <ac:picMkLst>
            <pc:docMk/>
            <pc:sldMk cId="119279432" sldId="345"/>
            <ac:picMk id="15" creationId="{60CD1AC0-604E-4EBB-9D0E-71304C90E369}"/>
          </ac:picMkLst>
        </pc:picChg>
      </pc:sldChg>
      <pc:sldChg chg="addSp delSp modSp add mod">
        <pc:chgData name="Guilherme Micota Stipp" userId="7d8a6ee1e82349c3" providerId="LiveId" clId="{C0EFE53E-DC3F-4B9B-9B7E-AD5335CDB334}" dt="2021-11-29T13:46:49.757" v="94" actId="14100"/>
        <pc:sldMkLst>
          <pc:docMk/>
          <pc:sldMk cId="3320248493" sldId="346"/>
        </pc:sldMkLst>
        <pc:picChg chg="add mod">
          <ac:chgData name="Guilherme Micota Stipp" userId="7d8a6ee1e82349c3" providerId="LiveId" clId="{C0EFE53E-DC3F-4B9B-9B7E-AD5335CDB334}" dt="2021-11-29T13:46:49.757" v="94" actId="14100"/>
          <ac:picMkLst>
            <pc:docMk/>
            <pc:sldMk cId="3320248493" sldId="346"/>
            <ac:picMk id="8" creationId="{AD639A33-F509-42FD-897C-6246F717FB7C}"/>
          </ac:picMkLst>
        </pc:picChg>
        <pc:picChg chg="del">
          <ac:chgData name="Guilherme Micota Stipp" userId="7d8a6ee1e82349c3" providerId="LiveId" clId="{C0EFE53E-DC3F-4B9B-9B7E-AD5335CDB334}" dt="2021-11-29T13:38:16.484" v="81" actId="478"/>
          <ac:picMkLst>
            <pc:docMk/>
            <pc:sldMk cId="3320248493" sldId="346"/>
            <ac:picMk id="15" creationId="{60CD1AC0-604E-4EBB-9D0E-71304C90E369}"/>
          </ac:picMkLst>
        </pc:picChg>
      </pc:sldChg>
      <pc:sldChg chg="addSp delSp modSp add mod ord">
        <pc:chgData name="Guilherme Micota Stipp" userId="7d8a6ee1e82349c3" providerId="LiveId" clId="{C0EFE53E-DC3F-4B9B-9B7E-AD5335CDB334}" dt="2021-11-29T14:10:49.245" v="135" actId="14100"/>
        <pc:sldMkLst>
          <pc:docMk/>
          <pc:sldMk cId="756101309" sldId="347"/>
        </pc:sldMkLst>
        <pc:spChg chg="mod">
          <ac:chgData name="Guilherme Micota Stipp" userId="7d8a6ee1e82349c3" providerId="LiveId" clId="{C0EFE53E-DC3F-4B9B-9B7E-AD5335CDB334}" dt="2021-11-29T13:55:42.441" v="114" actId="20577"/>
          <ac:spMkLst>
            <pc:docMk/>
            <pc:sldMk cId="756101309" sldId="347"/>
            <ac:spMk id="10" creationId="{0DC30F15-2778-418E-A2EF-BEAEC6F95C4E}"/>
          </ac:spMkLst>
        </pc:spChg>
        <pc:picChg chg="del">
          <ac:chgData name="Guilherme Micota Stipp" userId="7d8a6ee1e82349c3" providerId="LiveId" clId="{C0EFE53E-DC3F-4B9B-9B7E-AD5335CDB334}" dt="2021-11-29T13:55:44.453" v="115" actId="478"/>
          <ac:picMkLst>
            <pc:docMk/>
            <pc:sldMk cId="756101309" sldId="347"/>
            <ac:picMk id="8" creationId="{AD639A33-F509-42FD-897C-6246F717FB7C}"/>
          </ac:picMkLst>
        </pc:picChg>
        <pc:picChg chg="add del mod">
          <ac:chgData name="Guilherme Micota Stipp" userId="7d8a6ee1e82349c3" providerId="LiveId" clId="{C0EFE53E-DC3F-4B9B-9B7E-AD5335CDB334}" dt="2021-11-29T14:10:41.004" v="127" actId="478"/>
          <ac:picMkLst>
            <pc:docMk/>
            <pc:sldMk cId="756101309" sldId="347"/>
            <ac:picMk id="11" creationId="{285BC049-03FA-4D21-9209-454B82BFB877}"/>
          </ac:picMkLst>
        </pc:picChg>
        <pc:picChg chg="add mod">
          <ac:chgData name="Guilherme Micota Stipp" userId="7d8a6ee1e82349c3" providerId="LiveId" clId="{C0EFE53E-DC3F-4B9B-9B7E-AD5335CDB334}" dt="2021-11-29T14:10:49.245" v="135" actId="14100"/>
          <ac:picMkLst>
            <pc:docMk/>
            <pc:sldMk cId="756101309" sldId="347"/>
            <ac:picMk id="13" creationId="{6DDB49DD-87A9-46C9-AEA1-CFAD2F267EFC}"/>
          </ac:picMkLst>
        </pc:picChg>
      </pc:sldChg>
      <pc:sldChg chg="addSp delSp modSp add mod">
        <pc:chgData name="Guilherme Micota Stipp" userId="7d8a6ee1e82349c3" providerId="LiveId" clId="{C0EFE53E-DC3F-4B9B-9B7E-AD5335CDB334}" dt="2021-11-29T14:26:32.724" v="153" actId="14100"/>
        <pc:sldMkLst>
          <pc:docMk/>
          <pc:sldMk cId="992919487" sldId="348"/>
        </pc:sldMkLst>
        <pc:picChg chg="add mod">
          <ac:chgData name="Guilherme Micota Stipp" userId="7d8a6ee1e82349c3" providerId="LiveId" clId="{C0EFE53E-DC3F-4B9B-9B7E-AD5335CDB334}" dt="2021-11-29T14:26:32.724" v="153" actId="14100"/>
          <ac:picMkLst>
            <pc:docMk/>
            <pc:sldMk cId="992919487" sldId="348"/>
            <ac:picMk id="8" creationId="{9613F709-FC00-4EE1-88B0-18B39CB85C20}"/>
          </ac:picMkLst>
        </pc:picChg>
        <pc:picChg chg="del">
          <ac:chgData name="Guilherme Micota Stipp" userId="7d8a6ee1e82349c3" providerId="LiveId" clId="{C0EFE53E-DC3F-4B9B-9B7E-AD5335CDB334}" dt="2021-11-29T14:10:51.945" v="137" actId="478"/>
          <ac:picMkLst>
            <pc:docMk/>
            <pc:sldMk cId="992919487" sldId="348"/>
            <ac:picMk id="13" creationId="{6DDB49DD-87A9-46C9-AEA1-CFAD2F267EFC}"/>
          </ac:picMkLst>
        </pc:picChg>
      </pc:sldChg>
      <pc:sldChg chg="delSp add del mod">
        <pc:chgData name="Guilherme Micota Stipp" userId="7d8a6ee1e82349c3" providerId="LiveId" clId="{C0EFE53E-DC3F-4B9B-9B7E-AD5335CDB334}" dt="2021-11-29T16:51:29.446" v="156" actId="47"/>
        <pc:sldMkLst>
          <pc:docMk/>
          <pc:sldMk cId="1695952900" sldId="349"/>
        </pc:sldMkLst>
        <pc:picChg chg="del">
          <ac:chgData name="Guilherme Micota Stipp" userId="7d8a6ee1e82349c3" providerId="LiveId" clId="{C0EFE53E-DC3F-4B9B-9B7E-AD5335CDB334}" dt="2021-11-29T14:34:15.162" v="155" actId="478"/>
          <ac:picMkLst>
            <pc:docMk/>
            <pc:sldMk cId="1695952900" sldId="349"/>
            <ac:picMk id="8" creationId="{9613F709-FC00-4EE1-88B0-18B39CB85C20}"/>
          </ac:picMkLst>
        </pc:picChg>
      </pc:sldChg>
      <pc:sldChg chg="addSp delSp modSp add mod ord">
        <pc:chgData name="Guilherme Micota Stipp" userId="7d8a6ee1e82349c3" providerId="LiveId" clId="{C0EFE53E-DC3F-4B9B-9B7E-AD5335CDB334}" dt="2021-11-29T17:44:33.950" v="205" actId="14100"/>
        <pc:sldMkLst>
          <pc:docMk/>
          <pc:sldMk cId="2604897518" sldId="349"/>
        </pc:sldMkLst>
        <pc:picChg chg="add del">
          <ac:chgData name="Guilherme Micota Stipp" userId="7d8a6ee1e82349c3" providerId="LiveId" clId="{C0EFE53E-DC3F-4B9B-9B7E-AD5335CDB334}" dt="2021-11-29T17:27:38.163" v="174" actId="478"/>
          <ac:picMkLst>
            <pc:docMk/>
            <pc:sldMk cId="2604897518" sldId="349"/>
            <ac:picMk id="8" creationId="{47BB17C0-47CB-4924-BD00-C3940A56499F}"/>
          </ac:picMkLst>
        </pc:picChg>
        <pc:picChg chg="add del mod">
          <ac:chgData name="Guilherme Micota Stipp" userId="7d8a6ee1e82349c3" providerId="LiveId" clId="{C0EFE53E-DC3F-4B9B-9B7E-AD5335CDB334}" dt="2021-11-29T17:28:06.974" v="183" actId="478"/>
          <ac:picMkLst>
            <pc:docMk/>
            <pc:sldMk cId="2604897518" sldId="349"/>
            <ac:picMk id="11" creationId="{FB899EB5-2FEA-4953-A7E9-FCA452070720}"/>
          </ac:picMkLst>
        </pc:picChg>
        <pc:picChg chg="add del mod">
          <ac:chgData name="Guilherme Micota Stipp" userId="7d8a6ee1e82349c3" providerId="LiveId" clId="{C0EFE53E-DC3F-4B9B-9B7E-AD5335CDB334}" dt="2021-11-29T17:44:24.611" v="196" actId="478"/>
          <ac:picMkLst>
            <pc:docMk/>
            <pc:sldMk cId="2604897518" sldId="349"/>
            <ac:picMk id="13" creationId="{64F30698-8A6C-4B91-942B-079DD845A9E5}"/>
          </ac:picMkLst>
        </pc:picChg>
        <pc:picChg chg="add mod">
          <ac:chgData name="Guilherme Micota Stipp" userId="7d8a6ee1e82349c3" providerId="LiveId" clId="{C0EFE53E-DC3F-4B9B-9B7E-AD5335CDB334}" dt="2021-11-29T17:44:33.950" v="205" actId="14100"/>
          <ac:picMkLst>
            <pc:docMk/>
            <pc:sldMk cId="2604897518" sldId="349"/>
            <ac:picMk id="15" creationId="{1FDA41D0-189A-4C2D-B8E6-864331770536}"/>
          </ac:picMkLst>
        </pc:picChg>
      </pc:sldChg>
    </pc:docChg>
  </pc:docChgLst>
  <pc:docChgLst>
    <pc:chgData name="Guilherme Micota Stipp" userId="7d8a6ee1e82349c3" providerId="LiveId" clId="{EF3E98C1-DA48-4765-8E74-35804B600C3D}"/>
    <pc:docChg chg="undo custSel addSld delSld modSld sldOrd">
      <pc:chgData name="Guilherme Micota Stipp" userId="7d8a6ee1e82349c3" providerId="LiveId" clId="{EF3E98C1-DA48-4765-8E74-35804B600C3D}" dt="2022-05-02T17:34:27.811" v="1115" actId="14100"/>
      <pc:docMkLst>
        <pc:docMk/>
      </pc:docMkLst>
      <pc:sldChg chg="modSp mod">
        <pc:chgData name="Guilherme Micota Stipp" userId="7d8a6ee1e82349c3" providerId="LiveId" clId="{EF3E98C1-DA48-4765-8E74-35804B600C3D}" dt="2022-04-25T19:11:37.985" v="5" actId="20577"/>
        <pc:sldMkLst>
          <pc:docMk/>
          <pc:sldMk cId="3178680452" sldId="256"/>
        </pc:sldMkLst>
        <pc:spChg chg="mod">
          <ac:chgData name="Guilherme Micota Stipp" userId="7d8a6ee1e82349c3" providerId="LiveId" clId="{EF3E98C1-DA48-4765-8E74-35804B600C3D}" dt="2022-04-25T19:11:37.985" v="5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EF3E98C1-DA48-4765-8E74-35804B600C3D}" dt="2022-04-29T22:05:45.972" v="815" actId="20577"/>
        <pc:sldMkLst>
          <pc:docMk/>
          <pc:sldMk cId="4068793934" sldId="391"/>
        </pc:sldMkLst>
        <pc:spChg chg="mod">
          <ac:chgData name="Guilherme Micota Stipp" userId="7d8a6ee1e82349c3" providerId="LiveId" clId="{EF3E98C1-DA48-4765-8E74-35804B600C3D}" dt="2022-04-25T19:12:02.974" v="35" actId="20577"/>
          <ac:spMkLst>
            <pc:docMk/>
            <pc:sldMk cId="4068793934" sldId="391"/>
            <ac:spMk id="4" creationId="{2A67854E-8517-42A3-8969-210A77F2C314}"/>
          </ac:spMkLst>
        </pc:spChg>
        <pc:spChg chg="mod">
          <ac:chgData name="Guilherme Micota Stipp" userId="7d8a6ee1e82349c3" providerId="LiveId" clId="{EF3E98C1-DA48-4765-8E74-35804B600C3D}" dt="2022-04-29T22:05:45.972" v="815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addSp delSp modSp mod">
        <pc:chgData name="Guilherme Micota Stipp" userId="7d8a6ee1e82349c3" providerId="LiveId" clId="{EF3E98C1-DA48-4765-8E74-35804B600C3D}" dt="2022-04-28T19:10:56.174" v="309" actId="14100"/>
        <pc:sldMkLst>
          <pc:docMk/>
          <pc:sldMk cId="1764788455" sldId="422"/>
        </pc:sldMkLst>
        <pc:spChg chg="mod">
          <ac:chgData name="Guilherme Micota Stipp" userId="7d8a6ee1e82349c3" providerId="LiveId" clId="{EF3E98C1-DA48-4765-8E74-35804B600C3D}" dt="2022-04-25T19:12:06.872" v="39" actId="20577"/>
          <ac:spMkLst>
            <pc:docMk/>
            <pc:sldMk cId="1764788455" sldId="422"/>
            <ac:spMk id="4" creationId="{2A67854E-8517-42A3-8969-210A77F2C314}"/>
          </ac:spMkLst>
        </pc:spChg>
        <pc:spChg chg="mod">
          <ac:chgData name="Guilherme Micota Stipp" userId="7d8a6ee1e82349c3" providerId="LiveId" clId="{EF3E98C1-DA48-4765-8E74-35804B600C3D}" dt="2022-04-28T18:49:19.447" v="187" actId="20577"/>
          <ac:spMkLst>
            <pc:docMk/>
            <pc:sldMk cId="1764788455" sldId="422"/>
            <ac:spMk id="13" creationId="{D0C9F8C4-BC80-439D-B398-B468E1969B13}"/>
          </ac:spMkLst>
        </pc:spChg>
        <pc:picChg chg="add del mod">
          <ac:chgData name="Guilherme Micota Stipp" userId="7d8a6ee1e82349c3" providerId="LiveId" clId="{EF3E98C1-DA48-4765-8E74-35804B600C3D}" dt="2022-04-28T19:06:04.065" v="226" actId="478"/>
          <ac:picMkLst>
            <pc:docMk/>
            <pc:sldMk cId="1764788455" sldId="422"/>
            <ac:picMk id="8" creationId="{FBFEAD4F-4439-4D26-84CC-A8DF8539D5E6}"/>
          </ac:picMkLst>
        </pc:picChg>
        <pc:picChg chg="add del mod">
          <ac:chgData name="Guilherme Micota Stipp" userId="7d8a6ee1e82349c3" providerId="LiveId" clId="{EF3E98C1-DA48-4765-8E74-35804B600C3D}" dt="2022-04-28T19:10:46.244" v="266" actId="478"/>
          <ac:picMkLst>
            <pc:docMk/>
            <pc:sldMk cId="1764788455" sldId="422"/>
            <ac:picMk id="11" creationId="{36112360-96AF-48B3-BF49-DA768AD2F87D}"/>
          </ac:picMkLst>
        </pc:picChg>
        <pc:picChg chg="del">
          <ac:chgData name="Guilherme Micota Stipp" userId="7d8a6ee1e82349c3" providerId="LiveId" clId="{EF3E98C1-DA48-4765-8E74-35804B600C3D}" dt="2022-04-25T19:12:18.373" v="51" actId="478"/>
          <ac:picMkLst>
            <pc:docMk/>
            <pc:sldMk cId="1764788455" sldId="422"/>
            <ac:picMk id="12" creationId="{A73D8B76-7FC3-4D27-8F5A-E0E8C2EC8820}"/>
          </ac:picMkLst>
        </pc:picChg>
        <pc:picChg chg="add mod">
          <ac:chgData name="Guilherme Micota Stipp" userId="7d8a6ee1e82349c3" providerId="LiveId" clId="{EF3E98C1-DA48-4765-8E74-35804B600C3D}" dt="2022-04-28T19:10:56.174" v="309" actId="14100"/>
          <ac:picMkLst>
            <pc:docMk/>
            <pc:sldMk cId="1764788455" sldId="422"/>
            <ac:picMk id="14" creationId="{AA0458D9-E99E-4F91-9060-08AC9C2EA9CF}"/>
          </ac:picMkLst>
        </pc:picChg>
      </pc:sldChg>
      <pc:sldChg chg="addSp delSp modSp add mod">
        <pc:chgData name="Guilherme Micota Stipp" userId="7d8a6ee1e82349c3" providerId="LiveId" clId="{EF3E98C1-DA48-4765-8E74-35804B600C3D}" dt="2022-04-28T19:34:20.607" v="380" actId="14100"/>
        <pc:sldMkLst>
          <pc:docMk/>
          <pc:sldMk cId="3540704921" sldId="423"/>
        </pc:sldMkLst>
        <pc:picChg chg="add del mod">
          <ac:chgData name="Guilherme Micota Stipp" userId="7d8a6ee1e82349c3" providerId="LiveId" clId="{EF3E98C1-DA48-4765-8E74-35804B600C3D}" dt="2022-04-28T19:31:51.277" v="348" actId="478"/>
          <ac:picMkLst>
            <pc:docMk/>
            <pc:sldMk cId="3540704921" sldId="423"/>
            <ac:picMk id="8" creationId="{F8657C9C-FF49-42A6-8EA4-FE37B8E23595}"/>
          </ac:picMkLst>
        </pc:picChg>
        <pc:picChg chg="add mod">
          <ac:chgData name="Guilherme Micota Stipp" userId="7d8a6ee1e82349c3" providerId="LiveId" clId="{EF3E98C1-DA48-4765-8E74-35804B600C3D}" dt="2022-04-28T19:34:20.607" v="380" actId="14100"/>
          <ac:picMkLst>
            <pc:docMk/>
            <pc:sldMk cId="3540704921" sldId="423"/>
            <ac:picMk id="11" creationId="{A1B035E2-B809-47E2-A0E1-767A22092999}"/>
          </ac:picMkLst>
        </pc:picChg>
        <pc:picChg chg="del">
          <ac:chgData name="Guilherme Micota Stipp" userId="7d8a6ee1e82349c3" providerId="LiveId" clId="{EF3E98C1-DA48-4765-8E74-35804B600C3D}" dt="2022-04-28T19:11:02.195" v="311" actId="478"/>
          <ac:picMkLst>
            <pc:docMk/>
            <pc:sldMk cId="3540704921" sldId="423"/>
            <ac:picMk id="14" creationId="{AA0458D9-E99E-4F91-9060-08AC9C2EA9CF}"/>
          </ac:picMkLst>
        </pc:picChg>
      </pc:sldChg>
      <pc:sldChg chg="addSp delSp modSp add mod">
        <pc:chgData name="Guilherme Micota Stipp" userId="7d8a6ee1e82349c3" providerId="LiveId" clId="{EF3E98C1-DA48-4765-8E74-35804B600C3D}" dt="2022-04-28T20:10:01.520" v="577" actId="14100"/>
        <pc:sldMkLst>
          <pc:docMk/>
          <pc:sldMk cId="1027320686" sldId="424"/>
        </pc:sldMkLst>
        <pc:spChg chg="mod">
          <ac:chgData name="Guilherme Micota Stipp" userId="7d8a6ee1e82349c3" providerId="LiveId" clId="{EF3E98C1-DA48-4765-8E74-35804B600C3D}" dt="2022-04-28T19:48:24.935" v="431" actId="20577"/>
          <ac:spMkLst>
            <pc:docMk/>
            <pc:sldMk cId="1027320686" sldId="424"/>
            <ac:spMk id="13" creationId="{D0C9F8C4-BC80-439D-B398-B468E1969B13}"/>
          </ac:spMkLst>
        </pc:spChg>
        <pc:picChg chg="add del mod">
          <ac:chgData name="Guilherme Micota Stipp" userId="7d8a6ee1e82349c3" providerId="LiveId" clId="{EF3E98C1-DA48-4765-8E74-35804B600C3D}" dt="2022-04-28T19:58:05.597" v="466" actId="478"/>
          <ac:picMkLst>
            <pc:docMk/>
            <pc:sldMk cId="1027320686" sldId="424"/>
            <ac:picMk id="8" creationId="{2B654F37-4E70-46EF-AF62-DEBB1E5664F6}"/>
          </ac:picMkLst>
        </pc:picChg>
        <pc:picChg chg="del">
          <ac:chgData name="Guilherme Micota Stipp" userId="7d8a6ee1e82349c3" providerId="LiveId" clId="{EF3E98C1-DA48-4765-8E74-35804B600C3D}" dt="2022-04-28T19:48:13.615" v="411" actId="478"/>
          <ac:picMkLst>
            <pc:docMk/>
            <pc:sldMk cId="1027320686" sldId="424"/>
            <ac:picMk id="11" creationId="{A1B035E2-B809-47E2-A0E1-767A22092999}"/>
          </ac:picMkLst>
        </pc:picChg>
        <pc:picChg chg="add del mod">
          <ac:chgData name="Guilherme Micota Stipp" userId="7d8a6ee1e82349c3" providerId="LiveId" clId="{EF3E98C1-DA48-4765-8E74-35804B600C3D}" dt="2022-04-28T19:59:42.857" v="506" actId="478"/>
          <ac:picMkLst>
            <pc:docMk/>
            <pc:sldMk cId="1027320686" sldId="424"/>
            <ac:picMk id="12" creationId="{D51DB18F-4535-468D-957D-EB4C8EB23DA6}"/>
          </ac:picMkLst>
        </pc:picChg>
        <pc:picChg chg="add mod">
          <ac:chgData name="Guilherme Micota Stipp" userId="7d8a6ee1e82349c3" providerId="LiveId" clId="{EF3E98C1-DA48-4765-8E74-35804B600C3D}" dt="2022-04-28T20:10:01.520" v="577" actId="14100"/>
          <ac:picMkLst>
            <pc:docMk/>
            <pc:sldMk cId="1027320686" sldId="424"/>
            <ac:picMk id="15" creationId="{3C26D8AF-C214-438D-8FF7-D6E6A3EC6CFF}"/>
          </ac:picMkLst>
        </pc:picChg>
      </pc:sldChg>
      <pc:sldChg chg="addSp delSp modSp add mod">
        <pc:chgData name="Guilherme Micota Stipp" userId="7d8a6ee1e82349c3" providerId="LiveId" clId="{EF3E98C1-DA48-4765-8E74-35804B600C3D}" dt="2022-04-28T20:09:44.590" v="542" actId="14100"/>
        <pc:sldMkLst>
          <pc:docMk/>
          <pc:sldMk cId="5722463" sldId="425"/>
        </pc:sldMkLst>
        <pc:picChg chg="add mod">
          <ac:chgData name="Guilherme Micota Stipp" userId="7d8a6ee1e82349c3" providerId="LiveId" clId="{EF3E98C1-DA48-4765-8E74-35804B600C3D}" dt="2022-04-28T20:09:44.590" v="542" actId="14100"/>
          <ac:picMkLst>
            <pc:docMk/>
            <pc:sldMk cId="5722463" sldId="425"/>
            <ac:picMk id="8" creationId="{CE0FB06D-0321-4569-A51A-7960F31B2D02}"/>
          </ac:picMkLst>
        </pc:picChg>
        <pc:picChg chg="del">
          <ac:chgData name="Guilherme Micota Stipp" userId="7d8a6ee1e82349c3" providerId="LiveId" clId="{EF3E98C1-DA48-4765-8E74-35804B600C3D}" dt="2022-04-28T20:09:37.459" v="507" actId="478"/>
          <ac:picMkLst>
            <pc:docMk/>
            <pc:sldMk cId="5722463" sldId="425"/>
            <ac:picMk id="12" creationId="{D51DB18F-4535-468D-957D-EB4C8EB23DA6}"/>
          </ac:picMkLst>
        </pc:picChg>
      </pc:sldChg>
      <pc:sldChg chg="del">
        <pc:chgData name="Guilherme Micota Stipp" userId="7d8a6ee1e82349c3" providerId="LiveId" clId="{EF3E98C1-DA48-4765-8E74-35804B600C3D}" dt="2022-04-25T19:12:11.383" v="45" actId="47"/>
        <pc:sldMkLst>
          <pc:docMk/>
          <pc:sldMk cId="487205670" sldId="425"/>
        </pc:sldMkLst>
      </pc:sldChg>
      <pc:sldChg chg="del">
        <pc:chgData name="Guilherme Micota Stipp" userId="7d8a6ee1e82349c3" providerId="LiveId" clId="{EF3E98C1-DA48-4765-8E74-35804B600C3D}" dt="2022-04-25T19:12:09.898" v="41" actId="47"/>
        <pc:sldMkLst>
          <pc:docMk/>
          <pc:sldMk cId="1190384644" sldId="426"/>
        </pc:sldMkLst>
      </pc:sldChg>
      <pc:sldChg chg="addSp delSp modSp add mod ord">
        <pc:chgData name="Guilherme Micota Stipp" userId="7d8a6ee1e82349c3" providerId="LiveId" clId="{EF3E98C1-DA48-4765-8E74-35804B600C3D}" dt="2022-04-29T22:17:53.933" v="878" actId="14100"/>
        <pc:sldMkLst>
          <pc:docMk/>
          <pc:sldMk cId="2600531691" sldId="426"/>
        </pc:sldMkLst>
        <pc:spChg chg="mod">
          <ac:chgData name="Guilherme Micota Stipp" userId="7d8a6ee1e82349c3" providerId="LiveId" clId="{EF3E98C1-DA48-4765-8E74-35804B600C3D}" dt="2022-04-29T22:05:58.352" v="834" actId="20577"/>
          <ac:spMkLst>
            <pc:docMk/>
            <pc:sldMk cId="2600531691" sldId="426"/>
            <ac:spMk id="13" creationId="{D0C9F8C4-BC80-439D-B398-B468E1969B13}"/>
          </ac:spMkLst>
        </pc:spChg>
        <pc:picChg chg="add mod">
          <ac:chgData name="Guilherme Micota Stipp" userId="7d8a6ee1e82349c3" providerId="LiveId" clId="{EF3E98C1-DA48-4765-8E74-35804B600C3D}" dt="2022-04-29T22:17:53.933" v="878" actId="14100"/>
          <ac:picMkLst>
            <pc:docMk/>
            <pc:sldMk cId="2600531691" sldId="426"/>
            <ac:picMk id="8" creationId="{5D21B61B-61C8-41BD-ACCF-968F49C71D64}"/>
          </ac:picMkLst>
        </pc:picChg>
        <pc:picChg chg="del">
          <ac:chgData name="Guilherme Micota Stipp" userId="7d8a6ee1e82349c3" providerId="LiveId" clId="{EF3E98C1-DA48-4765-8E74-35804B600C3D}" dt="2022-04-28T20:14:05.030" v="579" actId="478"/>
          <ac:picMkLst>
            <pc:docMk/>
            <pc:sldMk cId="2600531691" sldId="426"/>
            <ac:picMk id="8" creationId="{CE0FB06D-0321-4569-A51A-7960F31B2D02}"/>
          </ac:picMkLst>
        </pc:picChg>
        <pc:picChg chg="add del mod">
          <ac:chgData name="Guilherme Micota Stipp" userId="7d8a6ee1e82349c3" providerId="LiveId" clId="{EF3E98C1-DA48-4765-8E74-35804B600C3D}" dt="2022-04-29T22:05:52.523" v="817" actId="478"/>
          <ac:picMkLst>
            <pc:docMk/>
            <pc:sldMk cId="2600531691" sldId="426"/>
            <ac:picMk id="10" creationId="{9660CCD0-C19C-4BE5-B4D1-A0FF9D329048}"/>
          </ac:picMkLst>
        </pc:picChg>
      </pc:sldChg>
      <pc:sldChg chg="del">
        <pc:chgData name="Guilherme Micota Stipp" userId="7d8a6ee1e82349c3" providerId="LiveId" clId="{EF3E98C1-DA48-4765-8E74-35804B600C3D}" dt="2022-04-25T19:12:11.863" v="46" actId="47"/>
        <pc:sldMkLst>
          <pc:docMk/>
          <pc:sldMk cId="941115083" sldId="427"/>
        </pc:sldMkLst>
      </pc:sldChg>
      <pc:sldChg chg="addSp delSp modSp add mod">
        <pc:chgData name="Guilherme Micota Stipp" userId="7d8a6ee1e82349c3" providerId="LiveId" clId="{EF3E98C1-DA48-4765-8E74-35804B600C3D}" dt="2022-05-01T21:46:21.119" v="1035" actId="14100"/>
        <pc:sldMkLst>
          <pc:docMk/>
          <pc:sldMk cId="1254257192" sldId="427"/>
        </pc:sldMkLst>
        <pc:spChg chg="add del mod">
          <ac:chgData name="Guilherme Micota Stipp" userId="7d8a6ee1e82349c3" providerId="LiveId" clId="{EF3E98C1-DA48-4765-8E74-35804B600C3D}" dt="2022-05-01T21:46:02.536" v="995" actId="478"/>
          <ac:spMkLst>
            <pc:docMk/>
            <pc:sldMk cId="1254257192" sldId="427"/>
            <ac:spMk id="2" creationId="{D35E085E-4C51-43C7-85FB-25740C106FA3}"/>
          </ac:spMkLst>
        </pc:spChg>
        <pc:picChg chg="del">
          <ac:chgData name="Guilherme Micota Stipp" userId="7d8a6ee1e82349c3" providerId="LiveId" clId="{EF3E98C1-DA48-4765-8E74-35804B600C3D}" dt="2022-04-28T20:30:21.396" v="621" actId="478"/>
          <ac:picMkLst>
            <pc:docMk/>
            <pc:sldMk cId="1254257192" sldId="427"/>
            <ac:picMk id="10" creationId="{9660CCD0-C19C-4BE5-B4D1-A0FF9D329048}"/>
          </ac:picMkLst>
        </pc:picChg>
        <pc:picChg chg="add mod">
          <ac:chgData name="Guilherme Micota Stipp" userId="7d8a6ee1e82349c3" providerId="LiveId" clId="{EF3E98C1-DA48-4765-8E74-35804B600C3D}" dt="2022-05-01T21:46:21.119" v="1035" actId="14100"/>
          <ac:picMkLst>
            <pc:docMk/>
            <pc:sldMk cId="1254257192" sldId="427"/>
            <ac:picMk id="10" creationId="{B47F1B6C-CAF6-4889-B59E-0D68E631AECA}"/>
          </ac:picMkLst>
        </pc:picChg>
      </pc:sldChg>
      <pc:sldChg chg="modSp add del mod">
        <pc:chgData name="Guilherme Micota Stipp" userId="7d8a6ee1e82349c3" providerId="LiveId" clId="{EF3E98C1-DA48-4765-8E74-35804B600C3D}" dt="2022-04-28T20:34:24.694" v="755" actId="47"/>
        <pc:sldMkLst>
          <pc:docMk/>
          <pc:sldMk cId="1340189855" sldId="428"/>
        </pc:sldMkLst>
        <pc:spChg chg="mod">
          <ac:chgData name="Guilherme Micota Stipp" userId="7d8a6ee1e82349c3" providerId="LiveId" clId="{EF3E98C1-DA48-4765-8E74-35804B600C3D}" dt="2022-04-28T20:32:36.900" v="694" actId="20577"/>
          <ac:spMkLst>
            <pc:docMk/>
            <pc:sldMk cId="1340189855" sldId="428"/>
            <ac:spMk id="2" creationId="{D35E085E-4C51-43C7-85FB-25740C106FA3}"/>
          </ac:spMkLst>
        </pc:spChg>
      </pc:sldChg>
      <pc:sldChg chg="del">
        <pc:chgData name="Guilherme Micota Stipp" userId="7d8a6ee1e82349c3" providerId="LiveId" clId="{EF3E98C1-DA48-4765-8E74-35804B600C3D}" dt="2022-04-25T19:12:15.830" v="50" actId="47"/>
        <pc:sldMkLst>
          <pc:docMk/>
          <pc:sldMk cId="4014927651" sldId="428"/>
        </pc:sldMkLst>
      </pc:sldChg>
      <pc:sldChg chg="del">
        <pc:chgData name="Guilherme Micota Stipp" userId="7d8a6ee1e82349c3" providerId="LiveId" clId="{EF3E98C1-DA48-4765-8E74-35804B600C3D}" dt="2022-04-25T19:12:10.295" v="42" actId="47"/>
        <pc:sldMkLst>
          <pc:docMk/>
          <pc:sldMk cId="1049308813" sldId="429"/>
        </pc:sldMkLst>
      </pc:sldChg>
      <pc:sldChg chg="addSp delSp modSp add mod">
        <pc:chgData name="Guilherme Micota Stipp" userId="7d8a6ee1e82349c3" providerId="LiveId" clId="{EF3E98C1-DA48-4765-8E74-35804B600C3D}" dt="2022-04-30T15:25:40.032" v="913" actId="14100"/>
        <pc:sldMkLst>
          <pc:docMk/>
          <pc:sldMk cId="1160110089" sldId="429"/>
        </pc:sldMkLst>
        <pc:spChg chg="del mod">
          <ac:chgData name="Guilherme Micota Stipp" userId="7d8a6ee1e82349c3" providerId="LiveId" clId="{EF3E98C1-DA48-4765-8E74-35804B600C3D}" dt="2022-04-30T15:25:29.662" v="879" actId="478"/>
          <ac:spMkLst>
            <pc:docMk/>
            <pc:sldMk cId="1160110089" sldId="429"/>
            <ac:spMk id="2" creationId="{D35E085E-4C51-43C7-85FB-25740C106FA3}"/>
          </ac:spMkLst>
        </pc:spChg>
        <pc:spChg chg="mod">
          <ac:chgData name="Guilherme Micota Stipp" userId="7d8a6ee1e82349c3" providerId="LiveId" clId="{EF3E98C1-DA48-4765-8E74-35804B600C3D}" dt="2022-04-28T20:33:03.377" v="726" actId="20577"/>
          <ac:spMkLst>
            <pc:docMk/>
            <pc:sldMk cId="1160110089" sldId="429"/>
            <ac:spMk id="13" creationId="{D0C9F8C4-BC80-439D-B398-B468E1969B13}"/>
          </ac:spMkLst>
        </pc:spChg>
        <pc:picChg chg="add mod">
          <ac:chgData name="Guilherme Micota Stipp" userId="7d8a6ee1e82349c3" providerId="LiveId" clId="{EF3E98C1-DA48-4765-8E74-35804B600C3D}" dt="2022-04-30T15:25:40.032" v="913" actId="14100"/>
          <ac:picMkLst>
            <pc:docMk/>
            <pc:sldMk cId="1160110089" sldId="429"/>
            <ac:picMk id="10" creationId="{867DE59F-CD7D-4B78-ABFB-E03D54B19A41}"/>
          </ac:picMkLst>
        </pc:picChg>
      </pc:sldChg>
      <pc:sldChg chg="del">
        <pc:chgData name="Guilherme Micota Stipp" userId="7d8a6ee1e82349c3" providerId="LiveId" clId="{EF3E98C1-DA48-4765-8E74-35804B600C3D}" dt="2022-04-25T19:12:09.475" v="40" actId="47"/>
        <pc:sldMkLst>
          <pc:docMk/>
          <pc:sldMk cId="2515482631" sldId="430"/>
        </pc:sldMkLst>
      </pc:sldChg>
      <pc:sldChg chg="addSp delSp modSp add mod">
        <pc:chgData name="Guilherme Micota Stipp" userId="7d8a6ee1e82349c3" providerId="LiveId" clId="{EF3E98C1-DA48-4765-8E74-35804B600C3D}" dt="2022-05-02T17:34:27.811" v="1115" actId="14100"/>
        <pc:sldMkLst>
          <pc:docMk/>
          <pc:sldMk cId="2855579138" sldId="430"/>
        </pc:sldMkLst>
        <pc:spChg chg="del mod">
          <ac:chgData name="Guilherme Micota Stipp" userId="7d8a6ee1e82349c3" providerId="LiveId" clId="{EF3E98C1-DA48-4765-8E74-35804B600C3D}" dt="2022-05-01T21:53:21.801" v="1079" actId="478"/>
          <ac:spMkLst>
            <pc:docMk/>
            <pc:sldMk cId="2855579138" sldId="430"/>
            <ac:spMk id="2" creationId="{D35E085E-4C51-43C7-85FB-25740C106FA3}"/>
          </ac:spMkLst>
        </pc:spChg>
        <pc:picChg chg="add mod">
          <ac:chgData name="Guilherme Micota Stipp" userId="7d8a6ee1e82349c3" providerId="LiveId" clId="{EF3E98C1-DA48-4765-8E74-35804B600C3D}" dt="2022-05-02T17:34:27.811" v="1115" actId="14100"/>
          <ac:picMkLst>
            <pc:docMk/>
            <pc:sldMk cId="2855579138" sldId="430"/>
            <ac:picMk id="8" creationId="{3799A53D-B496-4C0E-98F8-756F7DDD5C1F}"/>
          </ac:picMkLst>
        </pc:picChg>
      </pc:sldChg>
      <pc:sldChg chg="add">
        <pc:chgData name="Guilherme Micota Stipp" userId="7d8a6ee1e82349c3" providerId="LiveId" clId="{EF3E98C1-DA48-4765-8E74-35804B600C3D}" dt="2022-04-29T22:05:50.602" v="816" actId="2890"/>
        <pc:sldMkLst>
          <pc:docMk/>
          <pc:sldMk cId="797365063" sldId="431"/>
        </pc:sldMkLst>
      </pc:sldChg>
      <pc:sldChg chg="del">
        <pc:chgData name="Guilherme Micota Stipp" userId="7d8a6ee1e82349c3" providerId="LiveId" clId="{EF3E98C1-DA48-4765-8E74-35804B600C3D}" dt="2022-04-25T19:12:14.684" v="49" actId="47"/>
        <pc:sldMkLst>
          <pc:docMk/>
          <pc:sldMk cId="4256972449" sldId="431"/>
        </pc:sldMkLst>
      </pc:sldChg>
      <pc:sldChg chg="addSp delSp modSp add del mod">
        <pc:chgData name="Guilherme Micota Stipp" userId="7d8a6ee1e82349c3" providerId="LiveId" clId="{EF3E98C1-DA48-4765-8E74-35804B600C3D}" dt="2022-05-01T21:53:07.697" v="1078" actId="14100"/>
        <pc:sldMkLst>
          <pc:docMk/>
          <pc:sldMk cId="1632550654" sldId="432"/>
        </pc:sldMkLst>
        <pc:picChg chg="add del mod">
          <ac:chgData name="Guilherme Micota Stipp" userId="7d8a6ee1e82349c3" providerId="LiveId" clId="{EF3E98C1-DA48-4765-8E74-35804B600C3D}" dt="2022-05-01T21:46:32.906" v="1039" actId="478"/>
          <ac:picMkLst>
            <pc:docMk/>
            <pc:sldMk cId="1632550654" sldId="432"/>
            <ac:picMk id="8" creationId="{B9AD9354-A522-4124-9D41-50079AB61AA8}"/>
          </ac:picMkLst>
        </pc:picChg>
        <pc:picChg chg="del">
          <ac:chgData name="Guilherme Micota Stipp" userId="7d8a6ee1e82349c3" providerId="LiveId" clId="{EF3E98C1-DA48-4765-8E74-35804B600C3D}" dt="2022-04-30T15:28:49.549" v="915" actId="478"/>
          <ac:picMkLst>
            <pc:docMk/>
            <pc:sldMk cId="1632550654" sldId="432"/>
            <ac:picMk id="10" creationId="{867DE59F-CD7D-4B78-ABFB-E03D54B19A41}"/>
          </ac:picMkLst>
        </pc:picChg>
        <pc:picChg chg="add mod">
          <ac:chgData name="Guilherme Micota Stipp" userId="7d8a6ee1e82349c3" providerId="LiveId" clId="{EF3E98C1-DA48-4765-8E74-35804B600C3D}" dt="2022-05-01T21:53:07.697" v="1078" actId="14100"/>
          <ac:picMkLst>
            <pc:docMk/>
            <pc:sldMk cId="1632550654" sldId="432"/>
            <ac:picMk id="11" creationId="{707620E6-60AC-4689-8C03-4024AAA696F2}"/>
          </ac:picMkLst>
        </pc:picChg>
      </pc:sldChg>
      <pc:sldChg chg="del">
        <pc:chgData name="Guilherme Micota Stipp" userId="7d8a6ee1e82349c3" providerId="LiveId" clId="{EF3E98C1-DA48-4765-8E74-35804B600C3D}" dt="2022-04-25T19:12:11.006" v="44" actId="47"/>
        <pc:sldMkLst>
          <pc:docMk/>
          <pc:sldMk cId="3335329575" sldId="432"/>
        </pc:sldMkLst>
      </pc:sldChg>
      <pc:sldChg chg="delSp modSp add del mod">
        <pc:chgData name="Guilherme Micota Stipp" userId="7d8a6ee1e82349c3" providerId="LiveId" clId="{EF3E98C1-DA48-4765-8E74-35804B600C3D}" dt="2022-05-02T17:30:03.175" v="1080" actId="47"/>
        <pc:sldMkLst>
          <pc:docMk/>
          <pc:sldMk cId="1694623302" sldId="433"/>
        </pc:sldMkLst>
        <pc:spChg chg="mod">
          <ac:chgData name="Guilherme Micota Stipp" userId="7d8a6ee1e82349c3" providerId="LiveId" clId="{EF3E98C1-DA48-4765-8E74-35804B600C3D}" dt="2022-04-30T15:29:03.349" v="939" actId="20577"/>
          <ac:spMkLst>
            <pc:docMk/>
            <pc:sldMk cId="1694623302" sldId="433"/>
            <ac:spMk id="13" creationId="{D0C9F8C4-BC80-439D-B398-B468E1969B13}"/>
          </ac:spMkLst>
        </pc:spChg>
        <pc:picChg chg="del">
          <ac:chgData name="Guilherme Micota Stipp" userId="7d8a6ee1e82349c3" providerId="LiveId" clId="{EF3E98C1-DA48-4765-8E74-35804B600C3D}" dt="2022-04-30T15:29:05.034" v="940" actId="478"/>
          <ac:picMkLst>
            <pc:docMk/>
            <pc:sldMk cId="1694623302" sldId="433"/>
            <ac:picMk id="11" creationId="{A1B035E2-B809-47E2-A0E1-767A22092999}"/>
          </ac:picMkLst>
        </pc:picChg>
      </pc:sldChg>
      <pc:sldChg chg="del">
        <pc:chgData name="Guilherme Micota Stipp" userId="7d8a6ee1e82349c3" providerId="LiveId" clId="{EF3E98C1-DA48-4765-8E74-35804B600C3D}" dt="2022-04-25T19:12:12.634" v="47" actId="47"/>
        <pc:sldMkLst>
          <pc:docMk/>
          <pc:sldMk cId="4099401856" sldId="433"/>
        </pc:sldMkLst>
      </pc:sldChg>
      <pc:sldChg chg="add">
        <pc:chgData name="Guilherme Micota Stipp" userId="7d8a6ee1e82349c3" providerId="LiveId" clId="{EF3E98C1-DA48-4765-8E74-35804B600C3D}" dt="2022-05-01T21:46:28.168" v="1036" actId="2890"/>
        <pc:sldMkLst>
          <pc:docMk/>
          <pc:sldMk cId="556748195" sldId="434"/>
        </pc:sldMkLst>
      </pc:sldChg>
      <pc:sldChg chg="del">
        <pc:chgData name="Guilherme Micota Stipp" userId="7d8a6ee1e82349c3" providerId="LiveId" clId="{EF3E98C1-DA48-4765-8E74-35804B600C3D}" dt="2022-04-25T19:12:13.313" v="48" actId="47"/>
        <pc:sldMkLst>
          <pc:docMk/>
          <pc:sldMk cId="619666387" sldId="434"/>
        </pc:sldMkLst>
      </pc:sldChg>
      <pc:sldChg chg="del">
        <pc:chgData name="Guilherme Micota Stipp" userId="7d8a6ee1e82349c3" providerId="LiveId" clId="{EF3E98C1-DA48-4765-8E74-35804B600C3D}" dt="2022-04-25T19:12:10.599" v="43" actId="47"/>
        <pc:sldMkLst>
          <pc:docMk/>
          <pc:sldMk cId="565055246" sldId="435"/>
        </pc:sldMkLst>
      </pc:sldChg>
    </pc:docChg>
  </pc:docChgLst>
  <pc:docChgLst>
    <pc:chgData name="Guilherme Micota Stipp" userId="7d8a6ee1e82349c3" providerId="LiveId" clId="{0E0A07DF-66C9-4717-9531-BA245A0BB15A}"/>
    <pc:docChg chg="custSel addSld delSld modSld">
      <pc:chgData name="Guilherme Micota Stipp" userId="7d8a6ee1e82349c3" providerId="LiveId" clId="{0E0A07DF-66C9-4717-9531-BA245A0BB15A}" dt="2021-08-27T15:08:41.959" v="190" actId="14100"/>
      <pc:docMkLst>
        <pc:docMk/>
      </pc:docMkLst>
      <pc:sldChg chg="addSp delSp modSp mod">
        <pc:chgData name="Guilherme Micota Stipp" userId="7d8a6ee1e82349c3" providerId="LiveId" clId="{0E0A07DF-66C9-4717-9531-BA245A0BB15A}" dt="2021-08-27T15:08:41.959" v="190" actId="14100"/>
        <pc:sldMkLst>
          <pc:docMk/>
          <pc:sldMk cId="1259924771" sldId="299"/>
        </pc:sldMkLst>
        <pc:picChg chg="del">
          <ac:chgData name="Guilherme Micota Stipp" userId="7d8a6ee1e82349c3" providerId="LiveId" clId="{0E0A07DF-66C9-4717-9531-BA245A0BB15A}" dt="2021-08-27T15:05:34.599" v="181" actId="478"/>
          <ac:picMkLst>
            <pc:docMk/>
            <pc:sldMk cId="1259924771" sldId="299"/>
            <ac:picMk id="8" creationId="{53EFEA50-9ECC-4899-BC9E-FDEE2BFF79A6}"/>
          </ac:picMkLst>
        </pc:picChg>
        <pc:picChg chg="add mod">
          <ac:chgData name="Guilherme Micota Stipp" userId="7d8a6ee1e82349c3" providerId="LiveId" clId="{0E0A07DF-66C9-4717-9531-BA245A0BB15A}" dt="2021-08-27T15:08:41.959" v="190" actId="14100"/>
          <ac:picMkLst>
            <pc:docMk/>
            <pc:sldMk cId="1259924771" sldId="299"/>
            <ac:picMk id="11" creationId="{A8EB49C1-1607-4E9B-9289-6D2234C18839}"/>
          </ac:picMkLst>
        </pc:picChg>
      </pc:sldChg>
      <pc:sldChg chg="del">
        <pc:chgData name="Guilherme Micota Stipp" userId="7d8a6ee1e82349c3" providerId="LiveId" clId="{0E0A07DF-66C9-4717-9531-BA245A0BB15A}" dt="2021-08-27T14:35:30.704" v="0" actId="47"/>
        <pc:sldMkLst>
          <pc:docMk/>
          <pc:sldMk cId="506162975" sldId="304"/>
        </pc:sldMkLst>
      </pc:sldChg>
      <pc:sldChg chg="addSp delSp modSp mod">
        <pc:chgData name="Guilherme Micota Stipp" userId="7d8a6ee1e82349c3" providerId="LiveId" clId="{0E0A07DF-66C9-4717-9531-BA245A0BB15A}" dt="2021-08-27T14:36:09.607" v="71" actId="14100"/>
        <pc:sldMkLst>
          <pc:docMk/>
          <pc:sldMk cId="1999761834" sldId="305"/>
        </pc:sldMkLst>
        <pc:spChg chg="mod">
          <ac:chgData name="Guilherme Micota Stipp" userId="7d8a6ee1e82349c3" providerId="LiveId" clId="{0E0A07DF-66C9-4717-9531-BA245A0BB15A}" dt="2021-08-27T14:35:55.584" v="61" actId="20577"/>
          <ac:spMkLst>
            <pc:docMk/>
            <pc:sldMk cId="1999761834" sldId="305"/>
            <ac:spMk id="10" creationId="{0DC30F15-2778-418E-A2EF-BEAEC6F95C4E}"/>
          </ac:spMkLst>
        </pc:spChg>
        <pc:picChg chg="del">
          <ac:chgData name="Guilherme Micota Stipp" userId="7d8a6ee1e82349c3" providerId="LiveId" clId="{0E0A07DF-66C9-4717-9531-BA245A0BB15A}" dt="2021-08-27T14:35:57.512" v="62" actId="478"/>
          <ac:picMkLst>
            <pc:docMk/>
            <pc:sldMk cId="1999761834" sldId="305"/>
            <ac:picMk id="8" creationId="{315C4232-7004-409F-A4D7-43390C01853A}"/>
          </ac:picMkLst>
        </pc:picChg>
        <pc:picChg chg="add mod">
          <ac:chgData name="Guilherme Micota Stipp" userId="7d8a6ee1e82349c3" providerId="LiveId" clId="{0E0A07DF-66C9-4717-9531-BA245A0BB15A}" dt="2021-08-27T14:36:09.607" v="71" actId="14100"/>
          <ac:picMkLst>
            <pc:docMk/>
            <pc:sldMk cId="1999761834" sldId="305"/>
            <ac:picMk id="11" creationId="{6BD2CF0D-2D4A-4FF9-BBE5-95B3D12008DB}"/>
          </ac:picMkLst>
        </pc:picChg>
      </pc:sldChg>
      <pc:sldChg chg="del">
        <pc:chgData name="Guilherme Micota Stipp" userId="7d8a6ee1e82349c3" providerId="LiveId" clId="{0E0A07DF-66C9-4717-9531-BA245A0BB15A}" dt="2021-08-27T14:35:31.123" v="1" actId="47"/>
        <pc:sldMkLst>
          <pc:docMk/>
          <pc:sldMk cId="1648767426" sldId="306"/>
        </pc:sldMkLst>
      </pc:sldChg>
      <pc:sldChg chg="addSp delSp modSp add mod">
        <pc:chgData name="Guilherme Micota Stipp" userId="7d8a6ee1e82349c3" providerId="LiveId" clId="{0E0A07DF-66C9-4717-9531-BA245A0BB15A}" dt="2021-08-27T14:43:30.581" v="82"/>
        <pc:sldMkLst>
          <pc:docMk/>
          <pc:sldMk cId="2855588441" sldId="306"/>
        </pc:sldMkLst>
        <pc:spChg chg="mod">
          <ac:chgData name="Guilherme Micota Stipp" userId="7d8a6ee1e82349c3" providerId="LiveId" clId="{0E0A07DF-66C9-4717-9531-BA245A0BB15A}" dt="2021-08-27T14:43:30.581" v="82"/>
          <ac:spMkLst>
            <pc:docMk/>
            <pc:sldMk cId="2855588441" sldId="306"/>
            <ac:spMk id="10" creationId="{0DC30F15-2778-418E-A2EF-BEAEC6F95C4E}"/>
          </ac:spMkLst>
        </pc:spChg>
        <pc:picChg chg="del">
          <ac:chgData name="Guilherme Micota Stipp" userId="7d8a6ee1e82349c3" providerId="LiveId" clId="{0E0A07DF-66C9-4717-9531-BA245A0BB15A}" dt="2021-08-27T14:43:13.738" v="72" actId="478"/>
          <ac:picMkLst>
            <pc:docMk/>
            <pc:sldMk cId="2855588441" sldId="306"/>
            <ac:picMk id="8" creationId="{315C4232-7004-409F-A4D7-43390C01853A}"/>
          </ac:picMkLst>
        </pc:picChg>
        <pc:picChg chg="add mod">
          <ac:chgData name="Guilherme Micota Stipp" userId="7d8a6ee1e82349c3" providerId="LiveId" clId="{0E0A07DF-66C9-4717-9531-BA245A0BB15A}" dt="2021-08-27T14:43:24.971" v="81" actId="14100"/>
          <ac:picMkLst>
            <pc:docMk/>
            <pc:sldMk cId="2855588441" sldId="306"/>
            <ac:picMk id="11" creationId="{B19D920E-CFE0-4DB2-B365-732523661BF5}"/>
          </ac:picMkLst>
        </pc:picChg>
      </pc:sldChg>
      <pc:sldChg chg="del">
        <pc:chgData name="Guilherme Micota Stipp" userId="7d8a6ee1e82349c3" providerId="LiveId" clId="{0E0A07DF-66C9-4717-9531-BA245A0BB15A}" dt="2021-08-27T14:35:31.699" v="2" actId="47"/>
        <pc:sldMkLst>
          <pc:docMk/>
          <pc:sldMk cId="977720004" sldId="307"/>
        </pc:sldMkLst>
      </pc:sldChg>
      <pc:sldChg chg="addSp delSp modSp add mod">
        <pc:chgData name="Guilherme Micota Stipp" userId="7d8a6ee1e82349c3" providerId="LiveId" clId="{0E0A07DF-66C9-4717-9531-BA245A0BB15A}" dt="2021-08-27T14:45:52.478" v="111" actId="14100"/>
        <pc:sldMkLst>
          <pc:docMk/>
          <pc:sldMk cId="2064151428" sldId="307"/>
        </pc:sldMkLst>
        <pc:spChg chg="mod">
          <ac:chgData name="Guilherme Micota Stipp" userId="7d8a6ee1e82349c3" providerId="LiveId" clId="{0E0A07DF-66C9-4717-9531-BA245A0BB15A}" dt="2021-08-27T14:43:46.104" v="102" actId="20577"/>
          <ac:spMkLst>
            <pc:docMk/>
            <pc:sldMk cId="2064151428" sldId="307"/>
            <ac:spMk id="10" creationId="{0DC30F15-2778-418E-A2EF-BEAEC6F95C4E}"/>
          </ac:spMkLst>
        </pc:spChg>
        <pc:picChg chg="add mod">
          <ac:chgData name="Guilherme Micota Stipp" userId="7d8a6ee1e82349c3" providerId="LiveId" clId="{0E0A07DF-66C9-4717-9531-BA245A0BB15A}" dt="2021-08-27T14:45:52.478" v="111" actId="14100"/>
          <ac:picMkLst>
            <pc:docMk/>
            <pc:sldMk cId="2064151428" sldId="307"/>
            <ac:picMk id="8" creationId="{64853639-B84A-47B7-BD67-AF59E1A7142D}"/>
          </ac:picMkLst>
        </pc:picChg>
        <pc:picChg chg="del">
          <ac:chgData name="Guilherme Micota Stipp" userId="7d8a6ee1e82349c3" providerId="LiveId" clId="{0E0A07DF-66C9-4717-9531-BA245A0BB15A}" dt="2021-08-27T14:43:39.513" v="84" actId="478"/>
          <ac:picMkLst>
            <pc:docMk/>
            <pc:sldMk cId="2064151428" sldId="307"/>
            <ac:picMk id="11" creationId="{B19D920E-CFE0-4DB2-B365-732523661BF5}"/>
          </ac:picMkLst>
        </pc:picChg>
      </pc:sldChg>
      <pc:sldChg chg="addSp delSp modSp add mod">
        <pc:chgData name="Guilherme Micota Stipp" userId="7d8a6ee1e82349c3" providerId="LiveId" clId="{0E0A07DF-66C9-4717-9531-BA245A0BB15A}" dt="2021-08-27T14:46:08.312" v="123" actId="14100"/>
        <pc:sldMkLst>
          <pc:docMk/>
          <pc:sldMk cId="902037932" sldId="308"/>
        </pc:sldMkLst>
        <pc:picChg chg="del">
          <ac:chgData name="Guilherme Micota Stipp" userId="7d8a6ee1e82349c3" providerId="LiveId" clId="{0E0A07DF-66C9-4717-9531-BA245A0BB15A}" dt="2021-08-27T14:45:58.861" v="113" actId="478"/>
          <ac:picMkLst>
            <pc:docMk/>
            <pc:sldMk cId="902037932" sldId="308"/>
            <ac:picMk id="8" creationId="{64853639-B84A-47B7-BD67-AF59E1A7142D}"/>
          </ac:picMkLst>
        </pc:picChg>
        <pc:picChg chg="add mod">
          <ac:chgData name="Guilherme Micota Stipp" userId="7d8a6ee1e82349c3" providerId="LiveId" clId="{0E0A07DF-66C9-4717-9531-BA245A0BB15A}" dt="2021-08-27T14:46:08.312" v="123" actId="14100"/>
          <ac:picMkLst>
            <pc:docMk/>
            <pc:sldMk cId="902037932" sldId="308"/>
            <ac:picMk id="11" creationId="{060292FF-1B4E-4880-AE0D-8D789591B883}"/>
          </ac:picMkLst>
        </pc:picChg>
      </pc:sldChg>
      <pc:sldChg chg="del">
        <pc:chgData name="Guilherme Micota Stipp" userId="7d8a6ee1e82349c3" providerId="LiveId" clId="{0E0A07DF-66C9-4717-9531-BA245A0BB15A}" dt="2021-08-27T14:35:32.669" v="3" actId="47"/>
        <pc:sldMkLst>
          <pc:docMk/>
          <pc:sldMk cId="2734755357" sldId="308"/>
        </pc:sldMkLst>
      </pc:sldChg>
      <pc:sldChg chg="addSp delSp modSp add mod">
        <pc:chgData name="Guilherme Micota Stipp" userId="7d8a6ee1e82349c3" providerId="LiveId" clId="{0E0A07DF-66C9-4717-9531-BA245A0BB15A}" dt="2021-08-27T15:05:27.889" v="180" actId="14100"/>
        <pc:sldMkLst>
          <pc:docMk/>
          <pc:sldMk cId="22130124" sldId="309"/>
        </pc:sldMkLst>
        <pc:spChg chg="mod">
          <ac:chgData name="Guilherme Micota Stipp" userId="7d8a6ee1e82349c3" providerId="LiveId" clId="{0E0A07DF-66C9-4717-9531-BA245A0BB15A}" dt="2021-08-27T14:46:45.385" v="159" actId="20577"/>
          <ac:spMkLst>
            <pc:docMk/>
            <pc:sldMk cId="22130124" sldId="309"/>
            <ac:spMk id="10" creationId="{0DC30F15-2778-418E-A2EF-BEAEC6F95C4E}"/>
          </ac:spMkLst>
        </pc:spChg>
        <pc:picChg chg="add del mod">
          <ac:chgData name="Guilherme Micota Stipp" userId="7d8a6ee1e82349c3" providerId="LiveId" clId="{0E0A07DF-66C9-4717-9531-BA245A0BB15A}" dt="2021-08-27T15:05:17.103" v="170" actId="478"/>
          <ac:picMkLst>
            <pc:docMk/>
            <pc:sldMk cId="22130124" sldId="309"/>
            <ac:picMk id="8" creationId="{B26E1B98-D763-47C3-8113-96E3194EC1DA}"/>
          </ac:picMkLst>
        </pc:picChg>
        <pc:picChg chg="del">
          <ac:chgData name="Guilherme Micota Stipp" userId="7d8a6ee1e82349c3" providerId="LiveId" clId="{0E0A07DF-66C9-4717-9531-BA245A0BB15A}" dt="2021-08-27T14:46:35.696" v="125" actId="478"/>
          <ac:picMkLst>
            <pc:docMk/>
            <pc:sldMk cId="22130124" sldId="309"/>
            <ac:picMk id="11" creationId="{060292FF-1B4E-4880-AE0D-8D789591B883}"/>
          </ac:picMkLst>
        </pc:picChg>
        <pc:picChg chg="add mod">
          <ac:chgData name="Guilherme Micota Stipp" userId="7d8a6ee1e82349c3" providerId="LiveId" clId="{0E0A07DF-66C9-4717-9531-BA245A0BB15A}" dt="2021-08-27T15:05:27.889" v="180" actId="14100"/>
          <ac:picMkLst>
            <pc:docMk/>
            <pc:sldMk cId="22130124" sldId="309"/>
            <ac:picMk id="13" creationId="{F002ADA2-2B13-4993-970B-A26ED9238291}"/>
          </ac:picMkLst>
        </pc:picChg>
      </pc:sldChg>
    </pc:docChg>
  </pc:docChgLst>
  <pc:docChgLst>
    <pc:chgData name="Guilherme Micota Stipp" userId="7d8a6ee1e82349c3" providerId="LiveId" clId="{0FABF606-D300-430D-9EDA-5646555D3512}"/>
    <pc:docChg chg="custSel addSld delSld modSld">
      <pc:chgData name="Guilherme Micota Stipp" userId="7d8a6ee1e82349c3" providerId="LiveId" clId="{0FABF606-D300-430D-9EDA-5646555D3512}" dt="2021-08-16T14:09:03.796" v="250" actId="14100"/>
      <pc:docMkLst>
        <pc:docMk/>
      </pc:docMkLst>
      <pc:sldChg chg="addSp delSp modSp mod">
        <pc:chgData name="Guilherme Micota Stipp" userId="7d8a6ee1e82349c3" providerId="LiveId" clId="{0FABF606-D300-430D-9EDA-5646555D3512}" dt="2021-08-16T13:00:58.317" v="56" actId="14100"/>
        <pc:sldMkLst>
          <pc:docMk/>
          <pc:sldMk cId="1259924771" sldId="299"/>
        </pc:sldMkLst>
        <pc:picChg chg="del">
          <ac:chgData name="Guilherme Micota Stipp" userId="7d8a6ee1e82349c3" providerId="LiveId" clId="{0FABF606-D300-430D-9EDA-5646555D3512}" dt="2021-08-16T13:00:06.790" v="31" actId="478"/>
          <ac:picMkLst>
            <pc:docMk/>
            <pc:sldMk cId="1259924771" sldId="299"/>
            <ac:picMk id="8" creationId="{5593F4D3-53C4-4376-B9A5-469D77CA4CF3}"/>
          </ac:picMkLst>
        </pc:picChg>
        <pc:picChg chg="add del mod">
          <ac:chgData name="Guilherme Micota Stipp" userId="7d8a6ee1e82349c3" providerId="LiveId" clId="{0FABF606-D300-430D-9EDA-5646555D3512}" dt="2021-08-16T13:00:09.154" v="36" actId="478"/>
          <ac:picMkLst>
            <pc:docMk/>
            <pc:sldMk cId="1259924771" sldId="299"/>
            <ac:picMk id="11" creationId="{D69F430A-BE1E-4FEC-875E-34824D3E7699}"/>
          </ac:picMkLst>
        </pc:picChg>
        <pc:picChg chg="add mod">
          <ac:chgData name="Guilherme Micota Stipp" userId="7d8a6ee1e82349c3" providerId="LiveId" clId="{0FABF606-D300-430D-9EDA-5646555D3512}" dt="2021-08-16T13:00:58.317" v="56" actId="14100"/>
          <ac:picMkLst>
            <pc:docMk/>
            <pc:sldMk cId="1259924771" sldId="299"/>
            <ac:picMk id="13" creationId="{21B52C20-70F2-420D-903C-2D38A7AF706A}"/>
          </ac:picMkLst>
        </pc:picChg>
      </pc:sldChg>
      <pc:sldChg chg="del">
        <pc:chgData name="Guilherme Micota Stipp" userId="7d8a6ee1e82349c3" providerId="LiveId" clId="{0FABF606-D300-430D-9EDA-5646555D3512}" dt="2021-08-16T12:58:47.211" v="0" actId="47"/>
        <pc:sldMkLst>
          <pc:docMk/>
          <pc:sldMk cId="3761255242" sldId="302"/>
        </pc:sldMkLst>
      </pc:sldChg>
      <pc:sldChg chg="addSp delSp modSp mod">
        <pc:chgData name="Guilherme Micota Stipp" userId="7d8a6ee1e82349c3" providerId="LiveId" clId="{0FABF606-D300-430D-9EDA-5646555D3512}" dt="2021-08-16T14:07:57.030" v="234" actId="14100"/>
        <pc:sldMkLst>
          <pc:docMk/>
          <pc:sldMk cId="3799452706" sldId="303"/>
        </pc:sldMkLst>
        <pc:spChg chg="mod">
          <ac:chgData name="Guilherme Micota Stipp" userId="7d8a6ee1e82349c3" providerId="LiveId" clId="{0FABF606-D300-430D-9EDA-5646555D3512}" dt="2021-08-16T13:02:08.555" v="101" actId="20577"/>
          <ac:spMkLst>
            <pc:docMk/>
            <pc:sldMk cId="3799452706" sldId="303"/>
            <ac:spMk id="10" creationId="{0DC30F15-2778-418E-A2EF-BEAEC6F95C4E}"/>
          </ac:spMkLst>
        </pc:spChg>
        <pc:picChg chg="add del mod">
          <ac:chgData name="Guilherme Micota Stipp" userId="7d8a6ee1e82349c3" providerId="LiveId" clId="{0FABF606-D300-430D-9EDA-5646555D3512}" dt="2021-08-16T12:59:45.612" v="20" actId="478"/>
          <ac:picMkLst>
            <pc:docMk/>
            <pc:sldMk cId="3799452706" sldId="303"/>
            <ac:picMk id="8" creationId="{E9D5184F-0214-4E88-895C-28A496C595DE}"/>
          </ac:picMkLst>
        </pc:picChg>
        <pc:picChg chg="del">
          <ac:chgData name="Guilherme Micota Stipp" userId="7d8a6ee1e82349c3" providerId="LiveId" clId="{0FABF606-D300-430D-9EDA-5646555D3512}" dt="2021-08-16T12:58:58.701" v="6" actId="478"/>
          <ac:picMkLst>
            <pc:docMk/>
            <pc:sldMk cId="3799452706" sldId="303"/>
            <ac:picMk id="11" creationId="{710CAE9C-4DD7-4751-820B-4EFE0021B6C0}"/>
          </ac:picMkLst>
        </pc:picChg>
        <pc:picChg chg="add del mod">
          <ac:chgData name="Guilherme Micota Stipp" userId="7d8a6ee1e82349c3" providerId="LiveId" clId="{0FABF606-D300-430D-9EDA-5646555D3512}" dt="2021-08-16T13:02:10.222" v="102" actId="478"/>
          <ac:picMkLst>
            <pc:docMk/>
            <pc:sldMk cId="3799452706" sldId="303"/>
            <ac:picMk id="13" creationId="{3BE7FDFD-ECC9-4329-8C05-9DFC46E0E7F5}"/>
          </ac:picMkLst>
        </pc:picChg>
        <pc:picChg chg="add del mod">
          <ac:chgData name="Guilherme Micota Stipp" userId="7d8a6ee1e82349c3" providerId="LiveId" clId="{0FABF606-D300-430D-9EDA-5646555D3512}" dt="2021-08-16T13:41:46.593" v="114" actId="478"/>
          <ac:picMkLst>
            <pc:docMk/>
            <pc:sldMk cId="3799452706" sldId="303"/>
            <ac:picMk id="15" creationId="{0BD448B6-7A9A-4EB2-A1C3-215DD6FA216F}"/>
          </ac:picMkLst>
        </pc:picChg>
        <pc:picChg chg="add del mod">
          <ac:chgData name="Guilherme Micota Stipp" userId="7d8a6ee1e82349c3" providerId="LiveId" clId="{0FABF606-D300-430D-9EDA-5646555D3512}" dt="2021-08-16T13:44:13.419" v="126" actId="478"/>
          <ac:picMkLst>
            <pc:docMk/>
            <pc:sldMk cId="3799452706" sldId="303"/>
            <ac:picMk id="17" creationId="{FDF18A58-4A41-4D33-9025-CB3D239B0ACA}"/>
          </ac:picMkLst>
        </pc:picChg>
        <pc:picChg chg="add del mod">
          <ac:chgData name="Guilherme Micota Stipp" userId="7d8a6ee1e82349c3" providerId="LiveId" clId="{0FABF606-D300-430D-9EDA-5646555D3512}" dt="2021-08-16T14:07:01.984" v="220" actId="478"/>
          <ac:picMkLst>
            <pc:docMk/>
            <pc:sldMk cId="3799452706" sldId="303"/>
            <ac:picMk id="19" creationId="{DD90A830-ABB5-437A-873F-0D8DC31FAB93}"/>
          </ac:picMkLst>
        </pc:picChg>
        <pc:picChg chg="add del mod">
          <ac:chgData name="Guilherme Micota Stipp" userId="7d8a6ee1e82349c3" providerId="LiveId" clId="{0FABF606-D300-430D-9EDA-5646555D3512}" dt="2021-08-16T14:07:07.569" v="225" actId="478"/>
          <ac:picMkLst>
            <pc:docMk/>
            <pc:sldMk cId="3799452706" sldId="303"/>
            <ac:picMk id="21" creationId="{56B8BD20-91D3-49CB-88A1-F8913E81F91D}"/>
          </ac:picMkLst>
        </pc:picChg>
        <pc:picChg chg="add mod">
          <ac:chgData name="Guilherme Micota Stipp" userId="7d8a6ee1e82349c3" providerId="LiveId" clId="{0FABF606-D300-430D-9EDA-5646555D3512}" dt="2021-08-16T14:07:57.030" v="234" actId="14100"/>
          <ac:picMkLst>
            <pc:docMk/>
            <pc:sldMk cId="3799452706" sldId="303"/>
            <ac:picMk id="23" creationId="{3B6578AC-60A4-4426-B67A-DB41E954F9F5}"/>
          </ac:picMkLst>
        </pc:picChg>
      </pc:sldChg>
      <pc:sldChg chg="del">
        <pc:chgData name="Guilherme Micota Stipp" userId="7d8a6ee1e82349c3" providerId="LiveId" clId="{0FABF606-D300-430D-9EDA-5646555D3512}" dt="2021-08-16T12:58:47.767" v="1" actId="47"/>
        <pc:sldMkLst>
          <pc:docMk/>
          <pc:sldMk cId="138916095" sldId="304"/>
        </pc:sldMkLst>
      </pc:sldChg>
      <pc:sldChg chg="modSp add mod">
        <pc:chgData name="Guilherme Micota Stipp" userId="7d8a6ee1e82349c3" providerId="LiveId" clId="{0FABF606-D300-430D-9EDA-5646555D3512}" dt="2021-08-16T14:00:31.293" v="162" actId="20577"/>
        <pc:sldMkLst>
          <pc:docMk/>
          <pc:sldMk cId="506162975" sldId="304"/>
        </pc:sldMkLst>
        <pc:spChg chg="mod">
          <ac:chgData name="Guilherme Micota Stipp" userId="7d8a6ee1e82349c3" providerId="LiveId" clId="{0FABF606-D300-430D-9EDA-5646555D3512}" dt="2021-08-16T14:00:31.293" v="162" actId="20577"/>
          <ac:spMkLst>
            <pc:docMk/>
            <pc:sldMk cId="506162975" sldId="304"/>
            <ac:spMk id="10" creationId="{0DC30F15-2778-418E-A2EF-BEAEC6F95C4E}"/>
          </ac:spMkLst>
        </pc:spChg>
      </pc:sldChg>
      <pc:sldChg chg="addSp delSp modSp add mod">
        <pc:chgData name="Guilherme Micota Stipp" userId="7d8a6ee1e82349c3" providerId="LiveId" clId="{0FABF606-D300-430D-9EDA-5646555D3512}" dt="2021-08-16T14:09:03.796" v="250" actId="14100"/>
        <pc:sldMkLst>
          <pc:docMk/>
          <pc:sldMk cId="2495933832" sldId="305"/>
        </pc:sldMkLst>
        <pc:spChg chg="mod">
          <ac:chgData name="Guilherme Micota Stipp" userId="7d8a6ee1e82349c3" providerId="LiveId" clId="{0FABF606-D300-430D-9EDA-5646555D3512}" dt="2021-08-16T14:01:42.477" v="219" actId="20577"/>
          <ac:spMkLst>
            <pc:docMk/>
            <pc:sldMk cId="2495933832" sldId="305"/>
            <ac:spMk id="10" creationId="{0DC30F15-2778-418E-A2EF-BEAEC6F95C4E}"/>
          </ac:spMkLst>
        </pc:spChg>
        <pc:picChg chg="add del mod">
          <ac:chgData name="Guilherme Micota Stipp" userId="7d8a6ee1e82349c3" providerId="LiveId" clId="{0FABF606-D300-430D-9EDA-5646555D3512}" dt="2021-08-16T14:08:06.607" v="239" actId="478"/>
          <ac:picMkLst>
            <pc:docMk/>
            <pc:sldMk cId="2495933832" sldId="305"/>
            <ac:picMk id="8" creationId="{320A5972-3974-4BA9-BA5D-0429358D8D85}"/>
          </ac:picMkLst>
        </pc:picChg>
        <pc:picChg chg="add mod">
          <ac:chgData name="Guilherme Micota Stipp" userId="7d8a6ee1e82349c3" providerId="LiveId" clId="{0FABF606-D300-430D-9EDA-5646555D3512}" dt="2021-08-16T14:09:03.796" v="250" actId="14100"/>
          <ac:picMkLst>
            <pc:docMk/>
            <pc:sldMk cId="2495933832" sldId="305"/>
            <ac:picMk id="12" creationId="{FB012291-9266-4949-935E-C9033E1139E1}"/>
          </ac:picMkLst>
        </pc:picChg>
        <pc:picChg chg="del">
          <ac:chgData name="Guilherme Micota Stipp" userId="7d8a6ee1e82349c3" providerId="LiveId" clId="{0FABF606-D300-430D-9EDA-5646555D3512}" dt="2021-08-16T14:01:18.142" v="164" actId="478"/>
          <ac:picMkLst>
            <pc:docMk/>
            <pc:sldMk cId="2495933832" sldId="305"/>
            <ac:picMk id="19" creationId="{DD90A830-ABB5-437A-873F-0D8DC31FAB93}"/>
          </ac:picMkLst>
        </pc:picChg>
      </pc:sldChg>
      <pc:sldChg chg="del">
        <pc:chgData name="Guilherme Micota Stipp" userId="7d8a6ee1e82349c3" providerId="LiveId" clId="{0FABF606-D300-430D-9EDA-5646555D3512}" dt="2021-08-16T12:58:50.712" v="2" actId="47"/>
        <pc:sldMkLst>
          <pc:docMk/>
          <pc:sldMk cId="3560387567" sldId="305"/>
        </pc:sldMkLst>
      </pc:sldChg>
      <pc:sldChg chg="del">
        <pc:chgData name="Guilherme Micota Stipp" userId="7d8a6ee1e82349c3" providerId="LiveId" clId="{0FABF606-D300-430D-9EDA-5646555D3512}" dt="2021-08-16T12:58:51.304" v="3" actId="47"/>
        <pc:sldMkLst>
          <pc:docMk/>
          <pc:sldMk cId="3185859433" sldId="306"/>
        </pc:sldMkLst>
      </pc:sldChg>
      <pc:sldChg chg="del">
        <pc:chgData name="Guilherme Micota Stipp" userId="7d8a6ee1e82349c3" providerId="LiveId" clId="{0FABF606-D300-430D-9EDA-5646555D3512}" dt="2021-08-16T12:58:52.098" v="4" actId="47"/>
        <pc:sldMkLst>
          <pc:docMk/>
          <pc:sldMk cId="390152403" sldId="307"/>
        </pc:sldMkLst>
      </pc:sldChg>
      <pc:sldChg chg="del">
        <pc:chgData name="Guilherme Micota Stipp" userId="7d8a6ee1e82349c3" providerId="LiveId" clId="{0FABF606-D300-430D-9EDA-5646555D3512}" dt="2021-08-16T12:58:52.412" v="5" actId="47"/>
        <pc:sldMkLst>
          <pc:docMk/>
          <pc:sldMk cId="3637065003" sldId="308"/>
        </pc:sldMkLst>
      </pc:sldChg>
    </pc:docChg>
  </pc:docChgLst>
  <pc:docChgLst>
    <pc:chgData name="Guilherme Micota Stipp" userId="7d8a6ee1e82349c3" providerId="LiveId" clId="{601CB05F-007E-3F42-8C83-7E65746AFAED}"/>
    <pc:docChg chg="undo custSel addSld delSld modSld">
      <pc:chgData name="Guilherme Micota Stipp" userId="7d8a6ee1e82349c3" providerId="LiveId" clId="{601CB05F-007E-3F42-8C83-7E65746AFAED}" dt="2022-04-16T16:05:05.845" v="68" actId="20577"/>
      <pc:docMkLst>
        <pc:docMk/>
      </pc:docMkLst>
      <pc:sldChg chg="modSp">
        <pc:chgData name="Guilherme Micota Stipp" userId="7d8a6ee1e82349c3" providerId="LiveId" clId="{601CB05F-007E-3F42-8C83-7E65746AFAED}" dt="2022-04-16T16:05:05.845" v="68" actId="20577"/>
        <pc:sldMkLst>
          <pc:docMk/>
          <pc:sldMk cId="4068793934" sldId="391"/>
        </pc:sldMkLst>
        <pc:spChg chg="mod">
          <ac:chgData name="Guilherme Micota Stipp" userId="7d8a6ee1e82349c3" providerId="LiveId" clId="{601CB05F-007E-3F42-8C83-7E65746AFAED}" dt="2022-04-16T16:05:05.845" v="68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new del">
        <pc:chgData name="Guilherme Micota Stipp" userId="7d8a6ee1e82349c3" providerId="LiveId" clId="{601CB05F-007E-3F42-8C83-7E65746AFAED}" dt="2022-04-16T16:04:59.614" v="66" actId="680"/>
        <pc:sldMkLst>
          <pc:docMk/>
          <pc:sldMk cId="942369850" sldId="423"/>
        </pc:sldMkLst>
      </pc:sldChg>
    </pc:docChg>
  </pc:docChgLst>
  <pc:docChgLst>
    <pc:chgData name="Guilherme Micota Stipp" userId="7d8a6ee1e82349c3" providerId="LiveId" clId="{0A752374-5FF0-4246-9CDE-8BF2D2922692}"/>
    <pc:docChg chg="undo custSel addSld delSld modSld sldOrd">
      <pc:chgData name="Guilherme Micota Stipp" userId="7d8a6ee1e82349c3" providerId="LiveId" clId="{0A752374-5FF0-4246-9CDE-8BF2D2922692}" dt="2021-12-20T16:24:47.408" v="541" actId="14100"/>
      <pc:docMkLst>
        <pc:docMk/>
      </pc:docMkLst>
      <pc:sldChg chg="addSp delSp modSp add del mod">
        <pc:chgData name="Guilherme Micota Stipp" userId="7d8a6ee1e82349c3" providerId="LiveId" clId="{0A752374-5FF0-4246-9CDE-8BF2D2922692}" dt="2021-12-20T16:20:57.152" v="532" actId="1037"/>
        <pc:sldMkLst>
          <pc:docMk/>
          <pc:sldMk cId="498397642" sldId="331"/>
        </pc:sldMkLst>
        <pc:picChg chg="add mod">
          <ac:chgData name="Guilherme Micota Stipp" userId="7d8a6ee1e82349c3" providerId="LiveId" clId="{0A752374-5FF0-4246-9CDE-8BF2D2922692}" dt="2021-12-20T16:20:22.338" v="496" actId="14100"/>
          <ac:picMkLst>
            <pc:docMk/>
            <pc:sldMk cId="498397642" sldId="331"/>
            <ac:picMk id="8" creationId="{518F341E-D618-41AC-89BE-9DFB542E57C7}"/>
          </ac:picMkLst>
        </pc:picChg>
        <pc:picChg chg="add del">
          <ac:chgData name="Guilherme Micota Stipp" userId="7d8a6ee1e82349c3" providerId="LiveId" clId="{0A752374-5FF0-4246-9CDE-8BF2D2922692}" dt="2021-12-20T11:32:55.329" v="420" actId="478"/>
          <ac:picMkLst>
            <pc:docMk/>
            <pc:sldMk cId="498397642" sldId="331"/>
            <ac:picMk id="8" creationId="{99B320A1-7EA9-4705-8F60-206B8764A827}"/>
          </ac:picMkLst>
        </pc:picChg>
        <pc:picChg chg="add mod">
          <ac:chgData name="Guilherme Micota Stipp" userId="7d8a6ee1e82349c3" providerId="LiveId" clId="{0A752374-5FF0-4246-9CDE-8BF2D2922692}" dt="2021-12-20T16:20:34.643" v="501" actId="1038"/>
          <ac:picMkLst>
            <pc:docMk/>
            <pc:sldMk cId="498397642" sldId="331"/>
            <ac:picMk id="12" creationId="{4AB2C7C9-C398-463E-8E40-64076C837401}"/>
          </ac:picMkLst>
        </pc:picChg>
        <pc:picChg chg="del">
          <ac:chgData name="Guilherme Micota Stipp" userId="7d8a6ee1e82349c3" providerId="LiveId" clId="{0A752374-5FF0-4246-9CDE-8BF2D2922692}" dt="2021-12-20T11:32:55.748" v="421" actId="478"/>
          <ac:picMkLst>
            <pc:docMk/>
            <pc:sldMk cId="498397642" sldId="331"/>
            <ac:picMk id="12" creationId="{B794AD24-5090-4E7B-8781-AC150D163BA1}"/>
          </ac:picMkLst>
        </pc:picChg>
        <pc:picChg chg="add mod">
          <ac:chgData name="Guilherme Micota Stipp" userId="7d8a6ee1e82349c3" providerId="LiveId" clId="{0A752374-5FF0-4246-9CDE-8BF2D2922692}" dt="2021-12-20T16:20:57.152" v="532" actId="1037"/>
          <ac:picMkLst>
            <pc:docMk/>
            <pc:sldMk cId="498397642" sldId="331"/>
            <ac:picMk id="14" creationId="{48E2CB6E-5B66-4585-A301-C6210CDAC981}"/>
          </ac:picMkLst>
        </pc:picChg>
      </pc:sldChg>
      <pc:sldChg chg="add del">
        <pc:chgData name="Guilherme Micota Stipp" userId="7d8a6ee1e82349c3" providerId="LiveId" clId="{0A752374-5FF0-4246-9CDE-8BF2D2922692}" dt="2021-12-19T18:48:58.062" v="4" actId="47"/>
        <pc:sldMkLst>
          <pc:docMk/>
          <pc:sldMk cId="3535575626" sldId="355"/>
        </pc:sldMkLst>
      </pc:sldChg>
      <pc:sldChg chg="del">
        <pc:chgData name="Guilherme Micota Stipp" userId="7d8a6ee1e82349c3" providerId="LiveId" clId="{0A752374-5FF0-4246-9CDE-8BF2D2922692}" dt="2021-12-19T18:48:59.600" v="6" actId="47"/>
        <pc:sldMkLst>
          <pc:docMk/>
          <pc:sldMk cId="3422678684" sldId="356"/>
        </pc:sldMkLst>
      </pc:sldChg>
      <pc:sldChg chg="del">
        <pc:chgData name="Guilherme Micota Stipp" userId="7d8a6ee1e82349c3" providerId="LiveId" clId="{0A752374-5FF0-4246-9CDE-8BF2D2922692}" dt="2021-12-19T18:49:00.796" v="8" actId="47"/>
        <pc:sldMkLst>
          <pc:docMk/>
          <pc:sldMk cId="2844299126" sldId="357"/>
        </pc:sldMkLst>
      </pc:sldChg>
      <pc:sldChg chg="del">
        <pc:chgData name="Guilherme Micota Stipp" userId="7d8a6ee1e82349c3" providerId="LiveId" clId="{0A752374-5FF0-4246-9CDE-8BF2D2922692}" dt="2021-12-19T18:49:02.443" v="11" actId="47"/>
        <pc:sldMkLst>
          <pc:docMk/>
          <pc:sldMk cId="2798714657" sldId="358"/>
        </pc:sldMkLst>
      </pc:sldChg>
      <pc:sldChg chg="addSp delSp modSp add del mod">
        <pc:chgData name="Guilherme Micota Stipp" userId="7d8a6ee1e82349c3" providerId="LiveId" clId="{0A752374-5FF0-4246-9CDE-8BF2D2922692}" dt="2021-12-19T18:55:25.132" v="99" actId="14100"/>
        <pc:sldMkLst>
          <pc:docMk/>
          <pc:sldMk cId="2303623379" sldId="359"/>
        </pc:sldMkLst>
        <pc:spChg chg="mod">
          <ac:chgData name="Guilherme Micota Stipp" userId="7d8a6ee1e82349c3" providerId="LiveId" clId="{0A752374-5FF0-4246-9CDE-8BF2D2922692}" dt="2021-12-19T18:50:03.514" v="79" actId="20577"/>
          <ac:spMkLst>
            <pc:docMk/>
            <pc:sldMk cId="2303623379" sldId="359"/>
            <ac:spMk id="10" creationId="{0DC30F15-2778-418E-A2EF-BEAEC6F95C4E}"/>
          </ac:spMkLst>
        </pc:spChg>
        <pc:picChg chg="add del mod">
          <ac:chgData name="Guilherme Micota Stipp" userId="7d8a6ee1e82349c3" providerId="LiveId" clId="{0A752374-5FF0-4246-9CDE-8BF2D2922692}" dt="2021-12-19T18:55:15.766" v="90" actId="478"/>
          <ac:picMkLst>
            <pc:docMk/>
            <pc:sldMk cId="2303623379" sldId="359"/>
            <ac:picMk id="8" creationId="{2C1D2D80-E540-4DA7-9B41-598C19E6C8DD}"/>
          </ac:picMkLst>
        </pc:picChg>
        <pc:picChg chg="add mod">
          <ac:chgData name="Guilherme Micota Stipp" userId="7d8a6ee1e82349c3" providerId="LiveId" clId="{0A752374-5FF0-4246-9CDE-8BF2D2922692}" dt="2021-12-19T18:55:25.132" v="99" actId="14100"/>
          <ac:picMkLst>
            <pc:docMk/>
            <pc:sldMk cId="2303623379" sldId="359"/>
            <ac:picMk id="12" creationId="{F82C1D58-998B-465F-80D9-9173E9730D78}"/>
          </ac:picMkLst>
        </pc:picChg>
        <pc:picChg chg="del mod">
          <ac:chgData name="Guilherme Micota Stipp" userId="7d8a6ee1e82349c3" providerId="LiveId" clId="{0A752374-5FF0-4246-9CDE-8BF2D2922692}" dt="2021-12-19T18:49:58.450" v="69" actId="478"/>
          <ac:picMkLst>
            <pc:docMk/>
            <pc:sldMk cId="2303623379" sldId="359"/>
            <ac:picMk id="15" creationId="{93F11076-24A3-4DE2-A346-B6003DFF2692}"/>
          </ac:picMkLst>
        </pc:picChg>
      </pc:sldChg>
      <pc:sldChg chg="del">
        <pc:chgData name="Guilherme Micota Stipp" userId="7d8a6ee1e82349c3" providerId="LiveId" clId="{0A752374-5FF0-4246-9CDE-8BF2D2922692}" dt="2021-12-19T18:49:01.387" v="9" actId="47"/>
        <pc:sldMkLst>
          <pc:docMk/>
          <pc:sldMk cId="3699925162" sldId="360"/>
        </pc:sldMkLst>
      </pc:sldChg>
      <pc:sldChg chg="del">
        <pc:chgData name="Guilherme Micota Stipp" userId="7d8a6ee1e82349c3" providerId="LiveId" clId="{0A752374-5FF0-4246-9CDE-8BF2D2922692}" dt="2021-12-19T18:49:00.247" v="7" actId="47"/>
        <pc:sldMkLst>
          <pc:docMk/>
          <pc:sldMk cId="2488373401" sldId="361"/>
        </pc:sldMkLst>
      </pc:sldChg>
      <pc:sldChg chg="del">
        <pc:chgData name="Guilherme Micota Stipp" userId="7d8a6ee1e82349c3" providerId="LiveId" clId="{0A752374-5FF0-4246-9CDE-8BF2D2922692}" dt="2021-12-19T18:49:01.897" v="10" actId="47"/>
        <pc:sldMkLst>
          <pc:docMk/>
          <pc:sldMk cId="3636613820" sldId="362"/>
        </pc:sldMkLst>
      </pc:sldChg>
      <pc:sldChg chg="add del ord">
        <pc:chgData name="Guilherme Micota Stipp" userId="7d8a6ee1e82349c3" providerId="LiveId" clId="{0A752374-5FF0-4246-9CDE-8BF2D2922692}" dt="2021-12-20T01:15:44.793" v="346" actId="47"/>
        <pc:sldMkLst>
          <pc:docMk/>
          <pc:sldMk cId="4097677237" sldId="363"/>
        </pc:sldMkLst>
      </pc:sldChg>
      <pc:sldChg chg="addSp delSp modSp add mod ord">
        <pc:chgData name="Guilherme Micota Stipp" userId="7d8a6ee1e82349c3" providerId="LiveId" clId="{0A752374-5FF0-4246-9CDE-8BF2D2922692}" dt="2021-12-20T01:25:18.244" v="360"/>
        <pc:sldMkLst>
          <pc:docMk/>
          <pc:sldMk cId="2464364083" sldId="364"/>
        </pc:sldMkLst>
        <pc:spChg chg="mod">
          <ac:chgData name="Guilherme Micota Stipp" userId="7d8a6ee1e82349c3" providerId="LiveId" clId="{0A752374-5FF0-4246-9CDE-8BF2D2922692}" dt="2021-12-19T23:52:01.894" v="129" actId="20577"/>
          <ac:spMkLst>
            <pc:docMk/>
            <pc:sldMk cId="2464364083" sldId="364"/>
            <ac:spMk id="10" creationId="{0DC30F15-2778-418E-A2EF-BEAEC6F95C4E}"/>
          </ac:spMkLst>
        </pc:spChg>
        <pc:picChg chg="add del mod">
          <ac:chgData name="Guilherme Micota Stipp" userId="7d8a6ee1e82349c3" providerId="LiveId" clId="{0A752374-5FF0-4246-9CDE-8BF2D2922692}" dt="2021-12-19T23:52:06.958" v="136" actId="478"/>
          <ac:picMkLst>
            <pc:docMk/>
            <pc:sldMk cId="2464364083" sldId="364"/>
            <ac:picMk id="8" creationId="{CD7D618F-40DB-46CE-BCFE-D3C7AD912716}"/>
          </ac:picMkLst>
        </pc:picChg>
        <pc:picChg chg="del">
          <ac:chgData name="Guilherme Micota Stipp" userId="7d8a6ee1e82349c3" providerId="LiveId" clId="{0A752374-5FF0-4246-9CDE-8BF2D2922692}" dt="2021-12-19T22:21:28.552" v="105" actId="478"/>
          <ac:picMkLst>
            <pc:docMk/>
            <pc:sldMk cId="2464364083" sldId="364"/>
            <ac:picMk id="12" creationId="{F82C1D58-998B-465F-80D9-9173E9730D78}"/>
          </ac:picMkLst>
        </pc:picChg>
        <pc:picChg chg="add del mod">
          <ac:chgData name="Guilherme Micota Stipp" userId="7d8a6ee1e82349c3" providerId="LiveId" clId="{0A752374-5FF0-4246-9CDE-8BF2D2922692}" dt="2021-12-19T23:52:05.657" v="135" actId="478"/>
          <ac:picMkLst>
            <pc:docMk/>
            <pc:sldMk cId="2464364083" sldId="364"/>
            <ac:picMk id="13" creationId="{C0BC6B16-2D3D-4559-97A7-D27608F03D02}"/>
          </ac:picMkLst>
        </pc:picChg>
        <pc:picChg chg="add del mod">
          <ac:chgData name="Guilherme Micota Stipp" userId="7d8a6ee1e82349c3" providerId="LiveId" clId="{0A752374-5FF0-4246-9CDE-8BF2D2922692}" dt="2021-12-20T01:24:20.965" v="348" actId="478"/>
          <ac:picMkLst>
            <pc:docMk/>
            <pc:sldMk cId="2464364083" sldId="364"/>
            <ac:picMk id="15" creationId="{44299CDE-1840-4DAE-BB99-B556FE4A36D5}"/>
          </ac:picMkLst>
        </pc:picChg>
        <pc:picChg chg="add del mod">
          <ac:chgData name="Guilherme Micota Stipp" userId="7d8a6ee1e82349c3" providerId="LiveId" clId="{0A752374-5FF0-4246-9CDE-8BF2D2922692}" dt="2021-12-20T01:24:19.174" v="347" actId="478"/>
          <ac:picMkLst>
            <pc:docMk/>
            <pc:sldMk cId="2464364083" sldId="364"/>
            <ac:picMk id="17" creationId="{37C0B329-C8CE-414F-A319-09D9B670CECA}"/>
          </ac:picMkLst>
        </pc:picChg>
        <pc:picChg chg="add mod">
          <ac:chgData name="Guilherme Micota Stipp" userId="7d8a6ee1e82349c3" providerId="LiveId" clId="{0A752374-5FF0-4246-9CDE-8BF2D2922692}" dt="2021-12-20T01:24:33.277" v="358" actId="14100"/>
          <ac:picMkLst>
            <pc:docMk/>
            <pc:sldMk cId="2464364083" sldId="364"/>
            <ac:picMk id="19" creationId="{FDEBF638-0217-4593-A257-93CFF18F7934}"/>
          </ac:picMkLst>
        </pc:picChg>
      </pc:sldChg>
      <pc:sldChg chg="add del">
        <pc:chgData name="Guilherme Micota Stipp" userId="7d8a6ee1e82349c3" providerId="LiveId" clId="{0A752374-5FF0-4246-9CDE-8BF2D2922692}" dt="2021-12-19T18:48:58.899" v="5" actId="47"/>
        <pc:sldMkLst>
          <pc:docMk/>
          <pc:sldMk cId="2812180357" sldId="364"/>
        </pc:sldMkLst>
      </pc:sldChg>
      <pc:sldChg chg="addSp delSp modSp add mod">
        <pc:chgData name="Guilherme Micota Stipp" userId="7d8a6ee1e82349c3" providerId="LiveId" clId="{0A752374-5FF0-4246-9CDE-8BF2D2922692}" dt="2021-12-20T00:55:21.776" v="291" actId="14100"/>
        <pc:sldMkLst>
          <pc:docMk/>
          <pc:sldMk cId="425884988" sldId="365"/>
        </pc:sldMkLst>
        <pc:spChg chg="mod">
          <ac:chgData name="Guilherme Micota Stipp" userId="7d8a6ee1e82349c3" providerId="LiveId" clId="{0A752374-5FF0-4246-9CDE-8BF2D2922692}" dt="2021-12-19T23:54:20.523" v="182" actId="20577"/>
          <ac:spMkLst>
            <pc:docMk/>
            <pc:sldMk cId="425884988" sldId="365"/>
            <ac:spMk id="10" creationId="{0DC30F15-2778-418E-A2EF-BEAEC6F95C4E}"/>
          </ac:spMkLst>
        </pc:spChg>
        <pc:picChg chg="add del mod">
          <ac:chgData name="Guilherme Micota Stipp" userId="7d8a6ee1e82349c3" providerId="LiveId" clId="{0A752374-5FF0-4246-9CDE-8BF2D2922692}" dt="2021-12-20T00:41:29.108" v="204" actId="478"/>
          <ac:picMkLst>
            <pc:docMk/>
            <pc:sldMk cId="425884988" sldId="365"/>
            <ac:picMk id="8" creationId="{C28CD874-2AE4-4475-812A-6CE6FE944349}"/>
          </ac:picMkLst>
        </pc:picChg>
        <pc:picChg chg="del">
          <ac:chgData name="Guilherme Micota Stipp" userId="7d8a6ee1e82349c3" providerId="LiveId" clId="{0A752374-5FF0-4246-9CDE-8BF2D2922692}" dt="2021-12-19T23:54:12.577" v="171" actId="478"/>
          <ac:picMkLst>
            <pc:docMk/>
            <pc:sldMk cId="425884988" sldId="365"/>
            <ac:picMk id="12" creationId="{F82C1D58-998B-465F-80D9-9173E9730D78}"/>
          </ac:picMkLst>
        </pc:picChg>
        <pc:picChg chg="add del mod">
          <ac:chgData name="Guilherme Micota Stipp" userId="7d8a6ee1e82349c3" providerId="LiveId" clId="{0A752374-5FF0-4246-9CDE-8BF2D2922692}" dt="2021-12-20T00:43:25.019" v="217" actId="478"/>
          <ac:picMkLst>
            <pc:docMk/>
            <pc:sldMk cId="425884988" sldId="365"/>
            <ac:picMk id="13" creationId="{389DABD5-FC0F-4102-ADC2-6C3467947081}"/>
          </ac:picMkLst>
        </pc:picChg>
        <pc:picChg chg="add del mod">
          <ac:chgData name="Guilherme Micota Stipp" userId="7d8a6ee1e82349c3" providerId="LiveId" clId="{0A752374-5FF0-4246-9CDE-8BF2D2922692}" dt="2021-12-20T00:54:14.719" v="251" actId="478"/>
          <ac:picMkLst>
            <pc:docMk/>
            <pc:sldMk cId="425884988" sldId="365"/>
            <ac:picMk id="15" creationId="{1AC79CB9-0141-4410-84E4-ED52EDA0C822}"/>
          </ac:picMkLst>
        </pc:picChg>
        <pc:picChg chg="add del mod">
          <ac:chgData name="Guilherme Micota Stipp" userId="7d8a6ee1e82349c3" providerId="LiveId" clId="{0A752374-5FF0-4246-9CDE-8BF2D2922692}" dt="2021-12-20T00:54:57.118" v="270" actId="478"/>
          <ac:picMkLst>
            <pc:docMk/>
            <pc:sldMk cId="425884988" sldId="365"/>
            <ac:picMk id="17" creationId="{CB88CE60-B502-4AA9-8E06-99C98D1E83E0}"/>
          </ac:picMkLst>
        </pc:picChg>
        <pc:picChg chg="add mod">
          <ac:chgData name="Guilherme Micota Stipp" userId="7d8a6ee1e82349c3" providerId="LiveId" clId="{0A752374-5FF0-4246-9CDE-8BF2D2922692}" dt="2021-12-20T00:55:21.776" v="291" actId="14100"/>
          <ac:picMkLst>
            <pc:docMk/>
            <pc:sldMk cId="425884988" sldId="365"/>
            <ac:picMk id="19" creationId="{A72D036A-2C01-4202-834D-EF16D3E84DC1}"/>
          </ac:picMkLst>
        </pc:picChg>
      </pc:sldChg>
      <pc:sldChg chg="add">
        <pc:chgData name="Guilherme Micota Stipp" userId="7d8a6ee1e82349c3" providerId="LiveId" clId="{0A752374-5FF0-4246-9CDE-8BF2D2922692}" dt="2021-12-20T00:41:25.574" v="203" actId="2890"/>
        <pc:sldMkLst>
          <pc:docMk/>
          <pc:sldMk cId="355139325" sldId="366"/>
        </pc:sldMkLst>
      </pc:sldChg>
      <pc:sldChg chg="addSp delSp modSp add mod">
        <pc:chgData name="Guilherme Micota Stipp" userId="7d8a6ee1e82349c3" providerId="LiveId" clId="{0A752374-5FF0-4246-9CDE-8BF2D2922692}" dt="2021-12-20T00:54:05" v="245" actId="14100"/>
        <pc:sldMkLst>
          <pc:docMk/>
          <pc:sldMk cId="3039734873" sldId="367"/>
        </pc:sldMkLst>
        <pc:picChg chg="add mod">
          <ac:chgData name="Guilherme Micota Stipp" userId="7d8a6ee1e82349c3" providerId="LiveId" clId="{0A752374-5FF0-4246-9CDE-8BF2D2922692}" dt="2021-12-20T00:54:05" v="245" actId="14100"/>
          <ac:picMkLst>
            <pc:docMk/>
            <pc:sldMk cId="3039734873" sldId="367"/>
            <ac:picMk id="8" creationId="{52AABBCF-9862-439A-8920-C06D74A1B9E2}"/>
          </ac:picMkLst>
        </pc:picChg>
        <pc:picChg chg="del">
          <ac:chgData name="Guilherme Micota Stipp" userId="7d8a6ee1e82349c3" providerId="LiveId" clId="{0A752374-5FF0-4246-9CDE-8BF2D2922692}" dt="2021-12-20T00:53:55.728" v="218" actId="478"/>
          <ac:picMkLst>
            <pc:docMk/>
            <pc:sldMk cId="3039734873" sldId="367"/>
            <ac:picMk id="13" creationId="{389DABD5-FC0F-4102-ADC2-6C3467947081}"/>
          </ac:picMkLst>
        </pc:picChg>
      </pc:sldChg>
      <pc:sldChg chg="addSp delSp modSp add mod">
        <pc:chgData name="Guilherme Micota Stipp" userId="7d8a6ee1e82349c3" providerId="LiveId" clId="{0A752374-5FF0-4246-9CDE-8BF2D2922692}" dt="2021-12-20T16:24:47.408" v="541" actId="14100"/>
        <pc:sldMkLst>
          <pc:docMk/>
          <pc:sldMk cId="3900721849" sldId="368"/>
        </pc:sldMkLst>
        <pc:spChg chg="mod">
          <ac:chgData name="Guilherme Micota Stipp" userId="7d8a6ee1e82349c3" providerId="LiveId" clId="{0A752374-5FF0-4246-9CDE-8BF2D2922692}" dt="2021-12-20T01:15:37.912" v="343" actId="20577"/>
          <ac:spMkLst>
            <pc:docMk/>
            <pc:sldMk cId="3900721849" sldId="368"/>
            <ac:spMk id="10" creationId="{0DC30F15-2778-418E-A2EF-BEAEC6F95C4E}"/>
          </ac:spMkLst>
        </pc:spChg>
        <pc:picChg chg="del">
          <ac:chgData name="Guilherme Micota Stipp" userId="7d8a6ee1e82349c3" providerId="LiveId" clId="{0A752374-5FF0-4246-9CDE-8BF2D2922692}" dt="2021-12-20T01:00:42.412" v="293" actId="478"/>
          <ac:picMkLst>
            <pc:docMk/>
            <pc:sldMk cId="3900721849" sldId="368"/>
            <ac:picMk id="8" creationId="{4AF967E5-104A-4C2D-878F-2523E9E329DD}"/>
          </ac:picMkLst>
        </pc:picChg>
        <pc:picChg chg="add mod">
          <ac:chgData name="Guilherme Micota Stipp" userId="7d8a6ee1e82349c3" providerId="LiveId" clId="{0A752374-5FF0-4246-9CDE-8BF2D2922692}" dt="2021-12-20T16:24:47.408" v="541" actId="14100"/>
          <ac:picMkLst>
            <pc:docMk/>
            <pc:sldMk cId="3900721849" sldId="368"/>
            <ac:picMk id="8" creationId="{9A871AF3-778E-49CB-9427-C69B87CCBE77}"/>
          </ac:picMkLst>
        </pc:picChg>
      </pc:sldChg>
      <pc:sldChg chg="addSp delSp modSp add mod">
        <pc:chgData name="Guilherme Micota Stipp" userId="7d8a6ee1e82349c3" providerId="LiveId" clId="{0A752374-5FF0-4246-9CDE-8BF2D2922692}" dt="2021-12-20T11:32:33.293" v="409" actId="14100"/>
        <pc:sldMkLst>
          <pc:docMk/>
          <pc:sldMk cId="4167660124" sldId="369"/>
        </pc:sldMkLst>
        <pc:spChg chg="mod">
          <ac:chgData name="Guilherme Micota Stipp" userId="7d8a6ee1e82349c3" providerId="LiveId" clId="{0A752374-5FF0-4246-9CDE-8BF2D2922692}" dt="2021-12-20T11:32:19.683" v="398" actId="20577"/>
          <ac:spMkLst>
            <pc:docMk/>
            <pc:sldMk cId="4167660124" sldId="369"/>
            <ac:spMk id="10" creationId="{0DC30F15-2778-418E-A2EF-BEAEC6F95C4E}"/>
          </ac:spMkLst>
        </pc:spChg>
        <pc:picChg chg="del">
          <ac:chgData name="Guilherme Micota Stipp" userId="7d8a6ee1e82349c3" providerId="LiveId" clId="{0A752374-5FF0-4246-9CDE-8BF2D2922692}" dt="2021-12-20T11:32:21.130" v="399" actId="478"/>
          <ac:picMkLst>
            <pc:docMk/>
            <pc:sldMk cId="4167660124" sldId="369"/>
            <ac:picMk id="8" creationId="{C28CD874-2AE4-4475-812A-6CE6FE944349}"/>
          </ac:picMkLst>
        </pc:picChg>
        <pc:picChg chg="add mod">
          <ac:chgData name="Guilherme Micota Stipp" userId="7d8a6ee1e82349c3" providerId="LiveId" clId="{0A752374-5FF0-4246-9CDE-8BF2D2922692}" dt="2021-12-20T11:32:33.293" v="409" actId="14100"/>
          <ac:picMkLst>
            <pc:docMk/>
            <pc:sldMk cId="4167660124" sldId="369"/>
            <ac:picMk id="11" creationId="{338FE61F-27FC-4D47-BA50-DBA1FC4EC14E}"/>
          </ac:picMkLst>
        </pc:picChg>
      </pc:sldChg>
      <pc:sldChg chg="addSp delSp modSp add mod">
        <pc:chgData name="Guilherme Micota Stipp" userId="7d8a6ee1e82349c3" providerId="LiveId" clId="{0A752374-5FF0-4246-9CDE-8BF2D2922692}" dt="2021-12-20T11:32:46.071" v="419" actId="14100"/>
        <pc:sldMkLst>
          <pc:docMk/>
          <pc:sldMk cId="2968589190" sldId="370"/>
        </pc:sldMkLst>
        <pc:picChg chg="add mod">
          <ac:chgData name="Guilherme Micota Stipp" userId="7d8a6ee1e82349c3" providerId="LiveId" clId="{0A752374-5FF0-4246-9CDE-8BF2D2922692}" dt="2021-12-20T11:32:46.071" v="419" actId="14100"/>
          <ac:picMkLst>
            <pc:docMk/>
            <pc:sldMk cId="2968589190" sldId="370"/>
            <ac:picMk id="8" creationId="{2569FB8C-7417-428D-8BF9-7122E8911F7E}"/>
          </ac:picMkLst>
        </pc:picChg>
        <pc:picChg chg="del">
          <ac:chgData name="Guilherme Micota Stipp" userId="7d8a6ee1e82349c3" providerId="LiveId" clId="{0A752374-5FF0-4246-9CDE-8BF2D2922692}" dt="2021-12-20T11:32:36.106" v="411" actId="478"/>
          <ac:picMkLst>
            <pc:docMk/>
            <pc:sldMk cId="2968589190" sldId="370"/>
            <ac:picMk id="11" creationId="{338FE61F-27FC-4D47-BA50-DBA1FC4EC14E}"/>
          </ac:picMkLst>
        </pc:picChg>
      </pc:sldChg>
    </pc:docChg>
  </pc:docChgLst>
  <pc:docChgLst>
    <pc:chgData name="Guilherme Micota Stipp" userId="7d8a6ee1e82349c3" providerId="LiveId" clId="{ABB25ED9-0BEF-4E65-A250-2DA8561FC0C0}"/>
    <pc:docChg chg="undo custSel addSld delSld modSld">
      <pc:chgData name="Guilherme Micota Stipp" userId="7d8a6ee1e82349c3" providerId="LiveId" clId="{ABB25ED9-0BEF-4E65-A250-2DA8561FC0C0}" dt="2022-02-14T17:19:15.234" v="1594" actId="1035"/>
      <pc:docMkLst>
        <pc:docMk/>
      </pc:docMkLst>
      <pc:sldChg chg="addSp delSp modSp mod">
        <pc:chgData name="Guilherme Micota Stipp" userId="7d8a6ee1e82349c3" providerId="LiveId" clId="{ABB25ED9-0BEF-4E65-A250-2DA8561FC0C0}" dt="2022-02-10T17:56:17.810" v="586" actId="478"/>
        <pc:sldMkLst>
          <pc:docMk/>
          <pc:sldMk cId="3178680452" sldId="256"/>
        </pc:sldMkLst>
        <pc:spChg chg="del">
          <ac:chgData name="Guilherme Micota Stipp" userId="7d8a6ee1e82349c3" providerId="LiveId" clId="{ABB25ED9-0BEF-4E65-A250-2DA8561FC0C0}" dt="2022-02-10T17:56:17.810" v="586" actId="478"/>
          <ac:spMkLst>
            <pc:docMk/>
            <pc:sldMk cId="3178680452" sldId="256"/>
            <ac:spMk id="7" creationId="{691494A9-F400-4813-A72C-3E12B134F67F}"/>
          </ac:spMkLst>
        </pc:spChg>
        <pc:spChg chg="add mod">
          <ac:chgData name="Guilherme Micota Stipp" userId="7d8a6ee1e82349c3" providerId="LiveId" clId="{ABB25ED9-0BEF-4E65-A250-2DA8561FC0C0}" dt="2022-02-10T17:56:09.405" v="585" actId="1036"/>
          <ac:spMkLst>
            <pc:docMk/>
            <pc:sldMk cId="3178680452" sldId="256"/>
            <ac:spMk id="8" creationId="{E6B74075-295E-4982-BE96-AA003A203F6C}"/>
          </ac:spMkLst>
        </pc:spChg>
      </pc:sldChg>
      <pc:sldChg chg="del">
        <pc:chgData name="Guilherme Micota Stipp" userId="7d8a6ee1e82349c3" providerId="LiveId" clId="{ABB25ED9-0BEF-4E65-A250-2DA8561FC0C0}" dt="2022-02-10T17:44:18.837" v="36" actId="47"/>
        <pc:sldMkLst>
          <pc:docMk/>
          <pc:sldMk cId="3039361869" sldId="298"/>
        </pc:sldMkLst>
      </pc:sldChg>
      <pc:sldChg chg="del">
        <pc:chgData name="Guilherme Micota Stipp" userId="7d8a6ee1e82349c3" providerId="LiveId" clId="{ABB25ED9-0BEF-4E65-A250-2DA8561FC0C0}" dt="2022-02-10T17:40:46.710" v="0" actId="47"/>
        <pc:sldMkLst>
          <pc:docMk/>
          <pc:sldMk cId="3461407716" sldId="388"/>
        </pc:sldMkLst>
      </pc:sldChg>
      <pc:sldChg chg="add del">
        <pc:chgData name="Guilherme Micota Stipp" userId="7d8a6ee1e82349c3" providerId="LiveId" clId="{ABB25ED9-0BEF-4E65-A250-2DA8561FC0C0}" dt="2022-02-10T17:40:58.939" v="7" actId="47"/>
        <pc:sldMkLst>
          <pc:docMk/>
          <pc:sldMk cId="1142824624" sldId="389"/>
        </pc:sldMkLst>
      </pc:sldChg>
      <pc:sldChg chg="del">
        <pc:chgData name="Guilherme Micota Stipp" userId="7d8a6ee1e82349c3" providerId="LiveId" clId="{ABB25ED9-0BEF-4E65-A250-2DA8561FC0C0}" dt="2022-02-10T17:40:52.168" v="4" actId="47"/>
        <pc:sldMkLst>
          <pc:docMk/>
          <pc:sldMk cId="2287488751" sldId="390"/>
        </pc:sldMkLst>
      </pc:sldChg>
      <pc:sldChg chg="addSp delSp modSp mod">
        <pc:chgData name="Guilherme Micota Stipp" userId="7d8a6ee1e82349c3" providerId="LiveId" clId="{ABB25ED9-0BEF-4E65-A250-2DA8561FC0C0}" dt="2022-02-11T14:48:19.081" v="1320" actId="20577"/>
        <pc:sldMkLst>
          <pc:docMk/>
          <pc:sldMk cId="4068793934" sldId="391"/>
        </pc:sldMkLst>
        <pc:spChg chg="del mod">
          <ac:chgData name="Guilherme Micota Stipp" userId="7d8a6ee1e82349c3" providerId="LiveId" clId="{ABB25ED9-0BEF-4E65-A250-2DA8561FC0C0}" dt="2022-02-10T17:56:36.074" v="587" actId="478"/>
          <ac:spMkLst>
            <pc:docMk/>
            <pc:sldMk cId="4068793934" sldId="391"/>
            <ac:spMk id="10" creationId="{0DC30F15-2778-418E-A2EF-BEAEC6F95C4E}"/>
          </ac:spMkLst>
        </pc:spChg>
        <pc:spChg chg="add del mod ord">
          <ac:chgData name="Guilherme Micota Stipp" userId="7d8a6ee1e82349c3" providerId="LiveId" clId="{ABB25ED9-0BEF-4E65-A250-2DA8561FC0C0}" dt="2022-02-10T17:59:45.684" v="588" actId="478"/>
          <ac:spMkLst>
            <pc:docMk/>
            <pc:sldMk cId="4068793934" sldId="391"/>
            <ac:spMk id="18" creationId="{7A55FC2E-A2D9-4F94-96D8-45A38FA2337C}"/>
          </ac:spMkLst>
        </pc:spChg>
        <pc:spChg chg="add mod">
          <ac:chgData name="Guilherme Micota Stipp" userId="7d8a6ee1e82349c3" providerId="LiveId" clId="{ABB25ED9-0BEF-4E65-A250-2DA8561FC0C0}" dt="2022-02-11T14:48:19.081" v="1320" actId="20577"/>
          <ac:spMkLst>
            <pc:docMk/>
            <pc:sldMk cId="4068793934" sldId="391"/>
            <ac:spMk id="28" creationId="{23990A69-29C1-45D4-B031-398F29CDA25C}"/>
          </ac:spMkLst>
        </pc:spChg>
        <pc:picChg chg="add mod">
          <ac:chgData name="Guilherme Micota Stipp" userId="7d8a6ee1e82349c3" providerId="LiveId" clId="{ABB25ED9-0BEF-4E65-A250-2DA8561FC0C0}" dt="2022-02-10T17:44:22.847" v="37"/>
          <ac:picMkLst>
            <pc:docMk/>
            <pc:sldMk cId="4068793934" sldId="391"/>
            <ac:picMk id="11" creationId="{0EF56D23-CFE6-46B0-9F6D-BFEE298FD35A}"/>
          </ac:picMkLst>
        </pc:picChg>
        <pc:picChg chg="del">
          <ac:chgData name="Guilherme Micota Stipp" userId="7d8a6ee1e82349c3" providerId="LiveId" clId="{ABB25ED9-0BEF-4E65-A250-2DA8561FC0C0}" dt="2022-02-10T17:41:24.151" v="31" actId="478"/>
          <ac:picMkLst>
            <pc:docMk/>
            <pc:sldMk cId="4068793934" sldId="391"/>
            <ac:picMk id="11" creationId="{46A5416B-0542-490F-B9FE-04BC028DD7BC}"/>
          </ac:picMkLst>
        </pc:picChg>
        <pc:picChg chg="add mod">
          <ac:chgData name="Guilherme Micota Stipp" userId="7d8a6ee1e82349c3" providerId="LiveId" clId="{ABB25ED9-0BEF-4E65-A250-2DA8561FC0C0}" dt="2022-02-10T17:45:51.946" v="41"/>
          <ac:picMkLst>
            <pc:docMk/>
            <pc:sldMk cId="4068793934" sldId="391"/>
            <ac:picMk id="12" creationId="{F6C35F08-A34F-4BDC-B7A3-79F293AF0C6A}"/>
          </ac:picMkLst>
        </pc:picChg>
        <pc:picChg chg="del">
          <ac:chgData name="Guilherme Micota Stipp" userId="7d8a6ee1e82349c3" providerId="LiveId" clId="{ABB25ED9-0BEF-4E65-A250-2DA8561FC0C0}" dt="2022-02-10T17:41:24.738" v="32" actId="478"/>
          <ac:picMkLst>
            <pc:docMk/>
            <pc:sldMk cId="4068793934" sldId="391"/>
            <ac:picMk id="13" creationId="{266DF91B-CB7C-40C8-AB1E-95497C087E18}"/>
          </ac:picMkLst>
        </pc:picChg>
        <pc:picChg chg="add mod">
          <ac:chgData name="Guilherme Micota Stipp" userId="7d8a6ee1e82349c3" providerId="LiveId" clId="{ABB25ED9-0BEF-4E65-A250-2DA8561FC0C0}" dt="2022-02-10T17:46:09.113" v="87" actId="1035"/>
          <ac:picMkLst>
            <pc:docMk/>
            <pc:sldMk cId="4068793934" sldId="391"/>
            <ac:picMk id="13" creationId="{6DC926AB-73C6-492A-B9F7-37F4D2B10FAB}"/>
          </ac:picMkLst>
        </pc:picChg>
        <pc:picChg chg="add mod">
          <ac:chgData name="Guilherme Micota Stipp" userId="7d8a6ee1e82349c3" providerId="LiveId" clId="{ABB25ED9-0BEF-4E65-A250-2DA8561FC0C0}" dt="2022-02-10T17:46:09.711" v="88"/>
          <ac:picMkLst>
            <pc:docMk/>
            <pc:sldMk cId="4068793934" sldId="391"/>
            <ac:picMk id="14" creationId="{5443F0E9-4915-4969-BB30-6BFA24860F84}"/>
          </ac:picMkLst>
        </pc:picChg>
        <pc:picChg chg="add mod">
          <ac:chgData name="Guilherme Micota Stipp" userId="7d8a6ee1e82349c3" providerId="LiveId" clId="{ABB25ED9-0BEF-4E65-A250-2DA8561FC0C0}" dt="2022-02-10T17:46:10.341" v="89"/>
          <ac:picMkLst>
            <pc:docMk/>
            <pc:sldMk cId="4068793934" sldId="391"/>
            <ac:picMk id="15" creationId="{FFDF659A-1C70-4607-830E-4C72C51F42AC}"/>
          </ac:picMkLst>
        </pc:picChg>
        <pc:picChg chg="add mod">
          <ac:chgData name="Guilherme Micota Stipp" userId="7d8a6ee1e82349c3" providerId="LiveId" clId="{ABB25ED9-0BEF-4E65-A250-2DA8561FC0C0}" dt="2022-02-10T17:46:12.088" v="90"/>
          <ac:picMkLst>
            <pc:docMk/>
            <pc:sldMk cId="4068793934" sldId="391"/>
            <ac:picMk id="16" creationId="{470E6B19-A902-40BB-9C41-75649A23B624}"/>
          </ac:picMkLst>
        </pc:picChg>
        <pc:picChg chg="add del mod">
          <ac:chgData name="Guilherme Micota Stipp" userId="7d8a6ee1e82349c3" providerId="LiveId" clId="{ABB25ED9-0BEF-4E65-A250-2DA8561FC0C0}" dt="2022-02-10T17:50:09.426" v="297" actId="478"/>
          <ac:picMkLst>
            <pc:docMk/>
            <pc:sldMk cId="4068793934" sldId="391"/>
            <ac:picMk id="17" creationId="{B41E58FF-9D41-4EA3-BF24-D96937F8F80B}"/>
          </ac:picMkLst>
        </pc:picChg>
        <pc:picChg chg="add mod">
          <ac:chgData name="Guilherme Micota Stipp" userId="7d8a6ee1e82349c3" providerId="LiveId" clId="{ABB25ED9-0BEF-4E65-A250-2DA8561FC0C0}" dt="2022-02-10T17:51:33.090" v="372" actId="1038"/>
          <ac:picMkLst>
            <pc:docMk/>
            <pc:sldMk cId="4068793934" sldId="391"/>
            <ac:picMk id="19" creationId="{6A6BC673-2379-4609-B5D2-20DC3B883FD4}"/>
          </ac:picMkLst>
        </pc:picChg>
        <pc:picChg chg="add mod">
          <ac:chgData name="Guilherme Micota Stipp" userId="7d8a6ee1e82349c3" providerId="LiveId" clId="{ABB25ED9-0BEF-4E65-A250-2DA8561FC0C0}" dt="2022-02-10T17:51:34.267" v="373"/>
          <ac:picMkLst>
            <pc:docMk/>
            <pc:sldMk cId="4068793934" sldId="391"/>
            <ac:picMk id="20" creationId="{9EE12477-EADE-448C-A503-DF979327E3B7}"/>
          </ac:picMkLst>
        </pc:picChg>
        <pc:picChg chg="add mod">
          <ac:chgData name="Guilherme Micota Stipp" userId="7d8a6ee1e82349c3" providerId="LiveId" clId="{ABB25ED9-0BEF-4E65-A250-2DA8561FC0C0}" dt="2022-02-10T17:51:35.871" v="374"/>
          <ac:picMkLst>
            <pc:docMk/>
            <pc:sldMk cId="4068793934" sldId="391"/>
            <ac:picMk id="21" creationId="{6DFCE1E9-A043-48E0-8BB4-1E8B5B31D53E}"/>
          </ac:picMkLst>
        </pc:picChg>
        <pc:picChg chg="add mod">
          <ac:chgData name="Guilherme Micota Stipp" userId="7d8a6ee1e82349c3" providerId="LiveId" clId="{ABB25ED9-0BEF-4E65-A250-2DA8561FC0C0}" dt="2022-02-10T17:51:37.018" v="375"/>
          <ac:picMkLst>
            <pc:docMk/>
            <pc:sldMk cId="4068793934" sldId="391"/>
            <ac:picMk id="22" creationId="{6DD625A0-7E1B-48DF-8026-C6B30C50FA29}"/>
          </ac:picMkLst>
        </pc:picChg>
        <pc:picChg chg="add mod">
          <ac:chgData name="Guilherme Micota Stipp" userId="7d8a6ee1e82349c3" providerId="LiveId" clId="{ABB25ED9-0BEF-4E65-A250-2DA8561FC0C0}" dt="2022-02-10T17:51:37.317" v="376"/>
          <ac:picMkLst>
            <pc:docMk/>
            <pc:sldMk cId="4068793934" sldId="391"/>
            <ac:picMk id="23" creationId="{83379335-9E78-430C-99F2-7365BD0B1491}"/>
          </ac:picMkLst>
        </pc:picChg>
        <pc:picChg chg="add mod">
          <ac:chgData name="Guilherme Micota Stipp" userId="7d8a6ee1e82349c3" providerId="LiveId" clId="{ABB25ED9-0BEF-4E65-A250-2DA8561FC0C0}" dt="2022-02-10T17:51:37.615" v="377"/>
          <ac:picMkLst>
            <pc:docMk/>
            <pc:sldMk cId="4068793934" sldId="391"/>
            <ac:picMk id="24" creationId="{7579643D-0A59-4591-AE91-C42845637B3E}"/>
          </ac:picMkLst>
        </pc:picChg>
        <pc:picChg chg="add mod">
          <ac:chgData name="Guilherme Micota Stipp" userId="7d8a6ee1e82349c3" providerId="LiveId" clId="{ABB25ED9-0BEF-4E65-A250-2DA8561FC0C0}" dt="2022-02-10T17:51:37.961" v="378"/>
          <ac:picMkLst>
            <pc:docMk/>
            <pc:sldMk cId="4068793934" sldId="391"/>
            <ac:picMk id="25" creationId="{EC84C0B4-FBA5-4A02-B227-2AD1675A18DA}"/>
          </ac:picMkLst>
        </pc:picChg>
        <pc:picChg chg="add mod">
          <ac:chgData name="Guilherme Micota Stipp" userId="7d8a6ee1e82349c3" providerId="LiveId" clId="{ABB25ED9-0BEF-4E65-A250-2DA8561FC0C0}" dt="2022-02-10T17:51:38.291" v="379"/>
          <ac:picMkLst>
            <pc:docMk/>
            <pc:sldMk cId="4068793934" sldId="391"/>
            <ac:picMk id="26" creationId="{13356947-111B-4F45-A22C-202FC41B88F6}"/>
          </ac:picMkLst>
        </pc:picChg>
        <pc:picChg chg="add mod">
          <ac:chgData name="Guilherme Micota Stipp" userId="7d8a6ee1e82349c3" providerId="LiveId" clId="{ABB25ED9-0BEF-4E65-A250-2DA8561FC0C0}" dt="2022-02-10T17:51:38.700" v="380"/>
          <ac:picMkLst>
            <pc:docMk/>
            <pc:sldMk cId="4068793934" sldId="391"/>
            <ac:picMk id="27" creationId="{B1CF1DF3-6903-47FC-B730-2A01FC440B7F}"/>
          </ac:picMkLst>
        </pc:picChg>
      </pc:sldChg>
      <pc:sldChg chg="del">
        <pc:chgData name="Guilherme Micota Stipp" userId="7d8a6ee1e82349c3" providerId="LiveId" clId="{ABB25ED9-0BEF-4E65-A250-2DA8561FC0C0}" dt="2022-02-10T17:40:49.191" v="2" actId="47"/>
        <pc:sldMkLst>
          <pc:docMk/>
          <pc:sldMk cId="1303463140" sldId="392"/>
        </pc:sldMkLst>
      </pc:sldChg>
      <pc:sldChg chg="modSp add mod">
        <pc:chgData name="Guilherme Micota Stipp" userId="7d8a6ee1e82349c3" providerId="LiveId" clId="{ABB25ED9-0BEF-4E65-A250-2DA8561FC0C0}" dt="2022-02-10T17:44:04.911" v="35" actId="1076"/>
        <pc:sldMkLst>
          <pc:docMk/>
          <pc:sldMk cId="2297317908" sldId="392"/>
        </pc:sldMkLst>
        <pc:picChg chg="mod">
          <ac:chgData name="Guilherme Micota Stipp" userId="7d8a6ee1e82349c3" providerId="LiveId" clId="{ABB25ED9-0BEF-4E65-A250-2DA8561FC0C0}" dt="2022-02-10T17:44:04.911" v="35" actId="1076"/>
          <ac:picMkLst>
            <pc:docMk/>
            <pc:sldMk cId="2297317908" sldId="392"/>
            <ac:picMk id="16" creationId="{F555607F-9408-47E6-9806-F42A99C28332}"/>
          </ac:picMkLst>
        </pc:picChg>
      </pc:sldChg>
      <pc:sldChg chg="del">
        <pc:chgData name="Guilherme Micota Stipp" userId="7d8a6ee1e82349c3" providerId="LiveId" clId="{ABB25ED9-0BEF-4E65-A250-2DA8561FC0C0}" dt="2022-02-10T17:40:48.500" v="1" actId="47"/>
        <pc:sldMkLst>
          <pc:docMk/>
          <pc:sldMk cId="364867705" sldId="393"/>
        </pc:sldMkLst>
      </pc:sldChg>
      <pc:sldChg chg="addSp delSp modSp add mod">
        <pc:chgData name="Guilherme Micota Stipp" userId="7d8a6ee1e82349c3" providerId="LiveId" clId="{ABB25ED9-0BEF-4E65-A250-2DA8561FC0C0}" dt="2022-02-10T19:19:16.664" v="874" actId="14100"/>
        <pc:sldMkLst>
          <pc:docMk/>
          <pc:sldMk cId="961888503" sldId="393"/>
        </pc:sldMkLst>
        <pc:spChg chg="add del mod">
          <ac:chgData name="Guilherme Micota Stipp" userId="7d8a6ee1e82349c3" providerId="LiveId" clId="{ABB25ED9-0BEF-4E65-A250-2DA8561FC0C0}" dt="2022-02-10T19:17:42.131" v="834" actId="478"/>
          <ac:spMkLst>
            <pc:docMk/>
            <pc:sldMk cId="961888503" sldId="393"/>
            <ac:spMk id="2" creationId="{0B46896D-54C7-4F21-B5CB-87D3C97ED855}"/>
          </ac:spMkLst>
        </pc:spChg>
        <pc:spChg chg="mod">
          <ac:chgData name="Guilherme Micota Stipp" userId="7d8a6ee1e82349c3" providerId="LiveId" clId="{ABB25ED9-0BEF-4E65-A250-2DA8561FC0C0}" dt="2022-02-10T18:00:46.904" v="688" actId="20577"/>
          <ac:spMkLst>
            <pc:docMk/>
            <pc:sldMk cId="961888503" sldId="393"/>
            <ac:spMk id="10" creationId="{0DC30F15-2778-418E-A2EF-BEAEC6F95C4E}"/>
          </ac:spMkLst>
        </pc:spChg>
        <pc:picChg chg="del">
          <ac:chgData name="Guilherme Micota Stipp" userId="7d8a6ee1e82349c3" providerId="LiveId" clId="{ABB25ED9-0BEF-4E65-A250-2DA8561FC0C0}" dt="2022-02-10T17:45:40.511" v="39" actId="478"/>
          <ac:picMkLst>
            <pc:docMk/>
            <pc:sldMk cId="961888503" sldId="393"/>
            <ac:picMk id="11" creationId="{0EF56D23-CFE6-46B0-9F6D-BFEE298FD35A}"/>
          </ac:picMkLst>
        </pc:picChg>
        <pc:picChg chg="add del mod">
          <ac:chgData name="Guilherme Micota Stipp" userId="7d8a6ee1e82349c3" providerId="LiveId" clId="{ABB25ED9-0BEF-4E65-A250-2DA8561FC0C0}" dt="2022-02-10T19:17:51.811" v="859" actId="478"/>
          <ac:picMkLst>
            <pc:docMk/>
            <pc:sldMk cId="961888503" sldId="393"/>
            <ac:picMk id="12" creationId="{C820EB6C-03B4-4A1D-9816-4C67DD3514E8}"/>
          </ac:picMkLst>
        </pc:picChg>
        <pc:picChg chg="add mod">
          <ac:chgData name="Guilherme Micota Stipp" userId="7d8a6ee1e82349c3" providerId="LiveId" clId="{ABB25ED9-0BEF-4E65-A250-2DA8561FC0C0}" dt="2022-02-10T19:19:16.664" v="874" actId="14100"/>
          <ac:picMkLst>
            <pc:docMk/>
            <pc:sldMk cId="961888503" sldId="393"/>
            <ac:picMk id="14" creationId="{90D5DCF8-5E63-4319-8755-B61F6AA9F318}"/>
          </ac:picMkLst>
        </pc:picChg>
      </pc:sldChg>
      <pc:sldChg chg="del">
        <pc:chgData name="Guilherme Micota Stipp" userId="7d8a6ee1e82349c3" providerId="LiveId" clId="{ABB25ED9-0BEF-4E65-A250-2DA8561FC0C0}" dt="2022-02-10T17:40:50.783" v="3" actId="47"/>
        <pc:sldMkLst>
          <pc:docMk/>
          <pc:sldMk cId="1366893882" sldId="394"/>
        </pc:sldMkLst>
      </pc:sldChg>
      <pc:sldChg chg="add del">
        <pc:chgData name="Guilherme Micota Stipp" userId="7d8a6ee1e82349c3" providerId="LiveId" clId="{ABB25ED9-0BEF-4E65-A250-2DA8561FC0C0}" dt="2022-02-10T18:00:39.814" v="679" actId="47"/>
        <pc:sldMkLst>
          <pc:docMk/>
          <pc:sldMk cId="2539548242" sldId="394"/>
        </pc:sldMkLst>
      </pc:sldChg>
      <pc:sldChg chg="addSp delSp modSp add mod">
        <pc:chgData name="Guilherme Micota Stipp" userId="7d8a6ee1e82349c3" providerId="LiveId" clId="{ABB25ED9-0BEF-4E65-A250-2DA8561FC0C0}" dt="2022-02-10T19:43:09.929" v="927" actId="14100"/>
        <pc:sldMkLst>
          <pc:docMk/>
          <pc:sldMk cId="2823821333" sldId="394"/>
        </pc:sldMkLst>
        <pc:spChg chg="add del mod">
          <ac:chgData name="Guilherme Micota Stipp" userId="7d8a6ee1e82349c3" providerId="LiveId" clId="{ABB25ED9-0BEF-4E65-A250-2DA8561FC0C0}" dt="2022-02-10T19:31:15.674" v="875" actId="478"/>
          <ac:spMkLst>
            <pc:docMk/>
            <pc:sldMk cId="2823821333" sldId="394"/>
            <ac:spMk id="11" creationId="{FEA49F21-7E46-4859-9C3C-AD961761EB2E}"/>
          </ac:spMkLst>
        </pc:spChg>
        <pc:picChg chg="add mod">
          <ac:chgData name="Guilherme Micota Stipp" userId="7d8a6ee1e82349c3" providerId="LiveId" clId="{ABB25ED9-0BEF-4E65-A250-2DA8561FC0C0}" dt="2022-02-10T19:43:09.929" v="927" actId="14100"/>
          <ac:picMkLst>
            <pc:docMk/>
            <pc:sldMk cId="2823821333" sldId="394"/>
            <ac:picMk id="8" creationId="{1DDBD2B8-8FB3-4F2A-B597-518EDFE065E9}"/>
          </ac:picMkLst>
        </pc:picChg>
      </pc:sldChg>
      <pc:sldChg chg="addSp delSp modSp add mod">
        <pc:chgData name="Guilherme Micota Stipp" userId="7d8a6ee1e82349c3" providerId="LiveId" clId="{ABB25ED9-0BEF-4E65-A250-2DA8561FC0C0}" dt="2022-02-11T14:44:58.065" v="1268" actId="14100"/>
        <pc:sldMkLst>
          <pc:docMk/>
          <pc:sldMk cId="2332706512" sldId="395"/>
        </pc:sldMkLst>
        <pc:spChg chg="mod">
          <ac:chgData name="Guilherme Micota Stipp" userId="7d8a6ee1e82349c3" providerId="LiveId" clId="{ABB25ED9-0BEF-4E65-A250-2DA8561FC0C0}" dt="2022-02-11T14:19:21.139" v="1146" actId="20577"/>
          <ac:spMkLst>
            <pc:docMk/>
            <pc:sldMk cId="2332706512" sldId="395"/>
            <ac:spMk id="10" creationId="{0DC30F15-2778-418E-A2EF-BEAEC6F95C4E}"/>
          </ac:spMkLst>
        </pc:spChg>
        <pc:spChg chg="del">
          <ac:chgData name="Guilherme Micota Stipp" userId="7d8a6ee1e82349c3" providerId="LiveId" clId="{ABB25ED9-0BEF-4E65-A250-2DA8561FC0C0}" dt="2022-02-10T18:21:14.599" v="809" actId="478"/>
          <ac:spMkLst>
            <pc:docMk/>
            <pc:sldMk cId="2332706512" sldId="395"/>
            <ac:spMk id="11" creationId="{FEA49F21-7E46-4859-9C3C-AD961761EB2E}"/>
          </ac:spMkLst>
        </pc:spChg>
        <pc:picChg chg="add del mod">
          <ac:chgData name="Guilherme Micota Stipp" userId="7d8a6ee1e82349c3" providerId="LiveId" clId="{ABB25ED9-0BEF-4E65-A250-2DA8561FC0C0}" dt="2022-02-11T14:19:05.464" v="1135" actId="478"/>
          <ac:picMkLst>
            <pc:docMk/>
            <pc:sldMk cId="2332706512" sldId="395"/>
            <ac:picMk id="8" creationId="{BCD6E477-92A6-4A17-A2BB-0457A56FDD56}"/>
          </ac:picMkLst>
        </pc:picChg>
        <pc:picChg chg="add del mod">
          <ac:chgData name="Guilherme Micota Stipp" userId="7d8a6ee1e82349c3" providerId="LiveId" clId="{ABB25ED9-0BEF-4E65-A250-2DA8561FC0C0}" dt="2022-02-11T14:44:14.851" v="1194" actId="478"/>
          <ac:picMkLst>
            <pc:docMk/>
            <pc:sldMk cId="2332706512" sldId="395"/>
            <ac:picMk id="11" creationId="{8CF347E1-8939-4A57-829B-268332C2E247}"/>
          </ac:picMkLst>
        </pc:picChg>
        <pc:picChg chg="add del mod">
          <ac:chgData name="Guilherme Micota Stipp" userId="7d8a6ee1e82349c3" providerId="LiveId" clId="{ABB25ED9-0BEF-4E65-A250-2DA8561FC0C0}" dt="2022-02-11T14:44:17.502" v="1198" actId="478"/>
          <ac:picMkLst>
            <pc:docMk/>
            <pc:sldMk cId="2332706512" sldId="395"/>
            <ac:picMk id="13" creationId="{50D2337A-434D-4AFC-B650-A73A678133EF}"/>
          </ac:picMkLst>
        </pc:picChg>
        <pc:picChg chg="add mod">
          <ac:chgData name="Guilherme Micota Stipp" userId="7d8a6ee1e82349c3" providerId="LiveId" clId="{ABB25ED9-0BEF-4E65-A250-2DA8561FC0C0}" dt="2022-02-11T14:44:58.065" v="1268" actId="14100"/>
          <ac:picMkLst>
            <pc:docMk/>
            <pc:sldMk cId="2332706512" sldId="395"/>
            <ac:picMk id="15" creationId="{297BBB1A-EC15-4BC8-9ACE-0F0DD6DF8A62}"/>
          </ac:picMkLst>
        </pc:picChg>
      </pc:sldChg>
      <pc:sldChg chg="addSp delSp modSp add mod">
        <pc:chgData name="Guilherme Micota Stipp" userId="7d8a6ee1e82349c3" providerId="LiveId" clId="{ABB25ED9-0BEF-4E65-A250-2DA8561FC0C0}" dt="2022-02-10T21:32:32.557" v="1021" actId="14100"/>
        <pc:sldMkLst>
          <pc:docMk/>
          <pc:sldMk cId="822187012" sldId="396"/>
        </pc:sldMkLst>
        <pc:picChg chg="add del mod">
          <ac:chgData name="Guilherme Micota Stipp" userId="7d8a6ee1e82349c3" providerId="LiveId" clId="{ABB25ED9-0BEF-4E65-A250-2DA8561FC0C0}" dt="2022-02-10T21:32:19.433" v="970" actId="478"/>
          <ac:picMkLst>
            <pc:docMk/>
            <pc:sldMk cId="822187012" sldId="396"/>
            <ac:picMk id="8" creationId="{124EEDE7-8BC3-4283-947B-F3D51F6DC44F}"/>
          </ac:picMkLst>
        </pc:picChg>
        <pc:picChg chg="del">
          <ac:chgData name="Guilherme Micota Stipp" userId="7d8a6ee1e82349c3" providerId="LiveId" clId="{ABB25ED9-0BEF-4E65-A250-2DA8561FC0C0}" dt="2022-02-10T18:45:15.556" v="833" actId="478"/>
          <ac:picMkLst>
            <pc:docMk/>
            <pc:sldMk cId="822187012" sldId="396"/>
            <ac:picMk id="8" creationId="{BCD6E477-92A6-4A17-A2BB-0457A56FDD56}"/>
          </ac:picMkLst>
        </pc:picChg>
        <pc:picChg chg="add mod">
          <ac:chgData name="Guilherme Micota Stipp" userId="7d8a6ee1e82349c3" providerId="LiveId" clId="{ABB25ED9-0BEF-4E65-A250-2DA8561FC0C0}" dt="2022-02-10T21:32:32.557" v="1021" actId="14100"/>
          <ac:picMkLst>
            <pc:docMk/>
            <pc:sldMk cId="822187012" sldId="396"/>
            <ac:picMk id="12" creationId="{F9E4EA43-47CE-4FD3-97EC-8EB631FC50B1}"/>
          </ac:picMkLst>
        </pc:picChg>
      </pc:sldChg>
      <pc:sldChg chg="addSp delSp modSp add mod">
        <pc:chgData name="Guilherme Micota Stipp" userId="7d8a6ee1e82349c3" providerId="LiveId" clId="{ABB25ED9-0BEF-4E65-A250-2DA8561FC0C0}" dt="2022-02-11T14:12:57.627" v="1091" actId="14100"/>
        <pc:sldMkLst>
          <pc:docMk/>
          <pc:sldMk cId="999006715" sldId="397"/>
        </pc:sldMkLst>
        <pc:picChg chg="del">
          <ac:chgData name="Guilherme Micota Stipp" userId="7d8a6ee1e82349c3" providerId="LiveId" clId="{ABB25ED9-0BEF-4E65-A250-2DA8561FC0C0}" dt="2022-02-11T14:12:15.531" v="1023" actId="478"/>
          <ac:picMkLst>
            <pc:docMk/>
            <pc:sldMk cId="999006715" sldId="397"/>
            <ac:picMk id="8" creationId="{BCD6E477-92A6-4A17-A2BB-0457A56FDD56}"/>
          </ac:picMkLst>
        </pc:picChg>
        <pc:picChg chg="add del mod">
          <ac:chgData name="Guilherme Micota Stipp" userId="7d8a6ee1e82349c3" providerId="LiveId" clId="{ABB25ED9-0BEF-4E65-A250-2DA8561FC0C0}" dt="2022-02-11T14:12:25.064" v="1053" actId="478"/>
          <ac:picMkLst>
            <pc:docMk/>
            <pc:sldMk cId="999006715" sldId="397"/>
            <ac:picMk id="11" creationId="{EFF54B75-0C01-468A-8C31-0D1A21A16435}"/>
          </ac:picMkLst>
        </pc:picChg>
        <pc:picChg chg="add mod">
          <ac:chgData name="Guilherme Micota Stipp" userId="7d8a6ee1e82349c3" providerId="LiveId" clId="{ABB25ED9-0BEF-4E65-A250-2DA8561FC0C0}" dt="2022-02-11T14:12:57.627" v="1091" actId="14100"/>
          <ac:picMkLst>
            <pc:docMk/>
            <pc:sldMk cId="999006715" sldId="397"/>
            <ac:picMk id="13" creationId="{FFF4F0FE-DA9E-4398-96B0-FBA35AF5329A}"/>
          </ac:picMkLst>
        </pc:picChg>
      </pc:sldChg>
      <pc:sldChg chg="add del">
        <pc:chgData name="Guilherme Micota Stipp" userId="7d8a6ee1e82349c3" providerId="LiveId" clId="{ABB25ED9-0BEF-4E65-A250-2DA8561FC0C0}" dt="2022-02-11T14:19:01.760" v="1133" actId="2890"/>
        <pc:sldMkLst>
          <pc:docMk/>
          <pc:sldMk cId="353683977" sldId="398"/>
        </pc:sldMkLst>
      </pc:sldChg>
      <pc:sldChg chg="add">
        <pc:chgData name="Guilherme Micota Stipp" userId="7d8a6ee1e82349c3" providerId="LiveId" clId="{ABB25ED9-0BEF-4E65-A250-2DA8561FC0C0}" dt="2022-02-11T14:19:03.073" v="1134" actId="2890"/>
        <pc:sldMkLst>
          <pc:docMk/>
          <pc:sldMk cId="2517064219" sldId="398"/>
        </pc:sldMkLst>
      </pc:sldChg>
      <pc:sldChg chg="addSp delSp modSp add mod">
        <pc:chgData name="Guilherme Micota Stipp" userId="7d8a6ee1e82349c3" providerId="LiveId" clId="{ABB25ED9-0BEF-4E65-A250-2DA8561FC0C0}" dt="2022-02-11T14:47:58.327" v="1319" actId="14100"/>
        <pc:sldMkLst>
          <pc:docMk/>
          <pc:sldMk cId="1938730161" sldId="399"/>
        </pc:sldMkLst>
        <pc:picChg chg="add mod">
          <ac:chgData name="Guilherme Micota Stipp" userId="7d8a6ee1e82349c3" providerId="LiveId" clId="{ABB25ED9-0BEF-4E65-A250-2DA8561FC0C0}" dt="2022-02-11T14:47:58.327" v="1319" actId="14100"/>
          <ac:picMkLst>
            <pc:docMk/>
            <pc:sldMk cId="1938730161" sldId="399"/>
            <ac:picMk id="8" creationId="{A9A36686-D356-4491-816C-2483D81919FA}"/>
          </ac:picMkLst>
        </pc:picChg>
        <pc:picChg chg="del">
          <ac:chgData name="Guilherme Micota Stipp" userId="7d8a6ee1e82349c3" providerId="LiveId" clId="{ABB25ED9-0BEF-4E65-A250-2DA8561FC0C0}" dt="2022-02-11T14:45:01.268" v="1270" actId="478"/>
          <ac:picMkLst>
            <pc:docMk/>
            <pc:sldMk cId="1938730161" sldId="399"/>
            <ac:picMk id="15" creationId="{297BBB1A-EC15-4BC8-9ACE-0F0DD6DF8A62}"/>
          </ac:picMkLst>
        </pc:picChg>
      </pc:sldChg>
      <pc:sldChg chg="addSp delSp modSp add mod">
        <pc:chgData name="Guilherme Micota Stipp" userId="7d8a6ee1e82349c3" providerId="LiveId" clId="{ABB25ED9-0BEF-4E65-A250-2DA8561FC0C0}" dt="2022-02-13T21:17:46.066" v="1471" actId="14100"/>
        <pc:sldMkLst>
          <pc:docMk/>
          <pc:sldMk cId="3071426572" sldId="400"/>
        </pc:sldMkLst>
        <pc:spChg chg="add del mod">
          <ac:chgData name="Guilherme Micota Stipp" userId="7d8a6ee1e82349c3" providerId="LiveId" clId="{ABB25ED9-0BEF-4E65-A250-2DA8561FC0C0}" dt="2022-02-13T21:17:37.020" v="1435" actId="478"/>
          <ac:spMkLst>
            <pc:docMk/>
            <pc:sldMk cId="3071426572" sldId="400"/>
            <ac:spMk id="2" creationId="{45188917-44CD-4919-B140-11406363BF68}"/>
          </ac:spMkLst>
        </pc:spChg>
        <pc:spChg chg="mod">
          <ac:chgData name="Guilherme Micota Stipp" userId="7d8a6ee1e82349c3" providerId="LiveId" clId="{ABB25ED9-0BEF-4E65-A250-2DA8561FC0C0}" dt="2022-02-11T14:48:42.876" v="1347" actId="20577"/>
          <ac:spMkLst>
            <pc:docMk/>
            <pc:sldMk cId="3071426572" sldId="400"/>
            <ac:spMk id="10" creationId="{0DC30F15-2778-418E-A2EF-BEAEC6F95C4E}"/>
          </ac:spMkLst>
        </pc:spChg>
        <pc:picChg chg="add mod">
          <ac:chgData name="Guilherme Micota Stipp" userId="7d8a6ee1e82349c3" providerId="LiveId" clId="{ABB25ED9-0BEF-4E65-A250-2DA8561FC0C0}" dt="2022-02-13T21:17:46.066" v="1471" actId="14100"/>
          <ac:picMkLst>
            <pc:docMk/>
            <pc:sldMk cId="3071426572" sldId="400"/>
            <ac:picMk id="11" creationId="{A138F9FE-ABA0-4915-826B-EB57432B6618}"/>
          </ac:picMkLst>
        </pc:picChg>
        <pc:picChg chg="del">
          <ac:chgData name="Guilherme Micota Stipp" userId="7d8a6ee1e82349c3" providerId="LiveId" clId="{ABB25ED9-0BEF-4E65-A250-2DA8561FC0C0}" dt="2022-02-11T14:48:36.196" v="1322" actId="478"/>
          <ac:picMkLst>
            <pc:docMk/>
            <pc:sldMk cId="3071426572" sldId="400"/>
            <ac:picMk id="12" creationId="{F9E4EA43-47CE-4FD3-97EC-8EB631FC50B1}"/>
          </ac:picMkLst>
        </pc:picChg>
      </pc:sldChg>
      <pc:sldChg chg="addSp delSp modSp add mod">
        <pc:chgData name="Guilherme Micota Stipp" userId="7d8a6ee1e82349c3" providerId="LiveId" clId="{ABB25ED9-0BEF-4E65-A250-2DA8561FC0C0}" dt="2022-02-14T17:19:15.234" v="1594" actId="1035"/>
        <pc:sldMkLst>
          <pc:docMk/>
          <pc:sldMk cId="1748101202" sldId="401"/>
        </pc:sldMkLst>
        <pc:spChg chg="add del mod">
          <ac:chgData name="Guilherme Micota Stipp" userId="7d8a6ee1e82349c3" providerId="LiveId" clId="{ABB25ED9-0BEF-4E65-A250-2DA8561FC0C0}" dt="2022-02-14T17:18:19.463" v="1473" actId="478"/>
          <ac:spMkLst>
            <pc:docMk/>
            <pc:sldMk cId="1748101202" sldId="401"/>
            <ac:spMk id="11" creationId="{7424DED9-C64C-4FDD-AAA3-2DA47F5F8E7F}"/>
          </ac:spMkLst>
        </pc:spChg>
        <pc:picChg chg="add mod">
          <ac:chgData name="Guilherme Micota Stipp" userId="7d8a6ee1e82349c3" providerId="LiveId" clId="{ABB25ED9-0BEF-4E65-A250-2DA8561FC0C0}" dt="2022-02-14T17:18:40.787" v="1491" actId="14100"/>
          <ac:picMkLst>
            <pc:docMk/>
            <pc:sldMk cId="1748101202" sldId="401"/>
            <ac:picMk id="8" creationId="{14B77A53-7AA4-4296-9CFA-58D9E1F6C17F}"/>
          </ac:picMkLst>
        </pc:picChg>
        <pc:picChg chg="add mod">
          <ac:chgData name="Guilherme Micota Stipp" userId="7d8a6ee1e82349c3" providerId="LiveId" clId="{ABB25ED9-0BEF-4E65-A250-2DA8561FC0C0}" dt="2022-02-14T17:18:53.944" v="1503" actId="14100"/>
          <ac:picMkLst>
            <pc:docMk/>
            <pc:sldMk cId="1748101202" sldId="401"/>
            <ac:picMk id="13" creationId="{72039645-A774-40A1-B5CE-DA69873C01F9}"/>
          </ac:picMkLst>
        </pc:picChg>
        <pc:picChg chg="add mod">
          <ac:chgData name="Guilherme Micota Stipp" userId="7d8a6ee1e82349c3" providerId="LiveId" clId="{ABB25ED9-0BEF-4E65-A250-2DA8561FC0C0}" dt="2022-02-14T17:19:15.234" v="1594" actId="1035"/>
          <ac:picMkLst>
            <pc:docMk/>
            <pc:sldMk cId="1748101202" sldId="401"/>
            <ac:picMk id="15" creationId="{CE1BEF00-6672-49BD-861A-5402AC112BA1}"/>
          </ac:picMkLst>
        </pc:picChg>
      </pc:sldChg>
      <pc:sldChg chg="modSp add del mod">
        <pc:chgData name="Guilherme Micota Stipp" userId="7d8a6ee1e82349c3" providerId="LiveId" clId="{ABB25ED9-0BEF-4E65-A250-2DA8561FC0C0}" dt="2022-02-14T17:18:16.915" v="1472" actId="47"/>
        <pc:sldMkLst>
          <pc:docMk/>
          <pc:sldMk cId="191615547" sldId="402"/>
        </pc:sldMkLst>
        <pc:spChg chg="mod">
          <ac:chgData name="Guilherme Micota Stipp" userId="7d8a6ee1e82349c3" providerId="LiveId" clId="{ABB25ED9-0BEF-4E65-A250-2DA8561FC0C0}" dt="2022-02-11T14:56:43.498" v="1374" actId="5793"/>
          <ac:spMkLst>
            <pc:docMk/>
            <pc:sldMk cId="191615547" sldId="402"/>
            <ac:spMk id="2" creationId="{45188917-44CD-4919-B140-11406363BF68}"/>
          </ac:spMkLst>
        </pc:spChg>
      </pc:sldChg>
      <pc:sldChg chg="addSp delSp modSp add mod">
        <pc:chgData name="Guilherme Micota Stipp" userId="7d8a6ee1e82349c3" providerId="LiveId" clId="{ABB25ED9-0BEF-4E65-A250-2DA8561FC0C0}" dt="2022-02-13T14:17:43.889" v="1434" actId="14100"/>
        <pc:sldMkLst>
          <pc:docMk/>
          <pc:sldMk cId="161781008" sldId="403"/>
        </pc:sldMkLst>
        <pc:picChg chg="add mod">
          <ac:chgData name="Guilherme Micota Stipp" userId="7d8a6ee1e82349c3" providerId="LiveId" clId="{ABB25ED9-0BEF-4E65-A250-2DA8561FC0C0}" dt="2022-02-13T14:17:43.889" v="1434" actId="14100"/>
          <ac:picMkLst>
            <pc:docMk/>
            <pc:sldMk cId="161781008" sldId="403"/>
            <ac:picMk id="8" creationId="{F6BC0146-FE30-4D48-9783-AB0FEBC32D44}"/>
          </ac:picMkLst>
        </pc:picChg>
        <pc:picChg chg="del">
          <ac:chgData name="Guilherme Micota Stipp" userId="7d8a6ee1e82349c3" providerId="LiveId" clId="{ABB25ED9-0BEF-4E65-A250-2DA8561FC0C0}" dt="2022-02-13T13:55:08.247" v="1391" actId="478"/>
          <ac:picMkLst>
            <pc:docMk/>
            <pc:sldMk cId="161781008" sldId="403"/>
            <ac:picMk id="14" creationId="{90D5DCF8-5E63-4319-8755-B61F6AA9F318}"/>
          </ac:picMkLst>
        </pc:picChg>
      </pc:sldChg>
    </pc:docChg>
  </pc:docChgLst>
  <pc:docChgLst>
    <pc:chgData name="Guilherme Micota Stipp" userId="7d8a6ee1e82349c3" providerId="LiveId" clId="{D488CD85-2DE0-4850-BC01-F689793E4A30}"/>
    <pc:docChg chg="undo custSel addSld delSld modSld">
      <pc:chgData name="Guilherme Micota Stipp" userId="7d8a6ee1e82349c3" providerId="LiveId" clId="{D488CD85-2DE0-4850-BC01-F689793E4A30}" dt="2021-10-18T00:54:20.611" v="442" actId="1037"/>
      <pc:docMkLst>
        <pc:docMk/>
      </pc:docMkLst>
      <pc:sldChg chg="addSp delSp modSp mod">
        <pc:chgData name="Guilherme Micota Stipp" userId="7d8a6ee1e82349c3" providerId="LiveId" clId="{D488CD85-2DE0-4850-BC01-F689793E4A30}" dt="2021-10-18T00:54:20.611" v="442" actId="1037"/>
        <pc:sldMkLst>
          <pc:docMk/>
          <pc:sldMk cId="2966454573" sldId="305"/>
        </pc:sldMkLst>
        <pc:picChg chg="add mod">
          <ac:chgData name="Guilherme Micota Stipp" userId="7d8a6ee1e82349c3" providerId="LiveId" clId="{D488CD85-2DE0-4850-BC01-F689793E4A30}" dt="2021-10-18T00:54:06.385" v="418" actId="1035"/>
          <ac:picMkLst>
            <pc:docMk/>
            <pc:sldMk cId="2966454573" sldId="305"/>
            <ac:picMk id="8" creationId="{CD354C15-E263-4B2B-B476-E55391E977C4}"/>
          </ac:picMkLst>
        </pc:picChg>
        <pc:picChg chg="del">
          <ac:chgData name="Guilherme Micota Stipp" userId="7d8a6ee1e82349c3" providerId="LiveId" clId="{D488CD85-2DE0-4850-BC01-F689793E4A30}" dt="2021-10-18T00:53:07.740" v="398" actId="478"/>
          <ac:picMkLst>
            <pc:docMk/>
            <pc:sldMk cId="2966454573" sldId="305"/>
            <ac:picMk id="11" creationId="{3CB6683E-BF25-4090-8747-3B1E0894CF5B}"/>
          </ac:picMkLst>
        </pc:picChg>
        <pc:picChg chg="add mod">
          <ac:chgData name="Guilherme Micota Stipp" userId="7d8a6ee1e82349c3" providerId="LiveId" clId="{D488CD85-2DE0-4850-BC01-F689793E4A30}" dt="2021-10-18T00:54:17.425" v="441" actId="1037"/>
          <ac:picMkLst>
            <pc:docMk/>
            <pc:sldMk cId="2966454573" sldId="305"/>
            <ac:picMk id="13" creationId="{3A91E918-2938-4F3E-A92A-6CF5C37CDE4B}"/>
          </ac:picMkLst>
        </pc:picChg>
        <pc:picChg chg="del">
          <ac:chgData name="Guilherme Micota Stipp" userId="7d8a6ee1e82349c3" providerId="LiveId" clId="{D488CD85-2DE0-4850-BC01-F689793E4A30}" dt="2021-10-18T00:53:11.290" v="400" actId="478"/>
          <ac:picMkLst>
            <pc:docMk/>
            <pc:sldMk cId="2966454573" sldId="305"/>
            <ac:picMk id="15" creationId="{73D7D7A7-FE8E-4D95-A8E0-BA511A499BFB}"/>
          </ac:picMkLst>
        </pc:picChg>
        <pc:picChg chg="add mod">
          <ac:chgData name="Guilherme Micota Stipp" userId="7d8a6ee1e82349c3" providerId="LiveId" clId="{D488CD85-2DE0-4850-BC01-F689793E4A30}" dt="2021-10-18T00:54:20.611" v="442" actId="1037"/>
          <ac:picMkLst>
            <pc:docMk/>
            <pc:sldMk cId="2966454573" sldId="305"/>
            <ac:picMk id="16" creationId="{400F8F15-5DDE-4195-970E-3B0296D5CD67}"/>
          </ac:picMkLst>
        </pc:picChg>
        <pc:picChg chg="del">
          <ac:chgData name="Guilherme Micota Stipp" userId="7d8a6ee1e82349c3" providerId="LiveId" clId="{D488CD85-2DE0-4850-BC01-F689793E4A30}" dt="2021-10-18T00:53:09.123" v="399" actId="478"/>
          <ac:picMkLst>
            <pc:docMk/>
            <pc:sldMk cId="2966454573" sldId="305"/>
            <ac:picMk id="17" creationId="{E64DA83F-DF43-4746-ACBB-1CF3C14E674B}"/>
          </ac:picMkLst>
        </pc:picChg>
      </pc:sldChg>
      <pc:sldChg chg="addSp delSp modSp del mod">
        <pc:chgData name="Guilherme Micota Stipp" userId="7d8a6ee1e82349c3" providerId="LiveId" clId="{D488CD85-2DE0-4850-BC01-F689793E4A30}" dt="2021-10-17T13:54:39.933" v="162" actId="47"/>
        <pc:sldMkLst>
          <pc:docMk/>
          <pc:sldMk cId="2357246368" sldId="313"/>
        </pc:sldMkLst>
        <pc:spChg chg="mod">
          <ac:chgData name="Guilherme Micota Stipp" userId="7d8a6ee1e82349c3" providerId="LiveId" clId="{D488CD85-2DE0-4850-BC01-F689793E4A30}" dt="2021-10-17T13:54:30.217" v="158" actId="20577"/>
          <ac:spMkLst>
            <pc:docMk/>
            <pc:sldMk cId="2357246368" sldId="313"/>
            <ac:spMk id="10" creationId="{0DC30F15-2778-418E-A2EF-BEAEC6F95C4E}"/>
          </ac:spMkLst>
        </pc:spChg>
        <pc:picChg chg="add del mod">
          <ac:chgData name="Guilherme Micota Stipp" userId="7d8a6ee1e82349c3" providerId="LiveId" clId="{D488CD85-2DE0-4850-BC01-F689793E4A30}" dt="2021-10-17T13:53:49.889" v="138" actId="21"/>
          <ac:picMkLst>
            <pc:docMk/>
            <pc:sldMk cId="2357246368" sldId="313"/>
            <ac:picMk id="8" creationId="{52E91890-6C19-4297-B1F5-265A66C587E2}"/>
          </ac:picMkLst>
        </pc:picChg>
        <pc:picChg chg="add mod">
          <ac:chgData name="Guilherme Micota Stipp" userId="7d8a6ee1e82349c3" providerId="LiveId" clId="{D488CD85-2DE0-4850-BC01-F689793E4A30}" dt="2021-10-17T13:54:18.212" v="147" actId="14100"/>
          <ac:picMkLst>
            <pc:docMk/>
            <pc:sldMk cId="2357246368" sldId="313"/>
            <ac:picMk id="12" creationId="{BBF14494-87CC-4A77-B179-48F9C89A5C23}"/>
          </ac:picMkLst>
        </pc:picChg>
        <pc:picChg chg="del">
          <ac:chgData name="Guilherme Micota Stipp" userId="7d8a6ee1e82349c3" providerId="LiveId" clId="{D488CD85-2DE0-4850-BC01-F689793E4A30}" dt="2021-10-16T14:58:13.803" v="84" actId="478"/>
          <ac:picMkLst>
            <pc:docMk/>
            <pc:sldMk cId="2357246368" sldId="313"/>
            <ac:picMk id="17" creationId="{B817CCE9-E0BE-4A7C-B102-6AC8BBE8DB75}"/>
          </ac:picMkLst>
        </pc:picChg>
      </pc:sldChg>
      <pc:sldChg chg="del">
        <pc:chgData name="Guilherme Micota Stipp" userId="7d8a6ee1e82349c3" providerId="LiveId" clId="{D488CD85-2DE0-4850-BC01-F689793E4A30}" dt="2021-10-15T16:07:18.786" v="0" actId="47"/>
        <pc:sldMkLst>
          <pc:docMk/>
          <pc:sldMk cId="2858790055" sldId="319"/>
        </pc:sldMkLst>
      </pc:sldChg>
      <pc:sldChg chg="del">
        <pc:chgData name="Guilherme Micota Stipp" userId="7d8a6ee1e82349c3" providerId="LiveId" clId="{D488CD85-2DE0-4850-BC01-F689793E4A30}" dt="2021-10-15T16:07:19.636" v="2" actId="47"/>
        <pc:sldMkLst>
          <pc:docMk/>
          <pc:sldMk cId="2428610228" sldId="320"/>
        </pc:sldMkLst>
      </pc:sldChg>
      <pc:sldChg chg="addSp delSp modSp mod">
        <pc:chgData name="Guilherme Micota Stipp" userId="7d8a6ee1e82349c3" providerId="LiveId" clId="{D488CD85-2DE0-4850-BC01-F689793E4A30}" dt="2021-10-17T13:02:16.225" v="108" actId="14100"/>
        <pc:sldMkLst>
          <pc:docMk/>
          <pc:sldMk cId="208367571" sldId="321"/>
        </pc:sldMkLst>
        <pc:spChg chg="mod">
          <ac:chgData name="Guilherme Micota Stipp" userId="7d8a6ee1e82349c3" providerId="LiveId" clId="{D488CD85-2DE0-4850-BC01-F689793E4A30}" dt="2021-10-15T16:07:36.206" v="39" actId="20577"/>
          <ac:spMkLst>
            <pc:docMk/>
            <pc:sldMk cId="208367571" sldId="321"/>
            <ac:spMk id="10" creationId="{0DC30F15-2778-418E-A2EF-BEAEC6F95C4E}"/>
          </ac:spMkLst>
        </pc:spChg>
        <pc:picChg chg="add del mod">
          <ac:chgData name="Guilherme Micota Stipp" userId="7d8a6ee1e82349c3" providerId="LiveId" clId="{D488CD85-2DE0-4850-BC01-F689793E4A30}" dt="2021-10-17T12:58:49.872" v="95" actId="478"/>
          <ac:picMkLst>
            <pc:docMk/>
            <pc:sldMk cId="208367571" sldId="321"/>
            <ac:picMk id="8" creationId="{676A48DE-4BBE-4844-A1CC-C857382F9913}"/>
          </ac:picMkLst>
        </pc:picChg>
        <pc:picChg chg="del">
          <ac:chgData name="Guilherme Micota Stipp" userId="7d8a6ee1e82349c3" providerId="LiveId" clId="{D488CD85-2DE0-4850-BC01-F689793E4A30}" dt="2021-10-15T16:07:38.126" v="40" actId="478"/>
          <ac:picMkLst>
            <pc:docMk/>
            <pc:sldMk cId="208367571" sldId="321"/>
            <ac:picMk id="8" creationId="{8A515E6F-ACD3-42CE-8EBC-DEC684A72215}"/>
          </ac:picMkLst>
        </pc:picChg>
        <pc:picChg chg="add del mod">
          <ac:chgData name="Guilherme Micota Stipp" userId="7d8a6ee1e82349c3" providerId="LiveId" clId="{D488CD85-2DE0-4850-BC01-F689793E4A30}" dt="2021-10-15T16:07:53.766" v="52" actId="478"/>
          <ac:picMkLst>
            <pc:docMk/>
            <pc:sldMk cId="208367571" sldId="321"/>
            <ac:picMk id="11" creationId="{133C467F-B3E5-4D5C-A7B9-76A72B734AEE}"/>
          </ac:picMkLst>
        </pc:picChg>
        <pc:picChg chg="add del mod">
          <ac:chgData name="Guilherme Micota Stipp" userId="7d8a6ee1e82349c3" providerId="LiveId" clId="{D488CD85-2DE0-4850-BC01-F689793E4A30}" dt="2021-10-17T13:01:38.799" v="99" actId="478"/>
          <ac:picMkLst>
            <pc:docMk/>
            <pc:sldMk cId="208367571" sldId="321"/>
            <ac:picMk id="12" creationId="{D9D6B316-8571-4A57-9F0B-46EA87883611}"/>
          </ac:picMkLst>
        </pc:picChg>
        <pc:picChg chg="add del mod">
          <ac:chgData name="Guilherme Micota Stipp" userId="7d8a6ee1e82349c3" providerId="LiveId" clId="{D488CD85-2DE0-4850-BC01-F689793E4A30}" dt="2021-10-15T16:08:39.946" v="61" actId="478"/>
          <ac:picMkLst>
            <pc:docMk/>
            <pc:sldMk cId="208367571" sldId="321"/>
            <ac:picMk id="13" creationId="{960FDB09-6FCB-408B-ACE5-AE6AA7A9B892}"/>
          </ac:picMkLst>
        </pc:picChg>
        <pc:picChg chg="add mod">
          <ac:chgData name="Guilherme Micota Stipp" userId="7d8a6ee1e82349c3" providerId="LiveId" clId="{D488CD85-2DE0-4850-BC01-F689793E4A30}" dt="2021-10-17T13:02:16.225" v="108" actId="14100"/>
          <ac:picMkLst>
            <pc:docMk/>
            <pc:sldMk cId="208367571" sldId="321"/>
            <ac:picMk id="14" creationId="{1012FBAB-406D-4A48-A582-92598CC0A79E}"/>
          </ac:picMkLst>
        </pc:picChg>
        <pc:picChg chg="add del mod">
          <ac:chgData name="Guilherme Micota Stipp" userId="7d8a6ee1e82349c3" providerId="LiveId" clId="{D488CD85-2DE0-4850-BC01-F689793E4A30}" dt="2021-10-15T16:20:56.193" v="72" actId="478"/>
          <ac:picMkLst>
            <pc:docMk/>
            <pc:sldMk cId="208367571" sldId="321"/>
            <ac:picMk id="15" creationId="{5D937D7F-C167-4525-B681-9FC736CD22C7}"/>
          </ac:picMkLst>
        </pc:picChg>
        <pc:picChg chg="add del mod">
          <ac:chgData name="Guilherme Micota Stipp" userId="7d8a6ee1e82349c3" providerId="LiveId" clId="{D488CD85-2DE0-4850-BC01-F689793E4A30}" dt="2021-10-17T12:57:59.495" v="85" actId="478"/>
          <ac:picMkLst>
            <pc:docMk/>
            <pc:sldMk cId="208367571" sldId="321"/>
            <ac:picMk id="17" creationId="{5EC32A41-F53C-482F-97EA-0367DD46385A}"/>
          </ac:picMkLst>
        </pc:picChg>
      </pc:sldChg>
      <pc:sldChg chg="del">
        <pc:chgData name="Guilherme Micota Stipp" userId="7d8a6ee1e82349c3" providerId="LiveId" clId="{D488CD85-2DE0-4850-BC01-F689793E4A30}" dt="2021-10-15T16:07:19.205" v="1" actId="47"/>
        <pc:sldMkLst>
          <pc:docMk/>
          <pc:sldMk cId="484421625" sldId="322"/>
        </pc:sldMkLst>
      </pc:sldChg>
      <pc:sldChg chg="addSp delSp modSp add mod">
        <pc:chgData name="Guilherme Micota Stipp" userId="7d8a6ee1e82349c3" providerId="LiveId" clId="{D488CD85-2DE0-4850-BC01-F689793E4A30}" dt="2021-10-17T13:20:40.446" v="134" actId="14100"/>
        <pc:sldMkLst>
          <pc:docMk/>
          <pc:sldMk cId="3769556256" sldId="322"/>
        </pc:sldMkLst>
        <pc:picChg chg="add del mod">
          <ac:chgData name="Guilherme Micota Stipp" userId="7d8a6ee1e82349c3" providerId="LiveId" clId="{D488CD85-2DE0-4850-BC01-F689793E4A30}" dt="2021-10-17T13:16:28.994" v="114" actId="478"/>
          <ac:picMkLst>
            <pc:docMk/>
            <pc:sldMk cId="3769556256" sldId="322"/>
            <ac:picMk id="8" creationId="{46304FEF-9E14-4635-8998-242596243663}"/>
          </ac:picMkLst>
        </pc:picChg>
        <pc:picChg chg="add del mod">
          <ac:chgData name="Guilherme Micota Stipp" userId="7d8a6ee1e82349c3" providerId="LiveId" clId="{D488CD85-2DE0-4850-BC01-F689793E4A30}" dt="2021-10-17T13:20:02.271" v="124" actId="478"/>
          <ac:picMkLst>
            <pc:docMk/>
            <pc:sldMk cId="3769556256" sldId="322"/>
            <ac:picMk id="12" creationId="{4F2A9ED7-C34A-49A4-A27E-FADCFF26F0B3}"/>
          </ac:picMkLst>
        </pc:picChg>
        <pc:picChg chg="add mod">
          <ac:chgData name="Guilherme Micota Stipp" userId="7d8a6ee1e82349c3" providerId="LiveId" clId="{D488CD85-2DE0-4850-BC01-F689793E4A30}" dt="2021-10-17T13:20:40.446" v="134" actId="14100"/>
          <ac:picMkLst>
            <pc:docMk/>
            <pc:sldMk cId="3769556256" sldId="322"/>
            <ac:picMk id="14" creationId="{02D35C0B-E04A-43E5-BEDA-2D441F27C9E3}"/>
          </ac:picMkLst>
        </pc:picChg>
        <pc:picChg chg="del">
          <ac:chgData name="Guilherme Micota Stipp" userId="7d8a6ee1e82349c3" providerId="LiveId" clId="{D488CD85-2DE0-4850-BC01-F689793E4A30}" dt="2021-10-15T16:22:10.154" v="83" actId="478"/>
          <ac:picMkLst>
            <pc:docMk/>
            <pc:sldMk cId="3769556256" sldId="322"/>
            <ac:picMk id="17" creationId="{5EC32A41-F53C-482F-97EA-0367DD46385A}"/>
          </ac:picMkLst>
        </pc:picChg>
      </pc:sldChg>
      <pc:sldChg chg="addSp delSp modSp add mod">
        <pc:chgData name="Guilherme Micota Stipp" userId="7d8a6ee1e82349c3" providerId="LiveId" clId="{D488CD85-2DE0-4850-BC01-F689793E4A30}" dt="2021-10-18T00:52:57.591" v="397" actId="14100"/>
        <pc:sldMkLst>
          <pc:docMk/>
          <pc:sldMk cId="2975322907" sldId="323"/>
        </pc:sldMkLst>
        <pc:picChg chg="add mod">
          <ac:chgData name="Guilherme Micota Stipp" userId="7d8a6ee1e82349c3" providerId="LiveId" clId="{D488CD85-2DE0-4850-BC01-F689793E4A30}" dt="2021-10-18T00:52:57.591" v="397" actId="14100"/>
          <ac:picMkLst>
            <pc:docMk/>
            <pc:sldMk cId="2975322907" sldId="323"/>
            <ac:picMk id="8" creationId="{6F646170-4024-4249-AA99-5D7B197B3FA5}"/>
          </ac:picMkLst>
        </pc:picChg>
        <pc:picChg chg="del">
          <ac:chgData name="Guilherme Micota Stipp" userId="7d8a6ee1e82349c3" providerId="LiveId" clId="{D488CD85-2DE0-4850-BC01-F689793E4A30}" dt="2021-10-17T13:54:33.542" v="160" actId="478"/>
          <ac:picMkLst>
            <pc:docMk/>
            <pc:sldMk cId="2975322907" sldId="323"/>
            <ac:picMk id="12" creationId="{BBF14494-87CC-4A77-B179-48F9C89A5C23}"/>
          </ac:picMkLst>
        </pc:picChg>
      </pc:sldChg>
      <pc:sldChg chg="addSp delSp modSp add del mod">
        <pc:chgData name="Guilherme Micota Stipp" userId="7d8a6ee1e82349c3" providerId="LiveId" clId="{D488CD85-2DE0-4850-BC01-F689793E4A30}" dt="2021-10-17T22:28:09.705" v="212" actId="47"/>
        <pc:sldMkLst>
          <pc:docMk/>
          <pc:sldMk cId="68886943" sldId="324"/>
        </pc:sldMkLst>
        <pc:spChg chg="mod">
          <ac:chgData name="Guilherme Micota Stipp" userId="7d8a6ee1e82349c3" providerId="LiveId" clId="{D488CD85-2DE0-4850-BC01-F689793E4A30}" dt="2021-10-17T13:54:48.128" v="174" actId="20577"/>
          <ac:spMkLst>
            <pc:docMk/>
            <pc:sldMk cId="68886943" sldId="324"/>
            <ac:spMk id="10" creationId="{0DC30F15-2778-418E-A2EF-BEAEC6F95C4E}"/>
          </ac:spMkLst>
        </pc:spChg>
        <pc:picChg chg="add mod">
          <ac:chgData name="Guilherme Micota Stipp" userId="7d8a6ee1e82349c3" providerId="LiveId" clId="{D488CD85-2DE0-4850-BC01-F689793E4A30}" dt="2021-10-17T22:27:03.791" v="195" actId="14100"/>
          <ac:picMkLst>
            <pc:docMk/>
            <pc:sldMk cId="68886943" sldId="324"/>
            <ac:picMk id="8" creationId="{A7541532-8895-4417-9912-9A86A8442447}"/>
          </ac:picMkLst>
        </pc:picChg>
        <pc:picChg chg="add del mod">
          <ac:chgData name="Guilherme Micota Stipp" userId="7d8a6ee1e82349c3" providerId="LiveId" clId="{D488CD85-2DE0-4850-BC01-F689793E4A30}" dt="2021-10-17T22:26:51.680" v="177" actId="478"/>
          <ac:picMkLst>
            <pc:docMk/>
            <pc:sldMk cId="68886943" sldId="324"/>
            <ac:picMk id="11" creationId="{3F8576CB-E017-4282-9928-72F97CCE4B20}"/>
          </ac:picMkLst>
        </pc:picChg>
        <pc:picChg chg="del">
          <ac:chgData name="Guilherme Micota Stipp" userId="7d8a6ee1e82349c3" providerId="LiveId" clId="{D488CD85-2DE0-4850-BC01-F689793E4A30}" dt="2021-10-17T13:54:41.561" v="163" actId="478"/>
          <ac:picMkLst>
            <pc:docMk/>
            <pc:sldMk cId="68886943" sldId="324"/>
            <ac:picMk id="14" creationId="{02D35C0B-E04A-43E5-BEDA-2D441F27C9E3}"/>
          </ac:picMkLst>
        </pc:picChg>
      </pc:sldChg>
      <pc:sldChg chg="delSp add del mod">
        <pc:chgData name="Guilherme Micota Stipp" userId="7d8a6ee1e82349c3" providerId="LiveId" clId="{D488CD85-2DE0-4850-BC01-F689793E4A30}" dt="2021-10-17T22:27:47.362" v="211" actId="47"/>
        <pc:sldMkLst>
          <pc:docMk/>
          <pc:sldMk cId="3559807478" sldId="325"/>
        </pc:sldMkLst>
        <pc:picChg chg="del">
          <ac:chgData name="Guilherme Micota Stipp" userId="7d8a6ee1e82349c3" providerId="LiveId" clId="{D488CD85-2DE0-4850-BC01-F689793E4A30}" dt="2021-10-17T13:56:22.700" v="176" actId="478"/>
          <ac:picMkLst>
            <pc:docMk/>
            <pc:sldMk cId="3559807478" sldId="325"/>
            <ac:picMk id="14" creationId="{02D35C0B-E04A-43E5-BEDA-2D441F27C9E3}"/>
          </ac:picMkLst>
        </pc:picChg>
      </pc:sldChg>
      <pc:sldChg chg="add">
        <pc:chgData name="Guilherme Micota Stipp" userId="7d8a6ee1e82349c3" providerId="LiveId" clId="{D488CD85-2DE0-4850-BC01-F689793E4A30}" dt="2021-10-17T22:27:14.840" v="196" actId="2890"/>
        <pc:sldMkLst>
          <pc:docMk/>
          <pc:sldMk cId="247156990" sldId="326"/>
        </pc:sldMkLst>
      </pc:sldChg>
      <pc:sldChg chg="addSp delSp modSp add mod">
        <pc:chgData name="Guilherme Micota Stipp" userId="7d8a6ee1e82349c3" providerId="LiveId" clId="{D488CD85-2DE0-4850-BC01-F689793E4A30}" dt="2021-10-17T22:27:42.045" v="210" actId="14100"/>
        <pc:sldMkLst>
          <pc:docMk/>
          <pc:sldMk cId="739815195" sldId="327"/>
        </pc:sldMkLst>
        <pc:picChg chg="add mod">
          <ac:chgData name="Guilherme Micota Stipp" userId="7d8a6ee1e82349c3" providerId="LiveId" clId="{D488CD85-2DE0-4850-BC01-F689793E4A30}" dt="2021-10-17T22:27:42.045" v="210" actId="14100"/>
          <ac:picMkLst>
            <pc:docMk/>
            <pc:sldMk cId="739815195" sldId="327"/>
            <ac:picMk id="8" creationId="{E92EF394-B9A1-4288-BFA2-26A9CA8DBFA0}"/>
          </ac:picMkLst>
        </pc:picChg>
        <pc:picChg chg="del">
          <ac:chgData name="Guilherme Micota Stipp" userId="7d8a6ee1e82349c3" providerId="LiveId" clId="{D488CD85-2DE0-4850-BC01-F689793E4A30}" dt="2021-10-17T22:27:29.300" v="198" actId="478"/>
          <ac:picMkLst>
            <pc:docMk/>
            <pc:sldMk cId="739815195" sldId="327"/>
            <ac:picMk id="14" creationId="{02D35C0B-E04A-43E5-BEDA-2D441F27C9E3}"/>
          </ac:picMkLst>
        </pc:picChg>
      </pc:sldChg>
      <pc:sldChg chg="addSp delSp modSp add mod">
        <pc:chgData name="Guilherme Micota Stipp" userId="7d8a6ee1e82349c3" providerId="LiveId" clId="{D488CD85-2DE0-4850-BC01-F689793E4A30}" dt="2021-10-17T23:29:21.821" v="246" actId="14100"/>
        <pc:sldMkLst>
          <pc:docMk/>
          <pc:sldMk cId="2372145813" sldId="328"/>
        </pc:sldMkLst>
        <pc:spChg chg="mod">
          <ac:chgData name="Guilherme Micota Stipp" userId="7d8a6ee1e82349c3" providerId="LiveId" clId="{D488CD85-2DE0-4850-BC01-F689793E4A30}" dt="2021-10-17T22:37:07.531" v="219" actId="20577"/>
          <ac:spMkLst>
            <pc:docMk/>
            <pc:sldMk cId="2372145813" sldId="328"/>
            <ac:spMk id="10" creationId="{0DC30F15-2778-418E-A2EF-BEAEC6F95C4E}"/>
          </ac:spMkLst>
        </pc:spChg>
        <pc:picChg chg="del">
          <ac:chgData name="Guilherme Micota Stipp" userId="7d8a6ee1e82349c3" providerId="LiveId" clId="{D488CD85-2DE0-4850-BC01-F689793E4A30}" dt="2021-10-17T22:37:04.192" v="214" actId="478"/>
          <ac:picMkLst>
            <pc:docMk/>
            <pc:sldMk cId="2372145813" sldId="328"/>
            <ac:picMk id="8" creationId="{A7541532-8895-4417-9912-9A86A8442447}"/>
          </ac:picMkLst>
        </pc:picChg>
        <pc:picChg chg="add del mod">
          <ac:chgData name="Guilherme Micota Stipp" userId="7d8a6ee1e82349c3" providerId="LiveId" clId="{D488CD85-2DE0-4850-BC01-F689793E4A30}" dt="2021-10-17T23:27:17.250" v="225" actId="478"/>
          <ac:picMkLst>
            <pc:docMk/>
            <pc:sldMk cId="2372145813" sldId="328"/>
            <ac:picMk id="11" creationId="{D8FBEF5A-1B2E-4AA5-9DDC-1346151FBF45}"/>
          </ac:picMkLst>
        </pc:picChg>
        <pc:picChg chg="add del mod">
          <ac:chgData name="Guilherme Micota Stipp" userId="7d8a6ee1e82349c3" providerId="LiveId" clId="{D488CD85-2DE0-4850-BC01-F689793E4A30}" dt="2021-10-17T23:29:11.514" v="237" actId="478"/>
          <ac:picMkLst>
            <pc:docMk/>
            <pc:sldMk cId="2372145813" sldId="328"/>
            <ac:picMk id="13" creationId="{5CD58521-7792-45FB-82AE-3A969DB2CA1A}"/>
          </ac:picMkLst>
        </pc:picChg>
        <pc:picChg chg="add mod">
          <ac:chgData name="Guilherme Micota Stipp" userId="7d8a6ee1e82349c3" providerId="LiveId" clId="{D488CD85-2DE0-4850-BC01-F689793E4A30}" dt="2021-10-17T23:29:21.821" v="246" actId="14100"/>
          <ac:picMkLst>
            <pc:docMk/>
            <pc:sldMk cId="2372145813" sldId="328"/>
            <ac:picMk id="15" creationId="{3E8E287E-0BA2-441A-AA37-376AAE3CD797}"/>
          </ac:picMkLst>
        </pc:picChg>
      </pc:sldChg>
      <pc:sldChg chg="addSp delSp modSp add mod">
        <pc:chgData name="Guilherme Micota Stipp" userId="7d8a6ee1e82349c3" providerId="LiveId" clId="{D488CD85-2DE0-4850-BC01-F689793E4A30}" dt="2021-10-18T00:35:14.851" v="388" actId="1037"/>
        <pc:sldMkLst>
          <pc:docMk/>
          <pc:sldMk cId="527344766" sldId="329"/>
        </pc:sldMkLst>
        <pc:spChg chg="mod">
          <ac:chgData name="Guilherme Micota Stipp" userId="7d8a6ee1e82349c3" providerId="LiveId" clId="{D488CD85-2DE0-4850-BC01-F689793E4A30}" dt="2021-10-17T23:30:37.335" v="264" actId="20577"/>
          <ac:spMkLst>
            <pc:docMk/>
            <pc:sldMk cId="527344766" sldId="329"/>
            <ac:spMk id="10" creationId="{0DC30F15-2778-418E-A2EF-BEAEC6F95C4E}"/>
          </ac:spMkLst>
        </pc:spChg>
        <pc:picChg chg="add del mod">
          <ac:chgData name="Guilherme Micota Stipp" userId="7d8a6ee1e82349c3" providerId="LiveId" clId="{D488CD85-2DE0-4850-BC01-F689793E4A30}" dt="2021-10-18T00:33:35.081" v="286" actId="478"/>
          <ac:picMkLst>
            <pc:docMk/>
            <pc:sldMk cId="527344766" sldId="329"/>
            <ac:picMk id="8" creationId="{E413EDE8-2F71-4999-AA96-8E140488D19E}"/>
          </ac:picMkLst>
        </pc:picChg>
        <pc:picChg chg="add del mod">
          <ac:chgData name="Guilherme Micota Stipp" userId="7d8a6ee1e82349c3" providerId="LiveId" clId="{D488CD85-2DE0-4850-BC01-F689793E4A30}" dt="2021-10-18T00:33:32.458" v="284" actId="478"/>
          <ac:picMkLst>
            <pc:docMk/>
            <pc:sldMk cId="527344766" sldId="329"/>
            <ac:picMk id="12" creationId="{E248B835-BCB0-458F-B5E1-8BCD945602A2}"/>
          </ac:picMkLst>
        </pc:picChg>
        <pc:picChg chg="add del mod">
          <ac:chgData name="Guilherme Micota Stipp" userId="7d8a6ee1e82349c3" providerId="LiveId" clId="{D488CD85-2DE0-4850-BC01-F689793E4A30}" dt="2021-10-18T00:33:34.093" v="285" actId="478"/>
          <ac:picMkLst>
            <pc:docMk/>
            <pc:sldMk cId="527344766" sldId="329"/>
            <ac:picMk id="14" creationId="{E4D8AB74-8A00-4C99-B541-66CC12E1C044}"/>
          </ac:picMkLst>
        </pc:picChg>
        <pc:picChg chg="del">
          <ac:chgData name="Guilherme Micota Stipp" userId="7d8a6ee1e82349c3" providerId="LiveId" clId="{D488CD85-2DE0-4850-BC01-F689793E4A30}" dt="2021-10-17T23:30:40.255" v="265" actId="478"/>
          <ac:picMkLst>
            <pc:docMk/>
            <pc:sldMk cId="527344766" sldId="329"/>
            <ac:picMk id="15" creationId="{3E8E287E-0BA2-441A-AA37-376AAE3CD797}"/>
          </ac:picMkLst>
        </pc:picChg>
        <pc:picChg chg="add mod">
          <ac:chgData name="Guilherme Micota Stipp" userId="7d8a6ee1e82349c3" providerId="LiveId" clId="{D488CD85-2DE0-4850-BC01-F689793E4A30}" dt="2021-10-18T00:35:14.851" v="388" actId="1037"/>
          <ac:picMkLst>
            <pc:docMk/>
            <pc:sldMk cId="527344766" sldId="329"/>
            <ac:picMk id="17" creationId="{27236AE0-9E4D-480D-A29D-83CCDFED346C}"/>
          </ac:picMkLst>
        </pc:picChg>
        <pc:picChg chg="add mod">
          <ac:chgData name="Guilherme Micota Stipp" userId="7d8a6ee1e82349c3" providerId="LiveId" clId="{D488CD85-2DE0-4850-BC01-F689793E4A30}" dt="2021-10-18T00:34:46.280" v="347" actId="14100"/>
          <ac:picMkLst>
            <pc:docMk/>
            <pc:sldMk cId="527344766" sldId="329"/>
            <ac:picMk id="19" creationId="{C99BDC41-4702-43A9-82DB-2A3FFF70B787}"/>
          </ac:picMkLst>
        </pc:picChg>
        <pc:picChg chg="add mod">
          <ac:chgData name="Guilherme Micota Stipp" userId="7d8a6ee1e82349c3" providerId="LiveId" clId="{D488CD85-2DE0-4850-BC01-F689793E4A30}" dt="2021-10-18T00:34:58.356" v="354" actId="1036"/>
          <ac:picMkLst>
            <pc:docMk/>
            <pc:sldMk cId="527344766" sldId="329"/>
            <ac:picMk id="21" creationId="{3F7DEC75-2F6B-4EA9-951F-6C77D40476F7}"/>
          </ac:picMkLst>
        </pc:picChg>
      </pc:sldChg>
    </pc:docChg>
  </pc:docChgLst>
  <pc:docChgLst>
    <pc:chgData name="Guilherme Micota Stipp" userId="7d8a6ee1e82349c3" providerId="LiveId" clId="{C536B918-E364-4207-B958-B37028F8B714}"/>
    <pc:docChg chg="undo custSel addSld delSld modSld sldOrd">
      <pc:chgData name="Guilherme Micota Stipp" userId="7d8a6ee1e82349c3" providerId="LiveId" clId="{C536B918-E364-4207-B958-B37028F8B714}" dt="2021-12-06T17:54:48.419" v="251" actId="14100"/>
      <pc:docMkLst>
        <pc:docMk/>
      </pc:docMkLst>
      <pc:sldChg chg="modSp mod">
        <pc:chgData name="Guilherme Micota Stipp" userId="7d8a6ee1e82349c3" providerId="LiveId" clId="{C536B918-E364-4207-B958-B37028F8B714}" dt="2021-12-06T15:02:20.793" v="197" actId="20577"/>
        <pc:sldMkLst>
          <pc:docMk/>
          <pc:sldMk cId="3178680452" sldId="256"/>
        </pc:sldMkLst>
        <pc:spChg chg="mod">
          <ac:chgData name="Guilherme Micota Stipp" userId="7d8a6ee1e82349c3" providerId="LiveId" clId="{C536B918-E364-4207-B958-B37028F8B714}" dt="2021-12-06T15:02:20.793" v="197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addSp delSp modSp mod">
        <pc:chgData name="Guilherme Micota Stipp" userId="7d8a6ee1e82349c3" providerId="LiveId" clId="{C536B918-E364-4207-B958-B37028F8B714}" dt="2021-12-06T15:46:46.432" v="225" actId="14100"/>
        <pc:sldMkLst>
          <pc:docMk/>
          <pc:sldMk cId="498397642" sldId="331"/>
        </pc:sldMkLst>
        <pc:spChg chg="mod">
          <ac:chgData name="Guilherme Micota Stipp" userId="7d8a6ee1e82349c3" providerId="LiveId" clId="{C536B918-E364-4207-B958-B37028F8B714}" dt="2021-12-06T15:02:48.240" v="206"/>
          <ac:spMkLst>
            <pc:docMk/>
            <pc:sldMk cId="498397642" sldId="331"/>
            <ac:spMk id="4" creationId="{2A67854E-8517-42A3-8969-210A77F2C314}"/>
          </ac:spMkLst>
        </pc:spChg>
        <pc:picChg chg="add mod">
          <ac:chgData name="Guilherme Micota Stipp" userId="7d8a6ee1e82349c3" providerId="LiveId" clId="{C536B918-E364-4207-B958-B37028F8B714}" dt="2021-12-06T15:46:46.432" v="225" actId="14100"/>
          <ac:picMkLst>
            <pc:docMk/>
            <pc:sldMk cId="498397642" sldId="331"/>
            <ac:picMk id="8" creationId="{99B320A1-7EA9-4705-8F60-206B8764A827}"/>
          </ac:picMkLst>
        </pc:picChg>
        <pc:picChg chg="add mod">
          <ac:chgData name="Guilherme Micota Stipp" userId="7d8a6ee1e82349c3" providerId="LiveId" clId="{C536B918-E364-4207-B958-B37028F8B714}" dt="2021-12-06T15:46:38.087" v="221" actId="14100"/>
          <ac:picMkLst>
            <pc:docMk/>
            <pc:sldMk cId="498397642" sldId="331"/>
            <ac:picMk id="12" creationId="{B794AD24-5090-4E7B-8781-AC150D163BA1}"/>
          </ac:picMkLst>
        </pc:picChg>
        <pc:picChg chg="del">
          <ac:chgData name="Guilherme Micota Stipp" userId="7d8a6ee1e82349c3" providerId="LiveId" clId="{C536B918-E364-4207-B958-B37028F8B714}" dt="2021-12-06T15:46:21.410" v="207" actId="478"/>
          <ac:picMkLst>
            <pc:docMk/>
            <pc:sldMk cId="498397642" sldId="331"/>
            <ac:picMk id="25" creationId="{0D471F44-31F1-4570-A909-076926838EDE}"/>
          </ac:picMkLst>
        </pc:picChg>
        <pc:picChg chg="del">
          <ac:chgData name="Guilherme Micota Stipp" userId="7d8a6ee1e82349c3" providerId="LiveId" clId="{C536B918-E364-4207-B958-B37028F8B714}" dt="2021-12-06T15:46:22.299" v="209" actId="478"/>
          <ac:picMkLst>
            <pc:docMk/>
            <pc:sldMk cId="498397642" sldId="331"/>
            <ac:picMk id="27" creationId="{F8AFB9AE-4254-4AC1-A962-EC5DBF289492}"/>
          </ac:picMkLst>
        </pc:picChg>
        <pc:picChg chg="del">
          <ac:chgData name="Guilherme Micota Stipp" userId="7d8a6ee1e82349c3" providerId="LiveId" clId="{C536B918-E364-4207-B958-B37028F8B714}" dt="2021-12-06T15:46:21.803" v="208" actId="478"/>
          <ac:picMkLst>
            <pc:docMk/>
            <pc:sldMk cId="498397642" sldId="331"/>
            <ac:picMk id="29" creationId="{CD8D8FD8-D7E0-4BDE-9A28-679B2431E384}"/>
          </ac:picMkLst>
        </pc:picChg>
      </pc:sldChg>
      <pc:sldChg chg="addSp delSp modSp mod">
        <pc:chgData name="Guilherme Micota Stipp" userId="7d8a6ee1e82349c3" providerId="LiveId" clId="{C536B918-E364-4207-B958-B37028F8B714}" dt="2021-12-06T15:02:25.393" v="198"/>
        <pc:sldMkLst>
          <pc:docMk/>
          <pc:sldMk cId="4065182258" sldId="332"/>
        </pc:sldMkLst>
        <pc:spChg chg="mod">
          <ac:chgData name="Guilherme Micota Stipp" userId="7d8a6ee1e82349c3" providerId="LiveId" clId="{C536B918-E364-4207-B958-B37028F8B714}" dt="2021-12-06T15:02:25.393" v="198"/>
          <ac:spMkLst>
            <pc:docMk/>
            <pc:sldMk cId="4065182258" sldId="332"/>
            <ac:spMk id="4" creationId="{2A67854E-8517-42A3-8969-210A77F2C314}"/>
          </ac:spMkLst>
        </pc:spChg>
        <pc:spChg chg="mod">
          <ac:chgData name="Guilherme Micota Stipp" userId="7d8a6ee1e82349c3" providerId="LiveId" clId="{C536B918-E364-4207-B958-B37028F8B714}" dt="2021-12-06T13:22:50.121" v="44" actId="20577"/>
          <ac:spMkLst>
            <pc:docMk/>
            <pc:sldMk cId="4065182258" sldId="332"/>
            <ac:spMk id="10" creationId="{0DC30F15-2778-418E-A2EF-BEAEC6F95C4E}"/>
          </ac:spMkLst>
        </pc:spChg>
        <pc:picChg chg="add mod">
          <ac:chgData name="Guilherme Micota Stipp" userId="7d8a6ee1e82349c3" providerId="LiveId" clId="{C536B918-E364-4207-B958-B37028F8B714}" dt="2021-12-06T13:23:09.723" v="59" actId="14100"/>
          <ac:picMkLst>
            <pc:docMk/>
            <pc:sldMk cId="4065182258" sldId="332"/>
            <ac:picMk id="8" creationId="{CE534A71-87E9-4A47-96A4-762FB3A42631}"/>
          </ac:picMkLst>
        </pc:picChg>
        <pc:picChg chg="del">
          <ac:chgData name="Guilherme Micota Stipp" userId="7d8a6ee1e82349c3" providerId="LiveId" clId="{C536B918-E364-4207-B958-B37028F8B714}" dt="2021-12-06T13:22:52.157" v="45" actId="478"/>
          <ac:picMkLst>
            <pc:docMk/>
            <pc:sldMk cId="4065182258" sldId="332"/>
            <ac:picMk id="11" creationId="{BCA3E96B-596B-488F-84B5-E93A96D2C3DB}"/>
          </ac:picMkLst>
        </pc:picChg>
        <pc:picChg chg="add mod">
          <ac:chgData name="Guilherme Micota Stipp" userId="7d8a6ee1e82349c3" providerId="LiveId" clId="{C536B918-E364-4207-B958-B37028F8B714}" dt="2021-12-06T13:23:53.981" v="95" actId="1036"/>
          <ac:picMkLst>
            <pc:docMk/>
            <pc:sldMk cId="4065182258" sldId="332"/>
            <ac:picMk id="13" creationId="{A067D20F-40D7-4858-B59B-DFFDC76C7460}"/>
          </ac:picMkLst>
        </pc:picChg>
        <pc:picChg chg="add mod">
          <ac:chgData name="Guilherme Micota Stipp" userId="7d8a6ee1e82349c3" providerId="LiveId" clId="{C536B918-E364-4207-B958-B37028F8B714}" dt="2021-12-06T13:23:32.051" v="75" actId="14100"/>
          <ac:picMkLst>
            <pc:docMk/>
            <pc:sldMk cId="4065182258" sldId="332"/>
            <ac:picMk id="15" creationId="{34B3164A-3135-40B0-B06C-44D6DF04C5CD}"/>
          </ac:picMkLst>
        </pc:picChg>
      </pc:sldChg>
      <pc:sldChg chg="add del">
        <pc:chgData name="Guilherme Micota Stipp" userId="7d8a6ee1e82349c3" providerId="LiveId" clId="{C536B918-E364-4207-B958-B37028F8B714}" dt="2021-12-06T13:22:36.606" v="18" actId="47"/>
        <pc:sldMkLst>
          <pc:docMk/>
          <pc:sldMk cId="983633962" sldId="343"/>
        </pc:sldMkLst>
      </pc:sldChg>
      <pc:sldChg chg="add del">
        <pc:chgData name="Guilherme Micota Stipp" userId="7d8a6ee1e82349c3" providerId="LiveId" clId="{C536B918-E364-4207-B958-B37028F8B714}" dt="2021-12-06T13:22:37.419" v="19" actId="47"/>
        <pc:sldMkLst>
          <pc:docMk/>
          <pc:sldMk cId="238667493" sldId="344"/>
        </pc:sldMkLst>
      </pc:sldChg>
      <pc:sldChg chg="add del">
        <pc:chgData name="Guilherme Micota Stipp" userId="7d8a6ee1e82349c3" providerId="LiveId" clId="{C536B918-E364-4207-B958-B37028F8B714}" dt="2021-12-06T13:22:38.174" v="20" actId="47"/>
        <pc:sldMkLst>
          <pc:docMk/>
          <pc:sldMk cId="119279432" sldId="345"/>
        </pc:sldMkLst>
      </pc:sldChg>
      <pc:sldChg chg="del">
        <pc:chgData name="Guilherme Micota Stipp" userId="7d8a6ee1e82349c3" providerId="LiveId" clId="{C536B918-E364-4207-B958-B37028F8B714}" dt="2021-12-06T13:22:38.922" v="21" actId="47"/>
        <pc:sldMkLst>
          <pc:docMk/>
          <pc:sldMk cId="3320248493" sldId="346"/>
        </pc:sldMkLst>
      </pc:sldChg>
      <pc:sldChg chg="add del">
        <pc:chgData name="Guilherme Micota Stipp" userId="7d8a6ee1e82349c3" providerId="LiveId" clId="{C536B918-E364-4207-B958-B37028F8B714}" dt="2021-12-06T13:22:35.031" v="16" actId="47"/>
        <pc:sldMkLst>
          <pc:docMk/>
          <pc:sldMk cId="756101309" sldId="347"/>
        </pc:sldMkLst>
      </pc:sldChg>
      <pc:sldChg chg="add del">
        <pc:chgData name="Guilherme Micota Stipp" userId="7d8a6ee1e82349c3" providerId="LiveId" clId="{C536B918-E364-4207-B958-B37028F8B714}" dt="2021-12-06T13:22:35.809" v="17" actId="47"/>
        <pc:sldMkLst>
          <pc:docMk/>
          <pc:sldMk cId="992919487" sldId="348"/>
        </pc:sldMkLst>
      </pc:sldChg>
      <pc:sldChg chg="addSp delSp modSp mod">
        <pc:chgData name="Guilherme Micota Stipp" userId="7d8a6ee1e82349c3" providerId="LiveId" clId="{C536B918-E364-4207-B958-B37028F8B714}" dt="2021-12-06T17:54:48.419" v="251" actId="14100"/>
        <pc:sldMkLst>
          <pc:docMk/>
          <pc:sldMk cId="2604897518" sldId="349"/>
        </pc:sldMkLst>
        <pc:spChg chg="mod">
          <ac:chgData name="Guilherme Micota Stipp" userId="7d8a6ee1e82349c3" providerId="LiveId" clId="{C536B918-E364-4207-B958-B37028F8B714}" dt="2021-12-06T15:02:46.024" v="205"/>
          <ac:spMkLst>
            <pc:docMk/>
            <pc:sldMk cId="2604897518" sldId="349"/>
            <ac:spMk id="4" creationId="{2A67854E-8517-42A3-8969-210A77F2C314}"/>
          </ac:spMkLst>
        </pc:spChg>
        <pc:picChg chg="add del mod">
          <ac:chgData name="Guilherme Micota Stipp" userId="7d8a6ee1e82349c3" providerId="LiveId" clId="{C536B918-E364-4207-B958-B37028F8B714}" dt="2021-12-06T17:53:28.252" v="233" actId="478"/>
          <ac:picMkLst>
            <pc:docMk/>
            <pc:sldMk cId="2604897518" sldId="349"/>
            <ac:picMk id="8" creationId="{F70E82DF-2421-46CC-A160-04917EF7D71A}"/>
          </ac:picMkLst>
        </pc:picChg>
        <pc:picChg chg="add del mod">
          <ac:chgData name="Guilherme Micota Stipp" userId="7d8a6ee1e82349c3" providerId="LiveId" clId="{C536B918-E364-4207-B958-B37028F8B714}" dt="2021-12-06T17:54:37.286" v="242" actId="478"/>
          <ac:picMkLst>
            <pc:docMk/>
            <pc:sldMk cId="2604897518" sldId="349"/>
            <ac:picMk id="12" creationId="{394C9802-FCDB-4803-BD55-5B61563AB0D7}"/>
          </ac:picMkLst>
        </pc:picChg>
        <pc:picChg chg="add mod">
          <ac:chgData name="Guilherme Micota Stipp" userId="7d8a6ee1e82349c3" providerId="LiveId" clId="{C536B918-E364-4207-B958-B37028F8B714}" dt="2021-12-06T17:54:48.419" v="251" actId="14100"/>
          <ac:picMkLst>
            <pc:docMk/>
            <pc:sldMk cId="2604897518" sldId="349"/>
            <ac:picMk id="14" creationId="{A8BB0B96-D530-49C9-9115-6926F61B5FA0}"/>
          </ac:picMkLst>
        </pc:picChg>
        <pc:picChg chg="del">
          <ac:chgData name="Guilherme Micota Stipp" userId="7d8a6ee1e82349c3" providerId="LiveId" clId="{C536B918-E364-4207-B958-B37028F8B714}" dt="2021-12-06T17:18:40.445" v="226" actId="478"/>
          <ac:picMkLst>
            <pc:docMk/>
            <pc:sldMk cId="2604897518" sldId="349"/>
            <ac:picMk id="15" creationId="{1FDA41D0-189A-4C2D-B8E6-864331770536}"/>
          </ac:picMkLst>
        </pc:picChg>
      </pc:sldChg>
      <pc:sldChg chg="addSp delSp modSp add mod">
        <pc:chgData name="Guilherme Micota Stipp" userId="7d8a6ee1e82349c3" providerId="LiveId" clId="{C536B918-E364-4207-B958-B37028F8B714}" dt="2021-12-06T15:02:27.691" v="199"/>
        <pc:sldMkLst>
          <pc:docMk/>
          <pc:sldMk cId="2218977444" sldId="350"/>
        </pc:sldMkLst>
        <pc:spChg chg="mod">
          <ac:chgData name="Guilherme Micota Stipp" userId="7d8a6ee1e82349c3" providerId="LiveId" clId="{C536B918-E364-4207-B958-B37028F8B714}" dt="2021-12-06T15:02:27.691" v="199"/>
          <ac:spMkLst>
            <pc:docMk/>
            <pc:sldMk cId="2218977444" sldId="350"/>
            <ac:spMk id="4" creationId="{2A67854E-8517-42A3-8969-210A77F2C314}"/>
          </ac:spMkLst>
        </pc:spChg>
        <pc:picChg chg="del">
          <ac:chgData name="Guilherme Micota Stipp" userId="7d8a6ee1e82349c3" providerId="LiveId" clId="{C536B918-E364-4207-B958-B37028F8B714}" dt="2021-12-06T13:24:11.023" v="97" actId="478"/>
          <ac:picMkLst>
            <pc:docMk/>
            <pc:sldMk cId="2218977444" sldId="350"/>
            <ac:picMk id="8" creationId="{CE534A71-87E9-4A47-96A4-762FB3A42631}"/>
          </ac:picMkLst>
        </pc:picChg>
        <pc:picChg chg="add mod">
          <ac:chgData name="Guilherme Micota Stipp" userId="7d8a6ee1e82349c3" providerId="LiveId" clId="{C536B918-E364-4207-B958-B37028F8B714}" dt="2021-12-06T13:24:29.574" v="113" actId="14100"/>
          <ac:picMkLst>
            <pc:docMk/>
            <pc:sldMk cId="2218977444" sldId="350"/>
            <ac:picMk id="11" creationId="{BE8EFE00-A4A7-4C75-902C-2C928890E822}"/>
          </ac:picMkLst>
        </pc:picChg>
        <pc:picChg chg="del">
          <ac:chgData name="Guilherme Micota Stipp" userId="7d8a6ee1e82349c3" providerId="LiveId" clId="{C536B918-E364-4207-B958-B37028F8B714}" dt="2021-12-06T13:24:12.006" v="99" actId="478"/>
          <ac:picMkLst>
            <pc:docMk/>
            <pc:sldMk cId="2218977444" sldId="350"/>
            <ac:picMk id="13" creationId="{A067D20F-40D7-4858-B59B-DFFDC76C7460}"/>
          </ac:picMkLst>
        </pc:picChg>
        <pc:picChg chg="del">
          <ac:chgData name="Guilherme Micota Stipp" userId="7d8a6ee1e82349c3" providerId="LiveId" clId="{C536B918-E364-4207-B958-B37028F8B714}" dt="2021-12-06T13:24:11.546" v="98" actId="478"/>
          <ac:picMkLst>
            <pc:docMk/>
            <pc:sldMk cId="2218977444" sldId="350"/>
            <ac:picMk id="15" creationId="{34B3164A-3135-40B0-B06C-44D6DF04C5CD}"/>
          </ac:picMkLst>
        </pc:picChg>
      </pc:sldChg>
      <pc:sldChg chg="addSp delSp modSp add mod">
        <pc:chgData name="Guilherme Micota Stipp" userId="7d8a6ee1e82349c3" providerId="LiveId" clId="{C536B918-E364-4207-B958-B37028F8B714}" dt="2021-12-06T15:02:36.486" v="202"/>
        <pc:sldMkLst>
          <pc:docMk/>
          <pc:sldMk cId="1143514007" sldId="351"/>
        </pc:sldMkLst>
        <pc:spChg chg="mod">
          <ac:chgData name="Guilherme Micota Stipp" userId="7d8a6ee1e82349c3" providerId="LiveId" clId="{C536B918-E364-4207-B958-B37028F8B714}" dt="2021-12-06T15:02:36.486" v="202"/>
          <ac:spMkLst>
            <pc:docMk/>
            <pc:sldMk cId="1143514007" sldId="351"/>
            <ac:spMk id="4" creationId="{2A67854E-8517-42A3-8969-210A77F2C314}"/>
          </ac:spMkLst>
        </pc:spChg>
        <pc:picChg chg="add mod">
          <ac:chgData name="Guilherme Micota Stipp" userId="7d8a6ee1e82349c3" providerId="LiveId" clId="{C536B918-E364-4207-B958-B37028F8B714}" dt="2021-12-06T13:24:44.980" v="129" actId="14100"/>
          <ac:picMkLst>
            <pc:docMk/>
            <pc:sldMk cId="1143514007" sldId="351"/>
            <ac:picMk id="8" creationId="{10BBA631-951C-4A79-8088-F1FFEA3E7C0F}"/>
          </ac:picMkLst>
        </pc:picChg>
        <pc:picChg chg="del">
          <ac:chgData name="Guilherme Micota Stipp" userId="7d8a6ee1e82349c3" providerId="LiveId" clId="{C536B918-E364-4207-B958-B37028F8B714}" dt="2021-12-06T13:24:32.273" v="115" actId="478"/>
          <ac:picMkLst>
            <pc:docMk/>
            <pc:sldMk cId="1143514007" sldId="351"/>
            <ac:picMk id="11" creationId="{BE8EFE00-A4A7-4C75-902C-2C928890E822}"/>
          </ac:picMkLst>
        </pc:picChg>
      </pc:sldChg>
      <pc:sldChg chg="addSp delSp modSp add mod ord">
        <pc:chgData name="Guilherme Micota Stipp" userId="7d8a6ee1e82349c3" providerId="LiveId" clId="{C536B918-E364-4207-B958-B37028F8B714}" dt="2021-12-06T15:02:29.949" v="200"/>
        <pc:sldMkLst>
          <pc:docMk/>
          <pc:sldMk cId="123692855" sldId="352"/>
        </pc:sldMkLst>
        <pc:spChg chg="mod">
          <ac:chgData name="Guilherme Micota Stipp" userId="7d8a6ee1e82349c3" providerId="LiveId" clId="{C536B918-E364-4207-B958-B37028F8B714}" dt="2021-12-06T15:02:29.949" v="200"/>
          <ac:spMkLst>
            <pc:docMk/>
            <pc:sldMk cId="123692855" sldId="352"/>
            <ac:spMk id="4" creationId="{2A67854E-8517-42A3-8969-210A77F2C314}"/>
          </ac:spMkLst>
        </pc:spChg>
        <pc:picChg chg="del">
          <ac:chgData name="Guilherme Micota Stipp" userId="7d8a6ee1e82349c3" providerId="LiveId" clId="{C536B918-E364-4207-B958-B37028F8B714}" dt="2021-12-06T13:24:55.285" v="131" actId="478"/>
          <ac:picMkLst>
            <pc:docMk/>
            <pc:sldMk cId="123692855" sldId="352"/>
            <ac:picMk id="8" creationId="{10BBA631-951C-4A79-8088-F1FFEA3E7C0F}"/>
          </ac:picMkLst>
        </pc:picChg>
        <pc:picChg chg="add mod">
          <ac:chgData name="Guilherme Micota Stipp" userId="7d8a6ee1e82349c3" providerId="LiveId" clId="{C536B918-E364-4207-B958-B37028F8B714}" dt="2021-12-06T13:25:10.952" v="140" actId="14100"/>
          <ac:picMkLst>
            <pc:docMk/>
            <pc:sldMk cId="123692855" sldId="352"/>
            <ac:picMk id="11" creationId="{67E93AD8-EAE4-490E-A301-0CFC168D8434}"/>
          </ac:picMkLst>
        </pc:picChg>
      </pc:sldChg>
      <pc:sldChg chg="addSp delSp modSp add mod">
        <pc:chgData name="Guilherme Micota Stipp" userId="7d8a6ee1e82349c3" providerId="LiveId" clId="{C536B918-E364-4207-B958-B37028F8B714}" dt="2021-12-06T15:02:33.768" v="201"/>
        <pc:sldMkLst>
          <pc:docMk/>
          <pc:sldMk cId="1849198346" sldId="353"/>
        </pc:sldMkLst>
        <pc:spChg chg="mod">
          <ac:chgData name="Guilherme Micota Stipp" userId="7d8a6ee1e82349c3" providerId="LiveId" clId="{C536B918-E364-4207-B958-B37028F8B714}" dt="2021-12-06T15:02:33.768" v="201"/>
          <ac:spMkLst>
            <pc:docMk/>
            <pc:sldMk cId="1849198346" sldId="353"/>
            <ac:spMk id="4" creationId="{2A67854E-8517-42A3-8969-210A77F2C314}"/>
          </ac:spMkLst>
        </pc:spChg>
        <pc:picChg chg="add mod">
          <ac:chgData name="Guilherme Micota Stipp" userId="7d8a6ee1e82349c3" providerId="LiveId" clId="{C536B918-E364-4207-B958-B37028F8B714}" dt="2021-12-06T13:25:31.506" v="154" actId="14100"/>
          <ac:picMkLst>
            <pc:docMk/>
            <pc:sldMk cId="1849198346" sldId="353"/>
            <ac:picMk id="8" creationId="{12F1D1BC-8EE1-4985-A670-B1D2E0CA756C}"/>
          </ac:picMkLst>
        </pc:picChg>
        <pc:picChg chg="del">
          <ac:chgData name="Guilherme Micota Stipp" userId="7d8a6ee1e82349c3" providerId="LiveId" clId="{C536B918-E364-4207-B958-B37028F8B714}" dt="2021-12-06T13:25:18.031" v="144" actId="478"/>
          <ac:picMkLst>
            <pc:docMk/>
            <pc:sldMk cId="1849198346" sldId="353"/>
            <ac:picMk id="11" creationId="{67E93AD8-EAE4-490E-A301-0CFC168D8434}"/>
          </ac:picMkLst>
        </pc:picChg>
      </pc:sldChg>
      <pc:sldChg chg="addSp delSp modSp add mod">
        <pc:chgData name="Guilherme Micota Stipp" userId="7d8a6ee1e82349c3" providerId="LiveId" clId="{C536B918-E364-4207-B958-B37028F8B714}" dt="2021-12-06T15:02:40.113" v="203"/>
        <pc:sldMkLst>
          <pc:docMk/>
          <pc:sldMk cId="2642692909" sldId="354"/>
        </pc:sldMkLst>
        <pc:spChg chg="mod">
          <ac:chgData name="Guilherme Micota Stipp" userId="7d8a6ee1e82349c3" providerId="LiveId" clId="{C536B918-E364-4207-B958-B37028F8B714}" dt="2021-12-06T15:02:40.113" v="203"/>
          <ac:spMkLst>
            <pc:docMk/>
            <pc:sldMk cId="2642692909" sldId="354"/>
            <ac:spMk id="4" creationId="{2A67854E-8517-42A3-8969-210A77F2C314}"/>
          </ac:spMkLst>
        </pc:spChg>
        <pc:picChg chg="del">
          <ac:chgData name="Guilherme Micota Stipp" userId="7d8a6ee1e82349c3" providerId="LiveId" clId="{C536B918-E364-4207-B958-B37028F8B714}" dt="2021-12-06T13:25:45.287" v="156" actId="478"/>
          <ac:picMkLst>
            <pc:docMk/>
            <pc:sldMk cId="2642692909" sldId="354"/>
            <ac:picMk id="8" creationId="{10BBA631-951C-4A79-8088-F1FFEA3E7C0F}"/>
          </ac:picMkLst>
        </pc:picChg>
        <pc:picChg chg="add del mod">
          <ac:chgData name="Guilherme Micota Stipp" userId="7d8a6ee1e82349c3" providerId="LiveId" clId="{C536B918-E364-4207-B958-B37028F8B714}" dt="2021-12-06T13:26:35.125" v="168" actId="478"/>
          <ac:picMkLst>
            <pc:docMk/>
            <pc:sldMk cId="2642692909" sldId="354"/>
            <ac:picMk id="11" creationId="{1181C9BB-89F6-4BC9-9620-2F927C262910}"/>
          </ac:picMkLst>
        </pc:picChg>
        <pc:picChg chg="add del mod">
          <ac:chgData name="Guilherme Micota Stipp" userId="7d8a6ee1e82349c3" providerId="LiveId" clId="{C536B918-E364-4207-B958-B37028F8B714}" dt="2021-12-06T14:53:19.946" v="179" actId="478"/>
          <ac:picMkLst>
            <pc:docMk/>
            <pc:sldMk cId="2642692909" sldId="354"/>
            <ac:picMk id="13" creationId="{4B0B2811-5C9C-4952-B007-A29430BBF60D}"/>
          </ac:picMkLst>
        </pc:picChg>
        <pc:picChg chg="add mod">
          <ac:chgData name="Guilherme Micota Stipp" userId="7d8a6ee1e82349c3" providerId="LiveId" clId="{C536B918-E364-4207-B958-B37028F8B714}" dt="2021-12-06T14:53:29.200" v="189" actId="14100"/>
          <ac:picMkLst>
            <pc:docMk/>
            <pc:sldMk cId="2642692909" sldId="354"/>
            <ac:picMk id="15" creationId="{6A2ECC58-844E-4371-A1C8-11E861854908}"/>
          </ac:picMkLst>
        </pc:picChg>
      </pc:sldChg>
      <pc:sldChg chg="modSp add mod">
        <pc:chgData name="Guilherme Micota Stipp" userId="7d8a6ee1e82349c3" providerId="LiveId" clId="{C536B918-E364-4207-B958-B37028F8B714}" dt="2021-12-06T15:02:42.833" v="204"/>
        <pc:sldMkLst>
          <pc:docMk/>
          <pc:sldMk cId="3535575626" sldId="355"/>
        </pc:sldMkLst>
        <pc:spChg chg="mod">
          <ac:chgData name="Guilherme Micota Stipp" userId="7d8a6ee1e82349c3" providerId="LiveId" clId="{C536B918-E364-4207-B958-B37028F8B714}" dt="2021-12-06T15:02:42.833" v="204"/>
          <ac:spMkLst>
            <pc:docMk/>
            <pc:sldMk cId="3535575626" sldId="355"/>
            <ac:spMk id="4" creationId="{2A67854E-8517-42A3-8969-210A77F2C314}"/>
          </ac:spMkLst>
        </pc:spChg>
      </pc:sldChg>
    </pc:docChg>
  </pc:docChgLst>
  <pc:docChgLst>
    <pc:chgData name="Guilherme Micota Stipp" userId="7d8a6ee1e82349c3" providerId="LiveId" clId="{08C3AA3F-E936-4300-AA47-254F7F0F56E2}"/>
    <pc:docChg chg="custSel addSld delSld modSld sldOrd">
      <pc:chgData name="Guilherme Micota Stipp" userId="7d8a6ee1e82349c3" providerId="LiveId" clId="{08C3AA3F-E936-4300-AA47-254F7F0F56E2}" dt="2021-07-26T17:45:15.212" v="605" actId="14100"/>
      <pc:docMkLst>
        <pc:docMk/>
      </pc:docMkLst>
      <pc:sldChg chg="del">
        <pc:chgData name="Guilherme Micota Stipp" userId="7d8a6ee1e82349c3" providerId="LiveId" clId="{08C3AA3F-E936-4300-AA47-254F7F0F56E2}" dt="2021-07-25T23:46:04.894" v="0" actId="47"/>
        <pc:sldMkLst>
          <pc:docMk/>
          <pc:sldMk cId="2551466354" sldId="258"/>
        </pc:sldMkLst>
      </pc:sldChg>
      <pc:sldChg chg="addSp delSp modSp mod">
        <pc:chgData name="Guilherme Micota Stipp" userId="7d8a6ee1e82349c3" providerId="LiveId" clId="{08C3AA3F-E936-4300-AA47-254F7F0F56E2}" dt="2021-07-25T23:46:54.124" v="79" actId="14100"/>
        <pc:sldMkLst>
          <pc:docMk/>
          <pc:sldMk cId="1259924771" sldId="299"/>
        </pc:sldMkLst>
        <pc:picChg chg="add mod">
          <ac:chgData name="Guilherme Micota Stipp" userId="7d8a6ee1e82349c3" providerId="LiveId" clId="{08C3AA3F-E936-4300-AA47-254F7F0F56E2}" dt="2021-07-25T23:46:54.124" v="79" actId="14100"/>
          <ac:picMkLst>
            <pc:docMk/>
            <pc:sldMk cId="1259924771" sldId="299"/>
            <ac:picMk id="8" creationId="{0DFED7A1-9B00-4F26-9EBA-3D24BC10CEBC}"/>
          </ac:picMkLst>
        </pc:picChg>
        <pc:picChg chg="del">
          <ac:chgData name="Guilherme Micota Stipp" userId="7d8a6ee1e82349c3" providerId="LiveId" clId="{08C3AA3F-E936-4300-AA47-254F7F0F56E2}" dt="2021-07-25T23:46:32.791" v="22" actId="478"/>
          <ac:picMkLst>
            <pc:docMk/>
            <pc:sldMk cId="1259924771" sldId="299"/>
            <ac:picMk id="11" creationId="{20B90BCF-CD3C-4900-826E-58D5562F58F6}"/>
          </ac:picMkLst>
        </pc:picChg>
      </pc:sldChg>
      <pc:sldChg chg="addSp delSp modSp mod">
        <pc:chgData name="Guilherme Micota Stipp" userId="7d8a6ee1e82349c3" providerId="LiveId" clId="{08C3AA3F-E936-4300-AA47-254F7F0F56E2}" dt="2021-07-25T23:46:23.957" v="21" actId="14100"/>
        <pc:sldMkLst>
          <pc:docMk/>
          <pc:sldMk cId="2321114233" sldId="300"/>
        </pc:sldMkLst>
        <pc:picChg chg="del">
          <ac:chgData name="Guilherme Micota Stipp" userId="7d8a6ee1e82349c3" providerId="LiveId" clId="{08C3AA3F-E936-4300-AA47-254F7F0F56E2}" dt="2021-07-25T23:46:08.656" v="4" actId="478"/>
          <ac:picMkLst>
            <pc:docMk/>
            <pc:sldMk cId="2321114233" sldId="300"/>
            <ac:picMk id="8" creationId="{57EB9AC4-8E0E-4F8E-BB66-0C8F55058E31}"/>
          </ac:picMkLst>
        </pc:picChg>
        <pc:picChg chg="add mod">
          <ac:chgData name="Guilherme Micota Stipp" userId="7d8a6ee1e82349c3" providerId="LiveId" clId="{08C3AA3F-E936-4300-AA47-254F7F0F56E2}" dt="2021-07-25T23:46:23.957" v="21" actId="14100"/>
          <ac:picMkLst>
            <pc:docMk/>
            <pc:sldMk cId="2321114233" sldId="300"/>
            <ac:picMk id="11" creationId="{1C111AD0-7179-48B7-B72D-7259365A5FCB}"/>
          </ac:picMkLst>
        </pc:picChg>
      </pc:sldChg>
      <pc:sldChg chg="addSp delSp modSp add mod ord">
        <pc:chgData name="Guilherme Micota Stipp" userId="7d8a6ee1e82349c3" providerId="LiveId" clId="{08C3AA3F-E936-4300-AA47-254F7F0F56E2}" dt="2021-07-26T13:46:34.105" v="372" actId="20577"/>
        <pc:sldMkLst>
          <pc:docMk/>
          <pc:sldMk cId="2850151980" sldId="301"/>
        </pc:sldMkLst>
        <pc:spChg chg="mod">
          <ac:chgData name="Guilherme Micota Stipp" userId="7d8a6ee1e82349c3" providerId="LiveId" clId="{08C3AA3F-E936-4300-AA47-254F7F0F56E2}" dt="2021-07-26T13:46:34.105" v="372" actId="20577"/>
          <ac:spMkLst>
            <pc:docMk/>
            <pc:sldMk cId="2850151980" sldId="301"/>
            <ac:spMk id="10" creationId="{0DC30F15-2778-418E-A2EF-BEAEC6F95C4E}"/>
          </ac:spMkLst>
        </pc:spChg>
        <pc:picChg chg="add del mod">
          <ac:chgData name="Guilherme Micota Stipp" userId="7d8a6ee1e82349c3" providerId="LiveId" clId="{08C3AA3F-E936-4300-AA47-254F7F0F56E2}" dt="2021-07-26T13:31:39.866" v="353" actId="478"/>
          <ac:picMkLst>
            <pc:docMk/>
            <pc:sldMk cId="2850151980" sldId="301"/>
            <ac:picMk id="8" creationId="{9C6639DA-54D2-4809-A24E-126D0B112763}"/>
          </ac:picMkLst>
        </pc:picChg>
        <pc:picChg chg="del">
          <ac:chgData name="Guilherme Micota Stipp" userId="7d8a6ee1e82349c3" providerId="LiveId" clId="{08C3AA3F-E936-4300-AA47-254F7F0F56E2}" dt="2021-07-25T23:47:12.495" v="81" actId="478"/>
          <ac:picMkLst>
            <pc:docMk/>
            <pc:sldMk cId="2850151980" sldId="301"/>
            <ac:picMk id="11" creationId="{1C111AD0-7179-48B7-B72D-7259365A5FCB}"/>
          </ac:picMkLst>
        </pc:picChg>
        <pc:picChg chg="add mod">
          <ac:chgData name="Guilherme Micota Stipp" userId="7d8a6ee1e82349c3" providerId="LiveId" clId="{08C3AA3F-E936-4300-AA47-254F7F0F56E2}" dt="2021-07-26T13:46:23.814" v="362" actId="14100"/>
          <ac:picMkLst>
            <pc:docMk/>
            <pc:sldMk cId="2850151980" sldId="301"/>
            <ac:picMk id="11" creationId="{A30C5F33-2099-4088-9DD1-956A72990E6D}"/>
          </ac:picMkLst>
        </pc:picChg>
      </pc:sldChg>
      <pc:sldChg chg="del">
        <pc:chgData name="Guilherme Micota Stipp" userId="7d8a6ee1e82349c3" providerId="LiveId" clId="{08C3AA3F-E936-4300-AA47-254F7F0F56E2}" dt="2021-07-25T23:46:05.233" v="1" actId="47"/>
        <pc:sldMkLst>
          <pc:docMk/>
          <pc:sldMk cId="3638586378" sldId="301"/>
        </pc:sldMkLst>
      </pc:sldChg>
      <pc:sldChg chg="addSp delSp modSp add mod">
        <pc:chgData name="Guilherme Micota Stipp" userId="7d8a6ee1e82349c3" providerId="LiveId" clId="{08C3AA3F-E936-4300-AA47-254F7F0F56E2}" dt="2021-07-26T13:30:13.647" v="303" actId="14100"/>
        <pc:sldMkLst>
          <pc:docMk/>
          <pc:sldMk cId="1427876630" sldId="302"/>
        </pc:sldMkLst>
        <pc:spChg chg="mod">
          <ac:chgData name="Guilherme Micota Stipp" userId="7d8a6ee1e82349c3" providerId="LiveId" clId="{08C3AA3F-E936-4300-AA47-254F7F0F56E2}" dt="2021-07-26T13:28:52.931" v="246" actId="20577"/>
          <ac:spMkLst>
            <pc:docMk/>
            <pc:sldMk cId="1427876630" sldId="302"/>
            <ac:spMk id="10" creationId="{0DC30F15-2778-418E-A2EF-BEAEC6F95C4E}"/>
          </ac:spMkLst>
        </pc:spChg>
        <pc:picChg chg="del">
          <ac:chgData name="Guilherme Micota Stipp" userId="7d8a6ee1e82349c3" providerId="LiveId" clId="{08C3AA3F-E936-4300-AA47-254F7F0F56E2}" dt="2021-07-26T13:28:55.273" v="247" actId="478"/>
          <ac:picMkLst>
            <pc:docMk/>
            <pc:sldMk cId="1427876630" sldId="302"/>
            <ac:picMk id="8" creationId="{9C6639DA-54D2-4809-A24E-126D0B112763}"/>
          </ac:picMkLst>
        </pc:picChg>
        <pc:picChg chg="add del mod">
          <ac:chgData name="Guilherme Micota Stipp" userId="7d8a6ee1e82349c3" providerId="LiveId" clId="{08C3AA3F-E936-4300-AA47-254F7F0F56E2}" dt="2021-07-26T13:29:52.932" v="259" actId="478"/>
          <ac:picMkLst>
            <pc:docMk/>
            <pc:sldMk cId="1427876630" sldId="302"/>
            <ac:picMk id="11" creationId="{1A99B262-1348-4A9C-B250-696AA1CFD89A}"/>
          </ac:picMkLst>
        </pc:picChg>
        <pc:picChg chg="add mod">
          <ac:chgData name="Guilherme Micota Stipp" userId="7d8a6ee1e82349c3" providerId="LiveId" clId="{08C3AA3F-E936-4300-AA47-254F7F0F56E2}" dt="2021-07-26T13:30:13.647" v="303" actId="14100"/>
          <ac:picMkLst>
            <pc:docMk/>
            <pc:sldMk cId="1427876630" sldId="302"/>
            <ac:picMk id="13" creationId="{B5E10735-9297-46B1-A257-84328D40B3A9}"/>
          </ac:picMkLst>
        </pc:picChg>
      </pc:sldChg>
      <pc:sldChg chg="del">
        <pc:chgData name="Guilherme Micota Stipp" userId="7d8a6ee1e82349c3" providerId="LiveId" clId="{08C3AA3F-E936-4300-AA47-254F7F0F56E2}" dt="2021-07-25T23:46:05.680" v="2" actId="47"/>
        <pc:sldMkLst>
          <pc:docMk/>
          <pc:sldMk cId="4277908712" sldId="302"/>
        </pc:sldMkLst>
      </pc:sldChg>
      <pc:sldChg chg="add">
        <pc:chgData name="Guilherme Micota Stipp" userId="7d8a6ee1e82349c3" providerId="LiveId" clId="{08C3AA3F-E936-4300-AA47-254F7F0F56E2}" dt="2021-07-26T13:31:18.645" v="304" actId="2890"/>
        <pc:sldMkLst>
          <pc:docMk/>
          <pc:sldMk cId="2021498511" sldId="303"/>
        </pc:sldMkLst>
      </pc:sldChg>
      <pc:sldChg chg="del">
        <pc:chgData name="Guilherme Micota Stipp" userId="7d8a6ee1e82349c3" providerId="LiveId" clId="{08C3AA3F-E936-4300-AA47-254F7F0F56E2}" dt="2021-07-25T23:46:06.482" v="3" actId="47"/>
        <pc:sldMkLst>
          <pc:docMk/>
          <pc:sldMk cId="3329450168" sldId="303"/>
        </pc:sldMkLst>
      </pc:sldChg>
      <pc:sldChg chg="addSp delSp modSp add mod">
        <pc:chgData name="Guilherme Micota Stipp" userId="7d8a6ee1e82349c3" providerId="LiveId" clId="{08C3AA3F-E936-4300-AA47-254F7F0F56E2}" dt="2021-07-26T14:08:45.272" v="441" actId="14100"/>
        <pc:sldMkLst>
          <pc:docMk/>
          <pc:sldMk cId="1226416724" sldId="304"/>
        </pc:sldMkLst>
        <pc:picChg chg="add del mod">
          <ac:chgData name="Guilherme Micota Stipp" userId="7d8a6ee1e82349c3" providerId="LiveId" clId="{08C3AA3F-E936-4300-AA47-254F7F0F56E2}" dt="2021-07-26T14:08:08.324" v="412" actId="478"/>
          <ac:picMkLst>
            <pc:docMk/>
            <pc:sldMk cId="1226416724" sldId="304"/>
            <ac:picMk id="8" creationId="{D905B628-AF17-46C3-8EF5-0CF4686A9E5E}"/>
          </ac:picMkLst>
        </pc:picChg>
        <pc:picChg chg="del">
          <ac:chgData name="Guilherme Micota Stipp" userId="7d8a6ee1e82349c3" providerId="LiveId" clId="{08C3AA3F-E936-4300-AA47-254F7F0F56E2}" dt="2021-07-26T14:06:58.475" v="374" actId="478"/>
          <ac:picMkLst>
            <pc:docMk/>
            <pc:sldMk cId="1226416724" sldId="304"/>
            <ac:picMk id="11" creationId="{A30C5F33-2099-4088-9DD1-956A72990E6D}"/>
          </ac:picMkLst>
        </pc:picChg>
        <pc:picChg chg="add del mod">
          <ac:chgData name="Guilherme Micota Stipp" userId="7d8a6ee1e82349c3" providerId="LiveId" clId="{08C3AA3F-E936-4300-AA47-254F7F0F56E2}" dt="2021-07-26T14:08:14.200" v="416" actId="478"/>
          <ac:picMkLst>
            <pc:docMk/>
            <pc:sldMk cId="1226416724" sldId="304"/>
            <ac:picMk id="13" creationId="{014DFBBD-F199-4717-98E6-1B2A48FBBCD6}"/>
          </ac:picMkLst>
        </pc:picChg>
        <pc:picChg chg="add mod">
          <ac:chgData name="Guilherme Micota Stipp" userId="7d8a6ee1e82349c3" providerId="LiveId" clId="{08C3AA3F-E936-4300-AA47-254F7F0F56E2}" dt="2021-07-26T14:08:45.272" v="441" actId="14100"/>
          <ac:picMkLst>
            <pc:docMk/>
            <pc:sldMk cId="1226416724" sldId="304"/>
            <ac:picMk id="15" creationId="{4D2580BD-ACE2-4E5D-95BA-C66A5B83309D}"/>
          </ac:picMkLst>
        </pc:picChg>
      </pc:sldChg>
      <pc:sldChg chg="addSp delSp modSp add mod">
        <pc:chgData name="Guilherme Micota Stipp" userId="7d8a6ee1e82349c3" providerId="LiveId" clId="{08C3AA3F-E936-4300-AA47-254F7F0F56E2}" dt="2021-07-26T17:45:15.212" v="605" actId="14100"/>
        <pc:sldMkLst>
          <pc:docMk/>
          <pc:sldMk cId="126994336" sldId="305"/>
        </pc:sldMkLst>
        <pc:spChg chg="mod">
          <ac:chgData name="Guilherme Micota Stipp" userId="7d8a6ee1e82349c3" providerId="LiveId" clId="{08C3AA3F-E936-4300-AA47-254F7F0F56E2}" dt="2021-07-26T14:55:38.170" v="457" actId="20577"/>
          <ac:spMkLst>
            <pc:docMk/>
            <pc:sldMk cId="126994336" sldId="305"/>
            <ac:spMk id="10" creationId="{0DC30F15-2778-418E-A2EF-BEAEC6F95C4E}"/>
          </ac:spMkLst>
        </pc:spChg>
        <pc:picChg chg="add mod">
          <ac:chgData name="Guilherme Micota Stipp" userId="7d8a6ee1e82349c3" providerId="LiveId" clId="{08C3AA3F-E936-4300-AA47-254F7F0F56E2}" dt="2021-07-26T17:45:15.212" v="605" actId="14100"/>
          <ac:picMkLst>
            <pc:docMk/>
            <pc:sldMk cId="126994336" sldId="305"/>
            <ac:picMk id="8" creationId="{D006D677-A601-42E4-B36E-FEA4DD27C03F}"/>
          </ac:picMkLst>
        </pc:picChg>
        <pc:picChg chg="add del mod">
          <ac:chgData name="Guilherme Micota Stipp" userId="7d8a6ee1e82349c3" providerId="LiveId" clId="{08C3AA3F-E936-4300-AA47-254F7F0F56E2}" dt="2021-07-26T15:01:55.433" v="465" actId="478"/>
          <ac:picMkLst>
            <pc:docMk/>
            <pc:sldMk cId="126994336" sldId="305"/>
            <ac:picMk id="8" creationId="{E0103F1F-4C18-48FC-9F2D-C323344A68DC}"/>
          </ac:picMkLst>
        </pc:picChg>
        <pc:picChg chg="add del mod">
          <ac:chgData name="Guilherme Micota Stipp" userId="7d8a6ee1e82349c3" providerId="LiveId" clId="{08C3AA3F-E936-4300-AA47-254F7F0F56E2}" dt="2021-07-26T15:01:56.098" v="466" actId="478"/>
          <ac:picMkLst>
            <pc:docMk/>
            <pc:sldMk cId="126994336" sldId="305"/>
            <ac:picMk id="12" creationId="{404873D1-EE17-4E88-988A-6A4D70AE1280}"/>
          </ac:picMkLst>
        </pc:picChg>
        <pc:picChg chg="add del mod">
          <ac:chgData name="Guilherme Micota Stipp" userId="7d8a6ee1e82349c3" providerId="LiveId" clId="{08C3AA3F-E936-4300-AA47-254F7F0F56E2}" dt="2021-07-26T15:02:24.177" v="474" actId="478"/>
          <ac:picMkLst>
            <pc:docMk/>
            <pc:sldMk cId="126994336" sldId="305"/>
            <ac:picMk id="14" creationId="{F6FE4F1E-D40F-4EB0-BBA5-B40EC8265F00}"/>
          </ac:picMkLst>
        </pc:picChg>
        <pc:picChg chg="del">
          <ac:chgData name="Guilherme Micota Stipp" userId="7d8a6ee1e82349c3" providerId="LiveId" clId="{08C3AA3F-E936-4300-AA47-254F7F0F56E2}" dt="2021-07-26T14:55:33.407" v="443" actId="478"/>
          <ac:picMkLst>
            <pc:docMk/>
            <pc:sldMk cId="126994336" sldId="305"/>
            <ac:picMk id="15" creationId="{4D2580BD-ACE2-4E5D-95BA-C66A5B83309D}"/>
          </ac:picMkLst>
        </pc:picChg>
        <pc:picChg chg="add del mod">
          <ac:chgData name="Guilherme Micota Stipp" userId="7d8a6ee1e82349c3" providerId="LiveId" clId="{08C3AA3F-E936-4300-AA47-254F7F0F56E2}" dt="2021-07-26T15:02:24.921" v="475" actId="478"/>
          <ac:picMkLst>
            <pc:docMk/>
            <pc:sldMk cId="126994336" sldId="305"/>
            <ac:picMk id="17" creationId="{C9732E34-B280-406D-85AC-3D2DD0B7F196}"/>
          </ac:picMkLst>
        </pc:picChg>
        <pc:picChg chg="add del mod">
          <ac:chgData name="Guilherme Micota Stipp" userId="7d8a6ee1e82349c3" providerId="LiveId" clId="{08C3AA3F-E936-4300-AA47-254F7F0F56E2}" dt="2021-07-26T15:02:43.962" v="483" actId="478"/>
          <ac:picMkLst>
            <pc:docMk/>
            <pc:sldMk cId="126994336" sldId="305"/>
            <ac:picMk id="19" creationId="{C065E172-876A-4BB3-BA41-83F2028E6E6C}"/>
          </ac:picMkLst>
        </pc:picChg>
        <pc:picChg chg="add del mod">
          <ac:chgData name="Guilherme Micota Stipp" userId="7d8a6ee1e82349c3" providerId="LiveId" clId="{08C3AA3F-E936-4300-AA47-254F7F0F56E2}" dt="2021-07-26T15:02:42.812" v="482" actId="478"/>
          <ac:picMkLst>
            <pc:docMk/>
            <pc:sldMk cId="126994336" sldId="305"/>
            <ac:picMk id="21" creationId="{726B0308-05FF-4CD4-9120-6DBF2DCD01AA}"/>
          </ac:picMkLst>
        </pc:picChg>
        <pc:picChg chg="add del mod">
          <ac:chgData name="Guilherme Micota Stipp" userId="7d8a6ee1e82349c3" providerId="LiveId" clId="{08C3AA3F-E936-4300-AA47-254F7F0F56E2}" dt="2021-07-26T17:44:26.701" v="551" actId="478"/>
          <ac:picMkLst>
            <pc:docMk/>
            <pc:sldMk cId="126994336" sldId="305"/>
            <ac:picMk id="23" creationId="{9F653FE9-8C6E-4A8D-B618-304727872369}"/>
          </ac:picMkLst>
        </pc:picChg>
        <pc:picChg chg="add mod">
          <ac:chgData name="Guilherme Micota Stipp" userId="7d8a6ee1e82349c3" providerId="LiveId" clId="{08C3AA3F-E936-4300-AA47-254F7F0F56E2}" dt="2021-07-26T15:03:40.937" v="514" actId="14100"/>
          <ac:picMkLst>
            <pc:docMk/>
            <pc:sldMk cId="126994336" sldId="305"/>
            <ac:picMk id="25" creationId="{483E68C3-2BFC-4C06-A2FB-ACF0E4FA58A3}"/>
          </ac:picMkLst>
        </pc:picChg>
      </pc:sldChg>
      <pc:sldChg chg="addSp delSp modSp add mod">
        <pc:chgData name="Guilherme Micota Stipp" userId="7d8a6ee1e82349c3" providerId="LiveId" clId="{08C3AA3F-E936-4300-AA47-254F7F0F56E2}" dt="2021-07-26T15:20:24.243" v="550" actId="14100"/>
        <pc:sldMkLst>
          <pc:docMk/>
          <pc:sldMk cId="2597510336" sldId="306"/>
        </pc:sldMkLst>
        <pc:spChg chg="mod">
          <ac:chgData name="Guilherme Micota Stipp" userId="7d8a6ee1e82349c3" providerId="LiveId" clId="{08C3AA3F-E936-4300-AA47-254F7F0F56E2}" dt="2021-07-26T15:20:14.589" v="544" actId="20577"/>
          <ac:spMkLst>
            <pc:docMk/>
            <pc:sldMk cId="2597510336" sldId="306"/>
            <ac:spMk id="10" creationId="{0DC30F15-2778-418E-A2EF-BEAEC6F95C4E}"/>
          </ac:spMkLst>
        </pc:spChg>
        <pc:picChg chg="add mod">
          <ac:chgData name="Guilherme Micota Stipp" userId="7d8a6ee1e82349c3" providerId="LiveId" clId="{08C3AA3F-E936-4300-AA47-254F7F0F56E2}" dt="2021-07-26T15:20:24.243" v="550" actId="14100"/>
          <ac:picMkLst>
            <pc:docMk/>
            <pc:sldMk cId="2597510336" sldId="306"/>
            <ac:picMk id="8" creationId="{755DD1F0-2330-4CB9-90C4-39E594F5FCFA}"/>
          </ac:picMkLst>
        </pc:picChg>
        <pc:picChg chg="del">
          <ac:chgData name="Guilherme Micota Stipp" userId="7d8a6ee1e82349c3" providerId="LiveId" clId="{08C3AA3F-E936-4300-AA47-254F7F0F56E2}" dt="2021-07-26T15:20:03.223" v="516" actId="478"/>
          <ac:picMkLst>
            <pc:docMk/>
            <pc:sldMk cId="2597510336" sldId="306"/>
            <ac:picMk id="23" creationId="{9F653FE9-8C6E-4A8D-B618-304727872369}"/>
          </ac:picMkLst>
        </pc:picChg>
        <pc:picChg chg="del">
          <ac:chgData name="Guilherme Micota Stipp" userId="7d8a6ee1e82349c3" providerId="LiveId" clId="{08C3AA3F-E936-4300-AA47-254F7F0F56E2}" dt="2021-07-26T15:20:03.607" v="517" actId="478"/>
          <ac:picMkLst>
            <pc:docMk/>
            <pc:sldMk cId="2597510336" sldId="306"/>
            <ac:picMk id="25" creationId="{483E68C3-2BFC-4C06-A2FB-ACF0E4FA58A3}"/>
          </ac:picMkLst>
        </pc:picChg>
      </pc:sldChg>
    </pc:docChg>
  </pc:docChgLst>
  <pc:docChgLst>
    <pc:chgData name="Guilherme Micota Stipp" userId="7d8a6ee1e82349c3" providerId="LiveId" clId="{45A9CDD9-AE7A-4808-9F1A-54FA5681050E}"/>
    <pc:docChg chg="undo custSel addSld delSld modSld sldOrd">
      <pc:chgData name="Guilherme Micota Stipp" userId="7d8a6ee1e82349c3" providerId="LiveId" clId="{45A9CDD9-AE7A-4808-9F1A-54FA5681050E}" dt="2022-05-11T01:16:33.794" v="2541" actId="14100"/>
      <pc:docMkLst>
        <pc:docMk/>
      </pc:docMkLst>
      <pc:sldChg chg="modSp mod">
        <pc:chgData name="Guilherme Micota Stipp" userId="7d8a6ee1e82349c3" providerId="LiveId" clId="{45A9CDD9-AE7A-4808-9F1A-54FA5681050E}" dt="2022-05-09T19:37:35.497" v="305" actId="20577"/>
        <pc:sldMkLst>
          <pc:docMk/>
          <pc:sldMk cId="3178680452" sldId="256"/>
        </pc:sldMkLst>
        <pc:spChg chg="mod">
          <ac:chgData name="Guilherme Micota Stipp" userId="7d8a6ee1e82349c3" providerId="LiveId" clId="{45A9CDD9-AE7A-4808-9F1A-54FA5681050E}" dt="2022-05-09T19:37:35.497" v="305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delSp modSp mod">
        <pc:chgData name="Guilherme Micota Stipp" userId="7d8a6ee1e82349c3" providerId="LiveId" clId="{45A9CDD9-AE7A-4808-9F1A-54FA5681050E}" dt="2022-05-10T21:27:23.232" v="1610" actId="20577"/>
        <pc:sldMkLst>
          <pc:docMk/>
          <pc:sldMk cId="4068793934" sldId="391"/>
        </pc:sldMkLst>
        <pc:spChg chg="del mod">
          <ac:chgData name="Guilherme Micota Stipp" userId="7d8a6ee1e82349c3" providerId="LiveId" clId="{45A9CDD9-AE7A-4808-9F1A-54FA5681050E}" dt="2022-05-09T19:21:44.144" v="194" actId="478"/>
          <ac:spMkLst>
            <pc:docMk/>
            <pc:sldMk cId="4068793934" sldId="391"/>
            <ac:spMk id="6" creationId="{F9D35F11-8A9B-446C-9011-CF6AB758605A}"/>
          </ac:spMkLst>
        </pc:spChg>
        <pc:spChg chg="del">
          <ac:chgData name="Guilherme Micota Stipp" userId="7d8a6ee1e82349c3" providerId="LiveId" clId="{45A9CDD9-AE7A-4808-9F1A-54FA5681050E}" dt="2022-05-09T19:34:42.241" v="289" actId="478"/>
          <ac:spMkLst>
            <pc:docMk/>
            <pc:sldMk cId="4068793934" sldId="391"/>
            <ac:spMk id="7" creationId="{938567CF-C1C6-43AE-ACD5-169F4E6357C9}"/>
          </ac:spMkLst>
        </pc:spChg>
        <pc:spChg chg="mod">
          <ac:chgData name="Guilherme Micota Stipp" userId="7d8a6ee1e82349c3" providerId="LiveId" clId="{45A9CDD9-AE7A-4808-9F1A-54FA5681050E}" dt="2022-05-10T21:27:23.232" v="1610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del">
        <pc:chgData name="Guilherme Micota Stipp" userId="7d8a6ee1e82349c3" providerId="LiveId" clId="{45A9CDD9-AE7A-4808-9F1A-54FA5681050E}" dt="2022-05-09T19:19:50.558" v="165" actId="47"/>
        <pc:sldMkLst>
          <pc:docMk/>
          <pc:sldMk cId="2600531691" sldId="426"/>
        </pc:sldMkLst>
      </pc:sldChg>
      <pc:sldChg chg="del">
        <pc:chgData name="Guilherme Micota Stipp" userId="7d8a6ee1e82349c3" providerId="LiveId" clId="{45A9CDD9-AE7A-4808-9F1A-54FA5681050E}" dt="2022-05-09T19:19:52.410" v="170" actId="47"/>
        <pc:sldMkLst>
          <pc:docMk/>
          <pc:sldMk cId="2157732553" sldId="428"/>
        </pc:sldMkLst>
      </pc:sldChg>
      <pc:sldChg chg="del">
        <pc:chgData name="Guilherme Micota Stipp" userId="7d8a6ee1e82349c3" providerId="LiveId" clId="{45A9CDD9-AE7A-4808-9F1A-54FA5681050E}" dt="2022-05-09T19:19:53.180" v="172" actId="47"/>
        <pc:sldMkLst>
          <pc:docMk/>
          <pc:sldMk cId="1350667552" sldId="429"/>
        </pc:sldMkLst>
      </pc:sldChg>
      <pc:sldChg chg="del">
        <pc:chgData name="Guilherme Micota Stipp" userId="7d8a6ee1e82349c3" providerId="LiveId" clId="{45A9CDD9-AE7A-4808-9F1A-54FA5681050E}" dt="2022-05-09T19:19:51.625" v="168" actId="47"/>
        <pc:sldMkLst>
          <pc:docMk/>
          <pc:sldMk cId="2466700123" sldId="430"/>
        </pc:sldMkLst>
      </pc:sldChg>
      <pc:sldChg chg="del">
        <pc:chgData name="Guilherme Micota Stipp" userId="7d8a6ee1e82349c3" providerId="LiveId" clId="{45A9CDD9-AE7A-4808-9F1A-54FA5681050E}" dt="2022-05-09T19:19:50.966" v="166" actId="47"/>
        <pc:sldMkLst>
          <pc:docMk/>
          <pc:sldMk cId="3304855171" sldId="431"/>
        </pc:sldMkLst>
      </pc:sldChg>
      <pc:sldChg chg="addSp delSp modSp del mod">
        <pc:chgData name="Guilherme Micota Stipp" userId="7d8a6ee1e82349c3" providerId="LiveId" clId="{45A9CDD9-AE7A-4808-9F1A-54FA5681050E}" dt="2022-05-10T21:27:10.911" v="1582" actId="47"/>
        <pc:sldMkLst>
          <pc:docMk/>
          <pc:sldMk cId="2332220579" sldId="432"/>
        </pc:sldMkLst>
        <pc:spChg chg="add mod">
          <ac:chgData name="Guilherme Micota Stipp" userId="7d8a6ee1e82349c3" providerId="LiveId" clId="{45A9CDD9-AE7A-4808-9F1A-54FA5681050E}" dt="2022-05-09T19:39:35.585" v="410" actId="20577"/>
          <ac:spMkLst>
            <pc:docMk/>
            <pc:sldMk cId="2332220579" sldId="432"/>
            <ac:spMk id="2" creationId="{B7F98FB5-42D6-68CA-B975-C01DC730DA27}"/>
          </ac:spMkLst>
        </pc:spChg>
        <pc:spChg chg="del">
          <ac:chgData name="Guilherme Micota Stipp" userId="7d8a6ee1e82349c3" providerId="LiveId" clId="{45A9CDD9-AE7A-4808-9F1A-54FA5681050E}" dt="2022-05-09T19:21:51.971" v="195" actId="478"/>
          <ac:spMkLst>
            <pc:docMk/>
            <pc:sldMk cId="2332220579" sldId="432"/>
            <ac:spMk id="6" creationId="{F9D35F11-8A9B-446C-9011-CF6AB758605A}"/>
          </ac:spMkLst>
        </pc:spChg>
        <pc:spChg chg="del">
          <ac:chgData name="Guilherme Micota Stipp" userId="7d8a6ee1e82349c3" providerId="LiveId" clId="{45A9CDD9-AE7A-4808-9F1A-54FA5681050E}" dt="2022-05-09T19:34:45.702" v="290" actId="478"/>
          <ac:spMkLst>
            <pc:docMk/>
            <pc:sldMk cId="2332220579" sldId="432"/>
            <ac:spMk id="7" creationId="{938567CF-C1C6-43AE-ACD5-169F4E6357C9}"/>
          </ac:spMkLst>
        </pc:spChg>
        <pc:spChg chg="mod">
          <ac:chgData name="Guilherme Micota Stipp" userId="7d8a6ee1e82349c3" providerId="LiveId" clId="{45A9CDD9-AE7A-4808-9F1A-54FA5681050E}" dt="2022-05-09T19:22:03.331" v="205" actId="1036"/>
          <ac:spMkLst>
            <pc:docMk/>
            <pc:sldMk cId="2332220579" sldId="432"/>
            <ac:spMk id="13" creationId="{D0C9F8C4-BC80-439D-B398-B468E1969B13}"/>
          </ac:spMkLst>
        </pc:spChg>
        <pc:picChg chg="del">
          <ac:chgData name="Guilherme Micota Stipp" userId="7d8a6ee1e82349c3" providerId="LiveId" clId="{45A9CDD9-AE7A-4808-9F1A-54FA5681050E}" dt="2022-05-09T19:19:58.661" v="175" actId="478"/>
          <ac:picMkLst>
            <pc:docMk/>
            <pc:sldMk cId="2332220579" sldId="432"/>
            <ac:picMk id="8" creationId="{C9785F4B-DF0E-B586-D9A2-68057E039504}"/>
          </ac:picMkLst>
        </pc:picChg>
        <pc:picChg chg="add mod">
          <ac:chgData name="Guilherme Micota Stipp" userId="7d8a6ee1e82349c3" providerId="LiveId" clId="{45A9CDD9-AE7A-4808-9F1A-54FA5681050E}" dt="2022-05-09T19:30:34.684" v="232" actId="1037"/>
          <ac:picMkLst>
            <pc:docMk/>
            <pc:sldMk cId="2332220579" sldId="432"/>
            <ac:picMk id="10" creationId="{6B70B53E-805D-158D-C16D-F4A53EB1DA93}"/>
          </ac:picMkLst>
        </pc:picChg>
      </pc:sldChg>
      <pc:sldChg chg="del">
        <pc:chgData name="Guilherme Micota Stipp" userId="7d8a6ee1e82349c3" providerId="LiveId" clId="{45A9CDD9-AE7A-4808-9F1A-54FA5681050E}" dt="2022-05-09T19:19:51.280" v="167" actId="47"/>
        <pc:sldMkLst>
          <pc:docMk/>
          <pc:sldMk cId="1829601656" sldId="433"/>
        </pc:sldMkLst>
      </pc:sldChg>
      <pc:sldChg chg="addSp delSp modSp add mod">
        <pc:chgData name="Guilherme Micota Stipp" userId="7d8a6ee1e82349c3" providerId="LiveId" clId="{45A9CDD9-AE7A-4808-9F1A-54FA5681050E}" dt="2022-05-10T21:23:11.316" v="1452"/>
        <pc:sldMkLst>
          <pc:docMk/>
          <pc:sldMk cId="4136410670" sldId="433"/>
        </pc:sldMkLst>
        <pc:spChg chg="del mod">
          <ac:chgData name="Guilherme Micota Stipp" userId="7d8a6ee1e82349c3" providerId="LiveId" clId="{45A9CDD9-AE7A-4808-9F1A-54FA5681050E}" dt="2022-05-10T21:17:11.597" v="1284" actId="478"/>
          <ac:spMkLst>
            <pc:docMk/>
            <pc:sldMk cId="4136410670" sldId="433"/>
            <ac:spMk id="2" creationId="{B7F98FB5-42D6-68CA-B975-C01DC730DA27}"/>
          </ac:spMkLst>
        </pc:spChg>
        <pc:graphicFrameChg chg="add del mod">
          <ac:chgData name="Guilherme Micota Stipp" userId="7d8a6ee1e82349c3" providerId="LiveId" clId="{45A9CDD9-AE7A-4808-9F1A-54FA5681050E}" dt="2022-05-10T21:17:12.175" v="1285" actId="478"/>
          <ac:graphicFrameMkLst>
            <pc:docMk/>
            <pc:sldMk cId="4136410670" sldId="433"/>
            <ac:graphicFrameMk id="11" creationId="{B45B809D-3108-8247-E488-8A7052F41D71}"/>
          </ac:graphicFrameMkLst>
        </pc:graphicFrameChg>
        <pc:graphicFrameChg chg="add mod">
          <ac:chgData name="Guilherme Micota Stipp" userId="7d8a6ee1e82349c3" providerId="LiveId" clId="{45A9CDD9-AE7A-4808-9F1A-54FA5681050E}" dt="2022-05-10T21:19:00.382" v="1369"/>
          <ac:graphicFrameMkLst>
            <pc:docMk/>
            <pc:sldMk cId="4136410670" sldId="433"/>
            <ac:graphicFrameMk id="12" creationId="{3831696D-03E3-544E-3A3B-CB6CFCBFC8A0}"/>
          </ac:graphicFrameMkLst>
        </pc:graphicFrameChg>
        <pc:graphicFrameChg chg="add del mod">
          <ac:chgData name="Guilherme Micota Stipp" userId="7d8a6ee1e82349c3" providerId="LiveId" clId="{45A9CDD9-AE7A-4808-9F1A-54FA5681050E}" dt="2022-05-10T21:22:45.331" v="1445" actId="478"/>
          <ac:graphicFrameMkLst>
            <pc:docMk/>
            <pc:sldMk cId="4136410670" sldId="433"/>
            <ac:graphicFrameMk id="14" creationId="{AD33830F-CD9F-0FC4-4D87-93BB6EB8FEDB}"/>
          </ac:graphicFrameMkLst>
        </pc:graphicFrameChg>
        <pc:graphicFrameChg chg="add mod">
          <ac:chgData name="Guilherme Micota Stipp" userId="7d8a6ee1e82349c3" providerId="LiveId" clId="{45A9CDD9-AE7A-4808-9F1A-54FA5681050E}" dt="2022-05-10T21:23:11.316" v="1452"/>
          <ac:graphicFrameMkLst>
            <pc:docMk/>
            <pc:sldMk cId="4136410670" sldId="433"/>
            <ac:graphicFrameMk id="15" creationId="{AD33830F-CD9F-0FC4-4D87-93BB6EB8FEDB}"/>
          </ac:graphicFrameMkLst>
        </pc:graphicFrameChg>
      </pc:sldChg>
      <pc:sldChg chg="addSp delSp modSp add mod ord">
        <pc:chgData name="Guilherme Micota Stipp" userId="7d8a6ee1e82349c3" providerId="LiveId" clId="{45A9CDD9-AE7A-4808-9F1A-54FA5681050E}" dt="2022-05-10T23:42:39.265" v="1742" actId="208"/>
        <pc:sldMkLst>
          <pc:docMk/>
          <pc:sldMk cId="3507887779" sldId="434"/>
        </pc:sldMkLst>
        <pc:spChg chg="del mod">
          <ac:chgData name="Guilherme Micota Stipp" userId="7d8a6ee1e82349c3" providerId="LiveId" clId="{45A9CDD9-AE7A-4808-9F1A-54FA5681050E}" dt="2022-05-09T20:03:34.495" v="471" actId="478"/>
          <ac:spMkLst>
            <pc:docMk/>
            <pc:sldMk cId="3507887779" sldId="434"/>
            <ac:spMk id="2" creationId="{B7F98FB5-42D6-68CA-B975-C01DC730DA27}"/>
          </ac:spMkLst>
        </pc:spChg>
        <pc:spChg chg="mod">
          <ac:chgData name="Guilherme Micota Stipp" userId="7d8a6ee1e82349c3" providerId="LiveId" clId="{45A9CDD9-AE7A-4808-9F1A-54FA5681050E}" dt="2022-05-09T20:14:47.093" v="912" actId="20577"/>
          <ac:spMkLst>
            <pc:docMk/>
            <pc:sldMk cId="3507887779" sldId="434"/>
            <ac:spMk id="13" creationId="{D0C9F8C4-BC80-439D-B398-B468E1969B13}"/>
          </ac:spMkLst>
        </pc:spChg>
        <pc:graphicFrameChg chg="add mod modGraphic">
          <ac:chgData name="Guilherme Micota Stipp" userId="7d8a6ee1e82349c3" providerId="LiveId" clId="{45A9CDD9-AE7A-4808-9F1A-54FA5681050E}" dt="2022-05-10T23:42:39.265" v="1742" actId="208"/>
          <ac:graphicFrameMkLst>
            <pc:docMk/>
            <pc:sldMk cId="3507887779" sldId="434"/>
            <ac:graphicFrameMk id="6" creationId="{981ED5B6-0AD2-627F-B49F-17E689345E4A}"/>
          </ac:graphicFrameMkLst>
        </pc:graphicFrameChg>
        <pc:cxnChg chg="add del">
          <ac:chgData name="Guilherme Micota Stipp" userId="7d8a6ee1e82349c3" providerId="LiveId" clId="{45A9CDD9-AE7A-4808-9F1A-54FA5681050E}" dt="2022-05-09T20:20:42.674" v="1141" actId="478"/>
          <ac:cxnSpMkLst>
            <pc:docMk/>
            <pc:sldMk cId="3507887779" sldId="434"/>
            <ac:cxnSpMk id="8" creationId="{8201941A-5F55-6C21-DD92-E698FC72CF5B}"/>
          </ac:cxnSpMkLst>
        </pc:cxnChg>
      </pc:sldChg>
      <pc:sldChg chg="del">
        <pc:chgData name="Guilherme Micota Stipp" userId="7d8a6ee1e82349c3" providerId="LiveId" clId="{45A9CDD9-AE7A-4808-9F1A-54FA5681050E}" dt="2022-05-09T19:19:51.955" v="169" actId="47"/>
        <pc:sldMkLst>
          <pc:docMk/>
          <pc:sldMk cId="4205781152" sldId="434"/>
        </pc:sldMkLst>
      </pc:sldChg>
      <pc:sldChg chg="del">
        <pc:chgData name="Guilherme Micota Stipp" userId="7d8a6ee1e82349c3" providerId="LiveId" clId="{45A9CDD9-AE7A-4808-9F1A-54FA5681050E}" dt="2022-05-09T19:19:52.803" v="171" actId="47"/>
        <pc:sldMkLst>
          <pc:docMk/>
          <pc:sldMk cId="2171679589" sldId="435"/>
        </pc:sldMkLst>
      </pc:sldChg>
      <pc:sldChg chg="addSp delSp modSp add mod">
        <pc:chgData name="Guilherme Micota Stipp" userId="7d8a6ee1e82349c3" providerId="LiveId" clId="{45A9CDD9-AE7A-4808-9F1A-54FA5681050E}" dt="2022-05-11T00:09:21.438" v="1753" actId="478"/>
        <pc:sldMkLst>
          <pc:docMk/>
          <pc:sldMk cId="3483294212" sldId="435"/>
        </pc:sldMkLst>
        <pc:spChg chg="del">
          <ac:chgData name="Guilherme Micota Stipp" userId="7d8a6ee1e82349c3" providerId="LiveId" clId="{45A9CDD9-AE7A-4808-9F1A-54FA5681050E}" dt="2022-05-10T13:52:28.533" v="1264" actId="478"/>
          <ac:spMkLst>
            <pc:docMk/>
            <pc:sldMk cId="3483294212" sldId="435"/>
            <ac:spMk id="2" creationId="{B7F98FB5-42D6-68CA-B975-C01DC730DA27}"/>
          </ac:spMkLst>
        </pc:spChg>
        <pc:graphicFrameChg chg="add del mod">
          <ac:chgData name="Guilherme Micota Stipp" userId="7d8a6ee1e82349c3" providerId="LiveId" clId="{45A9CDD9-AE7A-4808-9F1A-54FA5681050E}" dt="2022-05-11T00:09:21.438" v="1753" actId="478"/>
          <ac:graphicFrameMkLst>
            <pc:docMk/>
            <pc:sldMk cId="3483294212" sldId="435"/>
            <ac:graphicFrameMk id="11" creationId="{7C686C07-D843-755C-9550-9E43FB741215}"/>
          </ac:graphicFrameMkLst>
        </pc:graphicFrameChg>
        <pc:graphicFrameChg chg="del">
          <ac:chgData name="Guilherme Micota Stipp" userId="7d8a6ee1e82349c3" providerId="LiveId" clId="{45A9CDD9-AE7A-4808-9F1A-54FA5681050E}" dt="2022-05-10T13:52:27.292" v="1263" actId="478"/>
          <ac:graphicFrameMkLst>
            <pc:docMk/>
            <pc:sldMk cId="3483294212" sldId="435"/>
            <ac:graphicFrameMk id="11" creationId="{B45B809D-3108-8247-E488-8A7052F41D71}"/>
          </ac:graphicFrameMkLst>
        </pc:graphicFrameChg>
        <pc:graphicFrameChg chg="add mod">
          <ac:chgData name="Guilherme Micota Stipp" userId="7d8a6ee1e82349c3" providerId="LiveId" clId="{45A9CDD9-AE7A-4808-9F1A-54FA5681050E}" dt="2022-05-10T21:26:25.375" v="1552"/>
          <ac:graphicFrameMkLst>
            <pc:docMk/>
            <pc:sldMk cId="3483294212" sldId="435"/>
            <ac:graphicFrameMk id="12" creationId="{56923170-0EFF-BF98-4B16-7992E286AA8C}"/>
          </ac:graphicFrameMkLst>
        </pc:graphicFrameChg>
      </pc:sldChg>
      <pc:sldChg chg="addSp delSp modSp add mod">
        <pc:chgData name="Guilherme Micota Stipp" userId="7d8a6ee1e82349c3" providerId="LiveId" clId="{45A9CDD9-AE7A-4808-9F1A-54FA5681050E}" dt="2022-05-11T00:08:45.478" v="1748" actId="20577"/>
        <pc:sldMkLst>
          <pc:docMk/>
          <pc:sldMk cId="952104018" sldId="436"/>
        </pc:sldMkLst>
        <pc:spChg chg="mod">
          <ac:chgData name="Guilherme Micota Stipp" userId="7d8a6ee1e82349c3" providerId="LiveId" clId="{45A9CDD9-AE7A-4808-9F1A-54FA5681050E}" dt="2022-05-10T21:32:08.042" v="1625" actId="20577"/>
          <ac:spMkLst>
            <pc:docMk/>
            <pc:sldMk cId="952104018" sldId="436"/>
            <ac:spMk id="13" creationId="{D0C9F8C4-BC80-439D-B398-B468E1969B13}"/>
          </ac:spMkLst>
        </pc:spChg>
        <pc:graphicFrameChg chg="del">
          <ac:chgData name="Guilherme Micota Stipp" userId="7d8a6ee1e82349c3" providerId="LiveId" clId="{45A9CDD9-AE7A-4808-9F1A-54FA5681050E}" dt="2022-05-10T21:32:02.310" v="1613" actId="478"/>
          <ac:graphicFrameMkLst>
            <pc:docMk/>
            <pc:sldMk cId="952104018" sldId="436"/>
            <ac:graphicFrameMk id="11" creationId="{7C686C07-D843-755C-9550-9E43FB741215}"/>
          </ac:graphicFrameMkLst>
        </pc:graphicFrameChg>
        <pc:graphicFrameChg chg="del">
          <ac:chgData name="Guilherme Micota Stipp" userId="7d8a6ee1e82349c3" providerId="LiveId" clId="{45A9CDD9-AE7A-4808-9F1A-54FA5681050E}" dt="2022-05-10T21:32:01.410" v="1612" actId="478"/>
          <ac:graphicFrameMkLst>
            <pc:docMk/>
            <pc:sldMk cId="952104018" sldId="436"/>
            <ac:graphicFrameMk id="12" creationId="{56923170-0EFF-BF98-4B16-7992E286AA8C}"/>
          </ac:graphicFrameMkLst>
        </pc:graphicFrameChg>
        <pc:graphicFrameChg chg="add del mod">
          <ac:chgData name="Guilherme Micota Stipp" userId="7d8a6ee1e82349c3" providerId="LiveId" clId="{45A9CDD9-AE7A-4808-9F1A-54FA5681050E}" dt="2022-05-10T21:53:02.293" v="1637" actId="478"/>
          <ac:graphicFrameMkLst>
            <pc:docMk/>
            <pc:sldMk cId="952104018" sldId="436"/>
            <ac:graphicFrameMk id="14" creationId="{28C069D8-9446-A2EB-9664-64829856EBE0}"/>
          </ac:graphicFrameMkLst>
        </pc:graphicFrameChg>
        <pc:graphicFrameChg chg="add mod">
          <ac:chgData name="Guilherme Micota Stipp" userId="7d8a6ee1e82349c3" providerId="LiveId" clId="{45A9CDD9-AE7A-4808-9F1A-54FA5681050E}" dt="2022-05-11T00:08:45.478" v="1748" actId="20577"/>
          <ac:graphicFrameMkLst>
            <pc:docMk/>
            <pc:sldMk cId="952104018" sldId="436"/>
            <ac:graphicFrameMk id="15" creationId="{28C069D8-9446-A2EB-9664-64829856EBE0}"/>
          </ac:graphicFrameMkLst>
        </pc:graphicFrameChg>
      </pc:sldChg>
      <pc:sldChg chg="del">
        <pc:chgData name="Guilherme Micota Stipp" userId="7d8a6ee1e82349c3" providerId="LiveId" clId="{45A9CDD9-AE7A-4808-9F1A-54FA5681050E}" dt="2022-05-09T19:19:53.635" v="173" actId="47"/>
        <pc:sldMkLst>
          <pc:docMk/>
          <pc:sldMk cId="1748925875" sldId="436"/>
        </pc:sldMkLst>
      </pc:sldChg>
      <pc:sldChg chg="add del ord">
        <pc:chgData name="Guilherme Micota Stipp" userId="7d8a6ee1e82349c3" providerId="LiveId" clId="{45A9CDD9-AE7A-4808-9F1A-54FA5681050E}" dt="2022-05-10T21:27:07.573" v="1581" actId="47"/>
        <pc:sldMkLst>
          <pc:docMk/>
          <pc:sldMk cId="2964989775" sldId="436"/>
        </pc:sldMkLst>
      </pc:sldChg>
      <pc:sldChg chg="del">
        <pc:chgData name="Guilherme Micota Stipp" userId="7d8a6ee1e82349c3" providerId="LiveId" clId="{45A9CDD9-AE7A-4808-9F1A-54FA5681050E}" dt="2022-05-09T19:19:54.280" v="174" actId="47"/>
        <pc:sldMkLst>
          <pc:docMk/>
          <pc:sldMk cId="1530794385" sldId="437"/>
        </pc:sldMkLst>
      </pc:sldChg>
      <pc:sldChg chg="addSp delSp modSp add mod">
        <pc:chgData name="Guilherme Micota Stipp" userId="7d8a6ee1e82349c3" providerId="LiveId" clId="{45A9CDD9-AE7A-4808-9F1A-54FA5681050E}" dt="2022-05-11T00:59:03.344" v="2462" actId="20577"/>
        <pc:sldMkLst>
          <pc:docMk/>
          <pc:sldMk cId="2810627736" sldId="437"/>
        </pc:sldMkLst>
        <pc:graphicFrameChg chg="del">
          <ac:chgData name="Guilherme Micota Stipp" userId="7d8a6ee1e82349c3" providerId="LiveId" clId="{45A9CDD9-AE7A-4808-9F1A-54FA5681050E}" dt="2022-05-11T00:09:17.017" v="1751" actId="478"/>
          <ac:graphicFrameMkLst>
            <pc:docMk/>
            <pc:sldMk cId="2810627736" sldId="437"/>
            <ac:graphicFrameMk id="11" creationId="{7C686C07-D843-755C-9550-9E43FB741215}"/>
          </ac:graphicFrameMkLst>
        </pc:graphicFrameChg>
        <pc:graphicFrameChg chg="del">
          <ac:chgData name="Guilherme Micota Stipp" userId="7d8a6ee1e82349c3" providerId="LiveId" clId="{45A9CDD9-AE7A-4808-9F1A-54FA5681050E}" dt="2022-05-11T00:09:14.268" v="1750" actId="478"/>
          <ac:graphicFrameMkLst>
            <pc:docMk/>
            <pc:sldMk cId="2810627736" sldId="437"/>
            <ac:graphicFrameMk id="12" creationId="{56923170-0EFF-BF98-4B16-7992E286AA8C}"/>
          </ac:graphicFrameMkLst>
        </pc:graphicFrameChg>
        <pc:graphicFrameChg chg="add mod">
          <ac:chgData name="Guilherme Micota Stipp" userId="7d8a6ee1e82349c3" providerId="LiveId" clId="{45A9CDD9-AE7A-4808-9F1A-54FA5681050E}" dt="2022-05-11T00:27:18.268" v="1889" actId="20577"/>
          <ac:graphicFrameMkLst>
            <pc:docMk/>
            <pc:sldMk cId="2810627736" sldId="437"/>
            <ac:graphicFrameMk id="14" creationId="{D8565B45-093B-B825-CE53-8DDBB1EA32AD}"/>
          </ac:graphicFrameMkLst>
        </pc:graphicFrameChg>
        <pc:graphicFrameChg chg="add del mod">
          <ac:chgData name="Guilherme Micota Stipp" userId="7d8a6ee1e82349c3" providerId="LiveId" clId="{45A9CDD9-AE7A-4808-9F1A-54FA5681050E}" dt="2022-05-11T00:58:25.036" v="2427" actId="478"/>
          <ac:graphicFrameMkLst>
            <pc:docMk/>
            <pc:sldMk cId="2810627736" sldId="437"/>
            <ac:graphicFrameMk id="15" creationId="{0533A407-4BA6-117D-17BF-9425437241AD}"/>
          </ac:graphicFrameMkLst>
        </pc:graphicFrameChg>
        <pc:graphicFrameChg chg="add mod">
          <ac:chgData name="Guilherme Micota Stipp" userId="7d8a6ee1e82349c3" providerId="LiveId" clId="{45A9CDD9-AE7A-4808-9F1A-54FA5681050E}" dt="2022-05-11T00:26:53.136" v="1854"/>
          <ac:graphicFrameMkLst>
            <pc:docMk/>
            <pc:sldMk cId="2810627736" sldId="437"/>
            <ac:graphicFrameMk id="16" creationId="{F23B9979-16F3-C908-94D3-A0E73B2A942E}"/>
          </ac:graphicFrameMkLst>
        </pc:graphicFrameChg>
        <pc:graphicFrameChg chg="add mod">
          <ac:chgData name="Guilherme Micota Stipp" userId="7d8a6ee1e82349c3" providerId="LiveId" clId="{45A9CDD9-AE7A-4808-9F1A-54FA5681050E}" dt="2022-05-11T00:59:03.344" v="2462" actId="20577"/>
          <ac:graphicFrameMkLst>
            <pc:docMk/>
            <pc:sldMk cId="2810627736" sldId="437"/>
            <ac:graphicFrameMk id="17" creationId="{0533A407-4BA6-117D-17BF-9425437241AD}"/>
          </ac:graphicFrameMkLst>
        </pc:graphicFrameChg>
      </pc:sldChg>
      <pc:sldChg chg="addSp delSp modSp add mod">
        <pc:chgData name="Guilherme Micota Stipp" userId="7d8a6ee1e82349c3" providerId="LiveId" clId="{45A9CDD9-AE7A-4808-9F1A-54FA5681050E}" dt="2022-05-11T00:42:34.747" v="2392" actId="20577"/>
        <pc:sldMkLst>
          <pc:docMk/>
          <pc:sldMk cId="4287004683" sldId="438"/>
        </pc:sldMkLst>
        <pc:graphicFrameChg chg="add del mod">
          <ac:chgData name="Guilherme Micota Stipp" userId="7d8a6ee1e82349c3" providerId="LiveId" clId="{45A9CDD9-AE7A-4808-9F1A-54FA5681050E}" dt="2022-05-11T00:41:21.481" v="2273" actId="478"/>
          <ac:graphicFrameMkLst>
            <pc:docMk/>
            <pc:sldMk cId="4287004683" sldId="438"/>
            <ac:graphicFrameMk id="11" creationId="{7826B937-2BDE-4AEE-5981-5E7FA9E0C712}"/>
          </ac:graphicFrameMkLst>
        </pc:graphicFrameChg>
        <pc:graphicFrameChg chg="add del mod">
          <ac:chgData name="Guilherme Micota Stipp" userId="7d8a6ee1e82349c3" providerId="LiveId" clId="{45A9CDD9-AE7A-4808-9F1A-54FA5681050E}" dt="2022-05-11T00:41:23.256" v="2274" actId="478"/>
          <ac:graphicFrameMkLst>
            <pc:docMk/>
            <pc:sldMk cId="4287004683" sldId="438"/>
            <ac:graphicFrameMk id="12" creationId="{C0AB4BEA-F9F3-95B9-1404-8E27A8BF512F}"/>
          </ac:graphicFrameMkLst>
        </pc:graphicFrameChg>
        <pc:graphicFrameChg chg="del mod">
          <ac:chgData name="Guilherme Micota Stipp" userId="7d8a6ee1e82349c3" providerId="LiveId" clId="{45A9CDD9-AE7A-4808-9F1A-54FA5681050E}" dt="2022-05-11T00:27:03.823" v="1857" actId="478"/>
          <ac:graphicFrameMkLst>
            <pc:docMk/>
            <pc:sldMk cId="4287004683" sldId="438"/>
            <ac:graphicFrameMk id="14" creationId="{D8565B45-093B-B825-CE53-8DDBB1EA32AD}"/>
          </ac:graphicFrameMkLst>
        </pc:graphicFrameChg>
        <pc:graphicFrameChg chg="del mod">
          <ac:chgData name="Guilherme Micota Stipp" userId="7d8a6ee1e82349c3" providerId="LiveId" clId="{45A9CDD9-AE7A-4808-9F1A-54FA5681050E}" dt="2022-05-11T00:27:04.829" v="1859" actId="478"/>
          <ac:graphicFrameMkLst>
            <pc:docMk/>
            <pc:sldMk cId="4287004683" sldId="438"/>
            <ac:graphicFrameMk id="15" creationId="{0533A407-4BA6-117D-17BF-9425437241AD}"/>
          </ac:graphicFrameMkLst>
        </pc:graphicFrameChg>
        <pc:graphicFrameChg chg="add del mod">
          <ac:chgData name="Guilherme Micota Stipp" userId="7d8a6ee1e82349c3" providerId="LiveId" clId="{45A9CDD9-AE7A-4808-9F1A-54FA5681050E}" dt="2022-05-11T00:41:25.408" v="2275" actId="478"/>
          <ac:graphicFrameMkLst>
            <pc:docMk/>
            <pc:sldMk cId="4287004683" sldId="438"/>
            <ac:graphicFrameMk id="16" creationId="{F4BC7DDE-69DE-7550-901D-F842B6E3F14B}"/>
          </ac:graphicFrameMkLst>
        </pc:graphicFrameChg>
        <pc:graphicFrameChg chg="add mod">
          <ac:chgData name="Guilherme Micota Stipp" userId="7d8a6ee1e82349c3" providerId="LiveId" clId="{45A9CDD9-AE7A-4808-9F1A-54FA5681050E}" dt="2022-05-11T00:42:21.920" v="2382" actId="20577"/>
          <ac:graphicFrameMkLst>
            <pc:docMk/>
            <pc:sldMk cId="4287004683" sldId="438"/>
            <ac:graphicFrameMk id="17" creationId="{7826B937-2BDE-4AEE-5981-5E7FA9E0C712}"/>
          </ac:graphicFrameMkLst>
        </pc:graphicFrameChg>
        <pc:graphicFrameChg chg="add mod">
          <ac:chgData name="Guilherme Micota Stipp" userId="7d8a6ee1e82349c3" providerId="LiveId" clId="{45A9CDD9-AE7A-4808-9F1A-54FA5681050E}" dt="2022-05-11T00:42:28.915" v="2389" actId="20577"/>
          <ac:graphicFrameMkLst>
            <pc:docMk/>
            <pc:sldMk cId="4287004683" sldId="438"/>
            <ac:graphicFrameMk id="18" creationId="{C0AB4BEA-F9F3-95B9-1404-8E27A8BF512F}"/>
          </ac:graphicFrameMkLst>
        </pc:graphicFrameChg>
        <pc:graphicFrameChg chg="add mod">
          <ac:chgData name="Guilherme Micota Stipp" userId="7d8a6ee1e82349c3" providerId="LiveId" clId="{45A9CDD9-AE7A-4808-9F1A-54FA5681050E}" dt="2022-05-11T00:42:34.747" v="2392" actId="20577"/>
          <ac:graphicFrameMkLst>
            <pc:docMk/>
            <pc:sldMk cId="4287004683" sldId="438"/>
            <ac:graphicFrameMk id="19" creationId="{F4BC7DDE-69DE-7550-901D-F842B6E3F14B}"/>
          </ac:graphicFrameMkLst>
        </pc:graphicFrameChg>
      </pc:sldChg>
      <pc:sldChg chg="addSp delSp modSp add mod">
        <pc:chgData name="Guilherme Micota Stipp" userId="7d8a6ee1e82349c3" providerId="LiveId" clId="{45A9CDD9-AE7A-4808-9F1A-54FA5681050E}" dt="2022-05-11T00:51:45.071" v="2426" actId="1582"/>
        <pc:sldMkLst>
          <pc:docMk/>
          <pc:sldMk cId="929868687" sldId="439"/>
        </pc:sldMkLst>
        <pc:graphicFrameChg chg="add mod">
          <ac:chgData name="Guilherme Micota Stipp" userId="7d8a6ee1e82349c3" providerId="LiveId" clId="{45A9CDD9-AE7A-4808-9F1A-54FA5681050E}" dt="2022-05-11T00:51:45.071" v="2426" actId="1582"/>
          <ac:graphicFrameMkLst>
            <pc:docMk/>
            <pc:sldMk cId="929868687" sldId="439"/>
            <ac:graphicFrameMk id="11" creationId="{A56098CF-2DEF-77A4-2FA8-3357F27A9B85}"/>
          </ac:graphicFrameMkLst>
        </pc:graphicFrameChg>
        <pc:graphicFrameChg chg="del">
          <ac:chgData name="Guilherme Micota Stipp" userId="7d8a6ee1e82349c3" providerId="LiveId" clId="{45A9CDD9-AE7A-4808-9F1A-54FA5681050E}" dt="2022-05-11T00:45:11.318" v="2394" actId="478"/>
          <ac:graphicFrameMkLst>
            <pc:docMk/>
            <pc:sldMk cId="929868687" sldId="439"/>
            <ac:graphicFrameMk id="15" creationId="{28C069D8-9446-A2EB-9664-64829856EBE0}"/>
          </ac:graphicFrameMkLst>
        </pc:graphicFrameChg>
      </pc:sldChg>
      <pc:sldChg chg="modSp add del mod">
        <pc:chgData name="Guilherme Micota Stipp" userId="7d8a6ee1e82349c3" providerId="LiveId" clId="{45A9CDD9-AE7A-4808-9F1A-54FA5681050E}" dt="2022-05-11T01:00:10.032" v="2466" actId="47"/>
        <pc:sldMkLst>
          <pc:docMk/>
          <pc:sldMk cId="590253632" sldId="440"/>
        </pc:sldMkLst>
        <pc:graphicFrameChg chg="mod">
          <ac:chgData name="Guilherme Micota Stipp" userId="7d8a6ee1e82349c3" providerId="LiveId" clId="{45A9CDD9-AE7A-4808-9F1A-54FA5681050E}" dt="2022-05-11T01:00:07.545" v="2465" actId="1076"/>
          <ac:graphicFrameMkLst>
            <pc:docMk/>
            <pc:sldMk cId="590253632" sldId="440"/>
            <ac:graphicFrameMk id="11" creationId="{A56098CF-2DEF-77A4-2FA8-3357F27A9B85}"/>
          </ac:graphicFrameMkLst>
        </pc:graphicFrameChg>
      </pc:sldChg>
      <pc:sldChg chg="addSp delSp modSp add mod">
        <pc:chgData name="Guilherme Micota Stipp" userId="7d8a6ee1e82349c3" providerId="LiveId" clId="{45A9CDD9-AE7A-4808-9F1A-54FA5681050E}" dt="2022-05-11T01:16:33.794" v="2541" actId="14100"/>
        <pc:sldMkLst>
          <pc:docMk/>
          <pc:sldMk cId="3129809226" sldId="440"/>
        </pc:sldMkLst>
        <pc:graphicFrameChg chg="del">
          <ac:chgData name="Guilherme Micota Stipp" userId="7d8a6ee1e82349c3" providerId="LiveId" clId="{45A9CDD9-AE7A-4808-9F1A-54FA5681050E}" dt="2022-05-11T01:11:36.745" v="2468" actId="478"/>
          <ac:graphicFrameMkLst>
            <pc:docMk/>
            <pc:sldMk cId="3129809226" sldId="440"/>
            <ac:graphicFrameMk id="11" creationId="{A56098CF-2DEF-77A4-2FA8-3357F27A9B85}"/>
          </ac:graphicFrameMkLst>
        </pc:graphicFrameChg>
        <pc:graphicFrameChg chg="add mod">
          <ac:chgData name="Guilherme Micota Stipp" userId="7d8a6ee1e82349c3" providerId="LiveId" clId="{45A9CDD9-AE7A-4808-9F1A-54FA5681050E}" dt="2022-05-11T01:16:33.794" v="2541" actId="14100"/>
          <ac:graphicFrameMkLst>
            <pc:docMk/>
            <pc:sldMk cId="3129809226" sldId="440"/>
            <ac:graphicFrameMk id="12" creationId="{F4E0D979-7B97-B8D9-FD52-2D17A60B4B6B}"/>
          </ac:graphicFrameMkLst>
        </pc:graphicFrameChg>
      </pc:sldChg>
    </pc:docChg>
  </pc:docChgLst>
  <pc:docChgLst>
    <pc:chgData name="Guilherme Micota Stipp" userId="7d8a6ee1e82349c3" providerId="LiveId" clId="{1072410D-34AE-4AFE-8307-26712F0EC26D}"/>
    <pc:docChg chg="custSel delSld modSld">
      <pc:chgData name="Guilherme Micota Stipp" userId="7d8a6ee1e82349c3" providerId="LiveId" clId="{1072410D-34AE-4AFE-8307-26712F0EC26D}" dt="2021-11-08T17:41:56.221" v="2139" actId="47"/>
      <pc:docMkLst>
        <pc:docMk/>
      </pc:docMkLst>
      <pc:sldChg chg="addSp delSp modSp mod">
        <pc:chgData name="Guilherme Micota Stipp" userId="7d8a6ee1e82349c3" providerId="LiveId" clId="{1072410D-34AE-4AFE-8307-26712F0EC26D}" dt="2021-11-08T17:34:19.683" v="418" actId="113"/>
        <pc:sldMkLst>
          <pc:docMk/>
          <pc:sldMk cId="3026180355" sldId="328"/>
        </pc:sldMkLst>
        <pc:spChg chg="add mod">
          <ac:chgData name="Guilherme Micota Stipp" userId="7d8a6ee1e82349c3" providerId="LiveId" clId="{1072410D-34AE-4AFE-8307-26712F0EC26D}" dt="2021-11-08T17:34:19.683" v="418" actId="113"/>
          <ac:spMkLst>
            <pc:docMk/>
            <pc:sldMk cId="3026180355" sldId="328"/>
            <ac:spMk id="12" creationId="{DAE97195-993A-4507-9F4B-C5F3BE2EBA2C}"/>
          </ac:spMkLst>
        </pc:spChg>
        <pc:picChg chg="del">
          <ac:chgData name="Guilherme Micota Stipp" userId="7d8a6ee1e82349c3" providerId="LiveId" clId="{1072410D-34AE-4AFE-8307-26712F0EC26D}" dt="2021-11-08T17:29:53.291" v="0" actId="478"/>
          <ac:picMkLst>
            <pc:docMk/>
            <pc:sldMk cId="3026180355" sldId="328"/>
            <ac:picMk id="8" creationId="{D7014247-DF54-4E10-802C-3302C2B23E81}"/>
          </ac:picMkLst>
        </pc:picChg>
        <pc:picChg chg="add mod">
          <ac:chgData name="Guilherme Micota Stipp" userId="7d8a6ee1e82349c3" providerId="LiveId" clId="{1072410D-34AE-4AFE-8307-26712F0EC26D}" dt="2021-11-08T17:30:07.725" v="16" actId="14100"/>
          <ac:picMkLst>
            <pc:docMk/>
            <pc:sldMk cId="3026180355" sldId="328"/>
            <ac:picMk id="11" creationId="{BDF73F9D-20D9-4425-B957-E94AF7371B92}"/>
          </ac:picMkLst>
        </pc:picChg>
      </pc:sldChg>
      <pc:sldChg chg="addSp delSp modSp mod">
        <pc:chgData name="Guilherme Micota Stipp" userId="7d8a6ee1e82349c3" providerId="LiveId" clId="{1072410D-34AE-4AFE-8307-26712F0EC26D}" dt="2021-11-08T17:41:52.872" v="2137" actId="20577"/>
        <pc:sldMkLst>
          <pc:docMk/>
          <pc:sldMk cId="498397642" sldId="331"/>
        </pc:sldMkLst>
        <pc:spChg chg="add mod">
          <ac:chgData name="Guilherme Micota Stipp" userId="7d8a6ee1e82349c3" providerId="LiveId" clId="{1072410D-34AE-4AFE-8307-26712F0EC26D}" dt="2021-11-08T17:41:52.872" v="2137" actId="20577"/>
          <ac:spMkLst>
            <pc:docMk/>
            <pc:sldMk cId="498397642" sldId="331"/>
            <ac:spMk id="15" creationId="{094FD604-E72C-4E2E-949B-E4561741F2BC}"/>
          </ac:spMkLst>
        </pc:spChg>
        <pc:picChg chg="add mod">
          <ac:chgData name="Guilherme Micota Stipp" userId="7d8a6ee1e82349c3" providerId="LiveId" clId="{1072410D-34AE-4AFE-8307-26712F0EC26D}" dt="2021-11-08T17:32:01.979" v="85" actId="1037"/>
          <ac:picMkLst>
            <pc:docMk/>
            <pc:sldMk cId="498397642" sldId="331"/>
            <ac:picMk id="8" creationId="{9D44CE68-70AC-4EE8-940A-B76EA6E80CD6}"/>
          </ac:picMkLst>
        </pc:picChg>
        <pc:picChg chg="add mod">
          <ac:chgData name="Guilherme Micota Stipp" userId="7d8a6ee1e82349c3" providerId="LiveId" clId="{1072410D-34AE-4AFE-8307-26712F0EC26D}" dt="2021-11-08T17:31:58.089" v="84" actId="1037"/>
          <ac:picMkLst>
            <pc:docMk/>
            <pc:sldMk cId="498397642" sldId="331"/>
            <ac:picMk id="12" creationId="{49AF15D2-FE2D-4757-A1B3-F21C09A2BCC1}"/>
          </ac:picMkLst>
        </pc:picChg>
        <pc:picChg chg="del">
          <ac:chgData name="Guilherme Micota Stipp" userId="7d8a6ee1e82349c3" providerId="LiveId" clId="{1072410D-34AE-4AFE-8307-26712F0EC26D}" dt="2021-11-08T17:31:28.734" v="61" actId="478"/>
          <ac:picMkLst>
            <pc:docMk/>
            <pc:sldMk cId="498397642" sldId="331"/>
            <ac:picMk id="20" creationId="{148472DA-DE0B-4816-B0F2-D2506C55EB7B}"/>
          </ac:picMkLst>
        </pc:picChg>
        <pc:picChg chg="del">
          <ac:chgData name="Guilherme Micota Stipp" userId="7d8a6ee1e82349c3" providerId="LiveId" clId="{1072410D-34AE-4AFE-8307-26712F0EC26D}" dt="2021-11-08T17:31:29.110" v="62" actId="478"/>
          <ac:picMkLst>
            <pc:docMk/>
            <pc:sldMk cId="498397642" sldId="331"/>
            <ac:picMk id="22" creationId="{90414FC7-64A1-4E38-A916-BBD8EEDC0B96}"/>
          </ac:picMkLst>
        </pc:picChg>
      </pc:sldChg>
      <pc:sldChg chg="addSp delSp modSp mod">
        <pc:chgData name="Guilherme Micota Stipp" userId="7d8a6ee1e82349c3" providerId="LiveId" clId="{1072410D-34AE-4AFE-8307-26712F0EC26D}" dt="2021-11-08T17:40:38.604" v="1837" actId="20577"/>
        <pc:sldMkLst>
          <pc:docMk/>
          <pc:sldMk cId="4065182258" sldId="332"/>
        </pc:sldMkLst>
        <pc:spChg chg="add mod">
          <ac:chgData name="Guilherme Micota Stipp" userId="7d8a6ee1e82349c3" providerId="LiveId" clId="{1072410D-34AE-4AFE-8307-26712F0EC26D}" dt="2021-11-08T17:40:38.604" v="1837" actId="20577"/>
          <ac:spMkLst>
            <pc:docMk/>
            <pc:sldMk cId="4065182258" sldId="332"/>
            <ac:spMk id="12" creationId="{C2AF14C4-1C61-4A64-97F3-1957D60198A9}"/>
          </ac:spMkLst>
        </pc:spChg>
        <pc:picChg chg="del">
          <ac:chgData name="Guilherme Micota Stipp" userId="7d8a6ee1e82349c3" providerId="LiveId" clId="{1072410D-34AE-4AFE-8307-26712F0EC26D}" dt="2021-11-08T17:31:09.339" v="51" actId="478"/>
          <ac:picMkLst>
            <pc:docMk/>
            <pc:sldMk cId="4065182258" sldId="332"/>
            <ac:picMk id="8" creationId="{8D5BD9D3-BBFB-42F4-9F5B-267344AF8E4B}"/>
          </ac:picMkLst>
        </pc:picChg>
        <pc:picChg chg="add mod">
          <ac:chgData name="Guilherme Micota Stipp" userId="7d8a6ee1e82349c3" providerId="LiveId" clId="{1072410D-34AE-4AFE-8307-26712F0EC26D}" dt="2021-11-08T17:31:23.549" v="60" actId="14100"/>
          <ac:picMkLst>
            <pc:docMk/>
            <pc:sldMk cId="4065182258" sldId="332"/>
            <ac:picMk id="11" creationId="{B447749B-2D7F-4975-AEC6-2F7AC9C50E99}"/>
          </ac:picMkLst>
        </pc:picChg>
      </pc:sldChg>
      <pc:sldChg chg="addSp delSp modSp mod">
        <pc:chgData name="Guilherme Micota Stipp" userId="7d8a6ee1e82349c3" providerId="LiveId" clId="{1072410D-34AE-4AFE-8307-26712F0EC26D}" dt="2021-11-08T17:35:44.317" v="690" actId="20577"/>
        <pc:sldMkLst>
          <pc:docMk/>
          <pc:sldMk cId="1244231830" sldId="335"/>
        </pc:sldMkLst>
        <pc:spChg chg="add mod">
          <ac:chgData name="Guilherme Micota Stipp" userId="7d8a6ee1e82349c3" providerId="LiveId" clId="{1072410D-34AE-4AFE-8307-26712F0EC26D}" dt="2021-11-08T17:35:44.317" v="690" actId="20577"/>
          <ac:spMkLst>
            <pc:docMk/>
            <pc:sldMk cId="1244231830" sldId="335"/>
            <ac:spMk id="12" creationId="{E13B9464-8041-4A2A-83C3-53A663E6BD13}"/>
          </ac:spMkLst>
        </pc:spChg>
        <pc:picChg chg="add mod">
          <ac:chgData name="Guilherme Micota Stipp" userId="7d8a6ee1e82349c3" providerId="LiveId" clId="{1072410D-34AE-4AFE-8307-26712F0EC26D}" dt="2021-11-08T17:30:21.176" v="24" actId="14100"/>
          <ac:picMkLst>
            <pc:docMk/>
            <pc:sldMk cId="1244231830" sldId="335"/>
            <ac:picMk id="8" creationId="{DF9AE39B-A7F7-4B28-8C40-CB7FDC3790C5}"/>
          </ac:picMkLst>
        </pc:picChg>
        <pc:picChg chg="del">
          <ac:chgData name="Guilherme Micota Stipp" userId="7d8a6ee1e82349c3" providerId="LiveId" clId="{1072410D-34AE-4AFE-8307-26712F0EC26D}" dt="2021-11-08T17:30:10.899" v="17" actId="478"/>
          <ac:picMkLst>
            <pc:docMk/>
            <pc:sldMk cId="1244231830" sldId="335"/>
            <ac:picMk id="11" creationId="{C359A203-6A4E-4CBE-8D25-0B42F9635F61}"/>
          </ac:picMkLst>
        </pc:picChg>
      </pc:sldChg>
      <pc:sldChg chg="addSp delSp modSp mod">
        <pc:chgData name="Guilherme Micota Stipp" userId="7d8a6ee1e82349c3" providerId="LiveId" clId="{1072410D-34AE-4AFE-8307-26712F0EC26D}" dt="2021-11-08T17:36:59.017" v="989" actId="20577"/>
        <pc:sldMkLst>
          <pc:docMk/>
          <pc:sldMk cId="1388573534" sldId="336"/>
        </pc:sldMkLst>
        <pc:spChg chg="add mod">
          <ac:chgData name="Guilherme Micota Stipp" userId="7d8a6ee1e82349c3" providerId="LiveId" clId="{1072410D-34AE-4AFE-8307-26712F0EC26D}" dt="2021-11-08T17:36:59.017" v="989" actId="20577"/>
          <ac:spMkLst>
            <pc:docMk/>
            <pc:sldMk cId="1388573534" sldId="336"/>
            <ac:spMk id="12" creationId="{362E5E64-6DCC-4578-BA13-0E93EE537F33}"/>
          </ac:spMkLst>
        </pc:spChg>
        <pc:picChg chg="del">
          <ac:chgData name="Guilherme Micota Stipp" userId="7d8a6ee1e82349c3" providerId="LiveId" clId="{1072410D-34AE-4AFE-8307-26712F0EC26D}" dt="2021-11-08T17:30:23.565" v="25" actId="478"/>
          <ac:picMkLst>
            <pc:docMk/>
            <pc:sldMk cId="1388573534" sldId="336"/>
            <ac:picMk id="8" creationId="{7C124D04-4440-4821-A078-FC8B796393C8}"/>
          </ac:picMkLst>
        </pc:picChg>
        <pc:picChg chg="add mod">
          <ac:chgData name="Guilherme Micota Stipp" userId="7d8a6ee1e82349c3" providerId="LiveId" clId="{1072410D-34AE-4AFE-8307-26712F0EC26D}" dt="2021-11-08T17:30:34.381" v="34" actId="14100"/>
          <ac:picMkLst>
            <pc:docMk/>
            <pc:sldMk cId="1388573534" sldId="336"/>
            <ac:picMk id="11" creationId="{CBB44610-1E3B-4300-B703-065819551933}"/>
          </ac:picMkLst>
        </pc:picChg>
      </pc:sldChg>
      <pc:sldChg chg="addSp delSp modSp mod">
        <pc:chgData name="Guilherme Micota Stipp" userId="7d8a6ee1e82349c3" providerId="LiveId" clId="{1072410D-34AE-4AFE-8307-26712F0EC26D}" dt="2021-11-08T17:37:57.789" v="1256" actId="20577"/>
        <pc:sldMkLst>
          <pc:docMk/>
          <pc:sldMk cId="601019487" sldId="337"/>
        </pc:sldMkLst>
        <pc:spChg chg="add mod">
          <ac:chgData name="Guilherme Micota Stipp" userId="7d8a6ee1e82349c3" providerId="LiveId" clId="{1072410D-34AE-4AFE-8307-26712F0EC26D}" dt="2021-11-08T17:37:57.789" v="1256" actId="20577"/>
          <ac:spMkLst>
            <pc:docMk/>
            <pc:sldMk cId="601019487" sldId="337"/>
            <ac:spMk id="12" creationId="{5C443180-256A-443B-8146-65BA182890AD}"/>
          </ac:spMkLst>
        </pc:spChg>
        <pc:picChg chg="del">
          <ac:chgData name="Guilherme Micota Stipp" userId="7d8a6ee1e82349c3" providerId="LiveId" clId="{1072410D-34AE-4AFE-8307-26712F0EC26D}" dt="2021-11-08T17:30:36.345" v="35" actId="478"/>
          <ac:picMkLst>
            <pc:docMk/>
            <pc:sldMk cId="601019487" sldId="337"/>
            <ac:picMk id="8" creationId="{D865AB3C-11E3-40F4-8550-86B9FF3078E6}"/>
          </ac:picMkLst>
        </pc:picChg>
        <pc:picChg chg="add mod">
          <ac:chgData name="Guilherme Micota Stipp" userId="7d8a6ee1e82349c3" providerId="LiveId" clId="{1072410D-34AE-4AFE-8307-26712F0EC26D}" dt="2021-11-08T17:30:50.739" v="42" actId="14100"/>
          <ac:picMkLst>
            <pc:docMk/>
            <pc:sldMk cId="601019487" sldId="337"/>
            <ac:picMk id="11" creationId="{3E7DB398-5FBB-4A9B-BB95-B090DEA8EF7B}"/>
          </ac:picMkLst>
        </pc:picChg>
      </pc:sldChg>
      <pc:sldChg chg="addSp delSp modSp mod">
        <pc:chgData name="Guilherme Micota Stipp" userId="7d8a6ee1e82349c3" providerId="LiveId" clId="{1072410D-34AE-4AFE-8307-26712F0EC26D}" dt="2021-11-08T17:39:36.446" v="1576" actId="20577"/>
        <pc:sldMkLst>
          <pc:docMk/>
          <pc:sldMk cId="94601103" sldId="338"/>
        </pc:sldMkLst>
        <pc:spChg chg="add mod">
          <ac:chgData name="Guilherme Micota Stipp" userId="7d8a6ee1e82349c3" providerId="LiveId" clId="{1072410D-34AE-4AFE-8307-26712F0EC26D}" dt="2021-11-08T17:39:36.446" v="1576" actId="20577"/>
          <ac:spMkLst>
            <pc:docMk/>
            <pc:sldMk cId="94601103" sldId="338"/>
            <ac:spMk id="12" creationId="{69F562D4-B65F-4813-B444-C89066B0CD6F}"/>
          </ac:spMkLst>
        </pc:spChg>
        <pc:picChg chg="del">
          <ac:chgData name="Guilherme Micota Stipp" userId="7d8a6ee1e82349c3" providerId="LiveId" clId="{1072410D-34AE-4AFE-8307-26712F0EC26D}" dt="2021-11-08T17:30:55.316" v="43" actId="478"/>
          <ac:picMkLst>
            <pc:docMk/>
            <pc:sldMk cId="94601103" sldId="338"/>
            <ac:picMk id="8" creationId="{D0F1F5F6-F5E7-463A-B66D-2669232F866D}"/>
          </ac:picMkLst>
        </pc:picChg>
        <pc:picChg chg="add mod">
          <ac:chgData name="Guilherme Micota Stipp" userId="7d8a6ee1e82349c3" providerId="LiveId" clId="{1072410D-34AE-4AFE-8307-26712F0EC26D}" dt="2021-11-08T17:31:04.648" v="50" actId="14100"/>
          <ac:picMkLst>
            <pc:docMk/>
            <pc:sldMk cId="94601103" sldId="338"/>
            <ac:picMk id="11" creationId="{EC097A40-5DB5-4349-B883-26320F9F7FEF}"/>
          </ac:picMkLst>
        </pc:picChg>
      </pc:sldChg>
      <pc:sldChg chg="addSp delSp modSp del mod">
        <pc:chgData name="Guilherme Micota Stipp" userId="7d8a6ee1e82349c3" providerId="LiveId" clId="{1072410D-34AE-4AFE-8307-26712F0EC26D}" dt="2021-11-08T17:41:55.682" v="2138" actId="47"/>
        <pc:sldMkLst>
          <pc:docMk/>
          <pc:sldMk cId="933669556" sldId="339"/>
        </pc:sldMkLst>
        <pc:picChg chg="del">
          <ac:chgData name="Guilherme Micota Stipp" userId="7d8a6ee1e82349c3" providerId="LiveId" clId="{1072410D-34AE-4AFE-8307-26712F0EC26D}" dt="2021-11-08T17:32:06.237" v="86" actId="478"/>
          <ac:picMkLst>
            <pc:docMk/>
            <pc:sldMk cId="933669556" sldId="339"/>
            <ac:picMk id="8" creationId="{76807576-EF31-4AE1-9635-80D4B8569BBD}"/>
          </ac:picMkLst>
        </pc:picChg>
        <pc:picChg chg="add mod">
          <ac:chgData name="Guilherme Micota Stipp" userId="7d8a6ee1e82349c3" providerId="LiveId" clId="{1072410D-34AE-4AFE-8307-26712F0EC26D}" dt="2021-11-08T17:32:14.931" v="92" actId="14100"/>
          <ac:picMkLst>
            <pc:docMk/>
            <pc:sldMk cId="933669556" sldId="339"/>
            <ac:picMk id="11" creationId="{6EEA94E6-2C99-4A01-8AFF-CA4F0D0232C3}"/>
          </ac:picMkLst>
        </pc:picChg>
      </pc:sldChg>
      <pc:sldChg chg="addSp delSp modSp del mod">
        <pc:chgData name="Guilherme Micota Stipp" userId="7d8a6ee1e82349c3" providerId="LiveId" clId="{1072410D-34AE-4AFE-8307-26712F0EC26D}" dt="2021-11-08T17:41:56.221" v="2139" actId="47"/>
        <pc:sldMkLst>
          <pc:docMk/>
          <pc:sldMk cId="882770135" sldId="340"/>
        </pc:sldMkLst>
        <pc:picChg chg="del">
          <ac:chgData name="Guilherme Micota Stipp" userId="7d8a6ee1e82349c3" providerId="LiveId" clId="{1072410D-34AE-4AFE-8307-26712F0EC26D}" dt="2021-11-08T17:32:21.422" v="93" actId="478"/>
          <ac:picMkLst>
            <pc:docMk/>
            <pc:sldMk cId="882770135" sldId="340"/>
            <ac:picMk id="8" creationId="{D5BB0791-1FFB-4A19-BDE5-1F743E4FFC73}"/>
          </ac:picMkLst>
        </pc:picChg>
        <pc:picChg chg="add mod">
          <ac:chgData name="Guilherme Micota Stipp" userId="7d8a6ee1e82349c3" providerId="LiveId" clId="{1072410D-34AE-4AFE-8307-26712F0EC26D}" dt="2021-11-08T17:32:31.967" v="100" actId="14100"/>
          <ac:picMkLst>
            <pc:docMk/>
            <pc:sldMk cId="882770135" sldId="340"/>
            <ac:picMk id="11" creationId="{F721E953-5D80-4338-810C-5FC7B919650B}"/>
          </ac:picMkLst>
        </pc:picChg>
      </pc:sldChg>
    </pc:docChg>
  </pc:docChgLst>
  <pc:docChgLst>
    <pc:chgData name="Guilherme Micota Stipp" userId="7d8a6ee1e82349c3" providerId="LiveId" clId="{A7CCF065-A866-4899-82FC-3C0F093CF6FD}"/>
    <pc:docChg chg="custSel addSld delSld modSld sldOrd">
      <pc:chgData name="Guilherme Micota Stipp" userId="7d8a6ee1e82349c3" providerId="LiveId" clId="{A7CCF065-A866-4899-82FC-3C0F093CF6FD}" dt="2022-04-11T17:50:00.281" v="1128" actId="14100"/>
      <pc:docMkLst>
        <pc:docMk/>
      </pc:docMkLst>
      <pc:sldChg chg="modSp mod">
        <pc:chgData name="Guilherme Micota Stipp" userId="7d8a6ee1e82349c3" providerId="LiveId" clId="{A7CCF065-A866-4899-82FC-3C0F093CF6FD}" dt="2022-04-05T11:58:25.789" v="3" actId="20577"/>
        <pc:sldMkLst>
          <pc:docMk/>
          <pc:sldMk cId="3178680452" sldId="256"/>
        </pc:sldMkLst>
        <pc:spChg chg="mod">
          <ac:chgData name="Guilherme Micota Stipp" userId="7d8a6ee1e82349c3" providerId="LiveId" clId="{A7CCF065-A866-4899-82FC-3C0F093CF6FD}" dt="2022-04-05T11:58:25.789" v="3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A7CCF065-A866-4899-82FC-3C0F093CF6FD}" dt="2022-04-11T12:43:44.730" v="1103" actId="20577"/>
        <pc:sldMkLst>
          <pc:docMk/>
          <pc:sldMk cId="4068793934" sldId="391"/>
        </pc:sldMkLst>
        <pc:spChg chg="mod">
          <ac:chgData name="Guilherme Micota Stipp" userId="7d8a6ee1e82349c3" providerId="LiveId" clId="{A7CCF065-A866-4899-82FC-3C0F093CF6FD}" dt="2022-04-11T12:43:44.730" v="1103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addSp delSp modSp mod">
        <pc:chgData name="Guilherme Micota Stipp" userId="7d8a6ee1e82349c3" providerId="LiveId" clId="{A7CCF065-A866-4899-82FC-3C0F093CF6FD}" dt="2022-04-11T12:43:18.691" v="1074" actId="14100"/>
        <pc:sldMkLst>
          <pc:docMk/>
          <pc:sldMk cId="4052973342" sldId="412"/>
        </pc:sldMkLst>
        <pc:spChg chg="mod">
          <ac:chgData name="Guilherme Micota Stipp" userId="7d8a6ee1e82349c3" providerId="LiveId" clId="{A7CCF065-A866-4899-82FC-3C0F093CF6FD}" dt="2022-04-11T12:15:49.243" v="1012" actId="20577"/>
          <ac:spMkLst>
            <pc:docMk/>
            <pc:sldMk cId="4052973342" sldId="412"/>
            <ac:spMk id="13" creationId="{D0C9F8C4-BC80-439D-B398-B468E1969B13}"/>
          </ac:spMkLst>
        </pc:spChg>
        <pc:picChg chg="add del mod">
          <ac:chgData name="Guilherme Micota Stipp" userId="7d8a6ee1e82349c3" providerId="LiveId" clId="{A7CCF065-A866-4899-82FC-3C0F093CF6FD}" dt="2022-04-11T12:15:28.893" v="986" actId="478"/>
          <ac:picMkLst>
            <pc:docMk/>
            <pc:sldMk cId="4052973342" sldId="412"/>
            <ac:picMk id="8" creationId="{BA79C18D-9229-4C38-BD31-0E09EA9F9C2D}"/>
          </ac:picMkLst>
        </pc:picChg>
        <pc:picChg chg="add del mod">
          <ac:chgData name="Guilherme Micota Stipp" userId="7d8a6ee1e82349c3" providerId="LiveId" clId="{A7CCF065-A866-4899-82FC-3C0F093CF6FD}" dt="2022-04-11T12:43:06.780" v="1054" actId="478"/>
          <ac:picMkLst>
            <pc:docMk/>
            <pc:sldMk cId="4052973342" sldId="412"/>
            <ac:picMk id="10" creationId="{650581B6-8F2E-4B08-8BE4-E0AD6504736A}"/>
          </ac:picMkLst>
        </pc:picChg>
        <pc:picChg chg="del">
          <ac:chgData name="Guilherme Micota Stipp" userId="7d8a6ee1e82349c3" providerId="LiveId" clId="{A7CCF065-A866-4899-82FC-3C0F093CF6FD}" dt="2022-04-05T11:58:42.510" v="53" actId="478"/>
          <ac:picMkLst>
            <pc:docMk/>
            <pc:sldMk cId="4052973342" sldId="412"/>
            <ac:picMk id="12" creationId="{4D6F434C-DEDB-40B0-BCBA-3E1DAE3D1146}"/>
          </ac:picMkLst>
        </pc:picChg>
        <pc:picChg chg="add mod">
          <ac:chgData name="Guilherme Micota Stipp" userId="7d8a6ee1e82349c3" providerId="LiveId" clId="{A7CCF065-A866-4899-82FC-3C0F093CF6FD}" dt="2022-04-11T12:43:18.691" v="1074" actId="14100"/>
          <ac:picMkLst>
            <pc:docMk/>
            <pc:sldMk cId="4052973342" sldId="412"/>
            <ac:picMk id="12" creationId="{72A66FD7-F546-45EA-8317-B63D55CC34BF}"/>
          </ac:picMkLst>
        </pc:picChg>
      </pc:sldChg>
      <pc:sldChg chg="addSp delSp modSp add mod">
        <pc:chgData name="Guilherme Micota Stipp" userId="7d8a6ee1e82349c3" providerId="LiveId" clId="{A7CCF065-A866-4899-82FC-3C0F093CF6FD}" dt="2022-04-08T17:18:55.280" v="717" actId="14100"/>
        <pc:sldMkLst>
          <pc:docMk/>
          <pc:sldMk cId="843748332" sldId="413"/>
        </pc:sldMkLst>
        <pc:spChg chg="add del mod">
          <ac:chgData name="Guilherme Micota Stipp" userId="7d8a6ee1e82349c3" providerId="LiveId" clId="{A7CCF065-A866-4899-82FC-3C0F093CF6FD}" dt="2022-04-08T17:08:02.153" v="474" actId="478"/>
          <ac:spMkLst>
            <pc:docMk/>
            <pc:sldMk cId="843748332" sldId="413"/>
            <ac:spMk id="2" creationId="{D711DD08-3D52-4207-BCBA-063242591FF9}"/>
          </ac:spMkLst>
        </pc:spChg>
        <pc:spChg chg="mod">
          <ac:chgData name="Guilherme Micota Stipp" userId="7d8a6ee1e82349c3" providerId="LiveId" clId="{A7CCF065-A866-4899-82FC-3C0F093CF6FD}" dt="2022-04-08T15:58:51.879" v="274" actId="20577"/>
          <ac:spMkLst>
            <pc:docMk/>
            <pc:sldMk cId="843748332" sldId="413"/>
            <ac:spMk id="13" creationId="{D0C9F8C4-BC80-439D-B398-B468E1969B13}"/>
          </ac:spMkLst>
        </pc:spChg>
        <pc:picChg chg="del">
          <ac:chgData name="Guilherme Micota Stipp" userId="7d8a6ee1e82349c3" providerId="LiveId" clId="{A7CCF065-A866-4899-82FC-3C0F093CF6FD}" dt="2022-04-08T15:58:53.809" v="275" actId="478"/>
          <ac:picMkLst>
            <pc:docMk/>
            <pc:sldMk cId="843748332" sldId="413"/>
            <ac:picMk id="8" creationId="{BA79C18D-9229-4C38-BD31-0E09EA9F9C2D}"/>
          </ac:picMkLst>
        </pc:picChg>
        <pc:picChg chg="add del mod">
          <ac:chgData name="Guilherme Micota Stipp" userId="7d8a6ee1e82349c3" providerId="LiveId" clId="{A7CCF065-A866-4899-82FC-3C0F093CF6FD}" dt="2022-04-08T17:18:44.345" v="674" actId="478"/>
          <ac:picMkLst>
            <pc:docMk/>
            <pc:sldMk cId="843748332" sldId="413"/>
            <ac:picMk id="11" creationId="{7888B549-3EC5-49B0-8566-CD252070F43F}"/>
          </ac:picMkLst>
        </pc:picChg>
        <pc:picChg chg="add mod">
          <ac:chgData name="Guilherme Micota Stipp" userId="7d8a6ee1e82349c3" providerId="LiveId" clId="{A7CCF065-A866-4899-82FC-3C0F093CF6FD}" dt="2022-04-08T17:18:55.280" v="717" actId="14100"/>
          <ac:picMkLst>
            <pc:docMk/>
            <pc:sldMk cId="843748332" sldId="413"/>
            <ac:picMk id="14" creationId="{5D60A241-6830-42DD-ABAD-4A1403A61DEC}"/>
          </ac:picMkLst>
        </pc:picChg>
      </pc:sldChg>
      <pc:sldChg chg="del">
        <pc:chgData name="Guilherme Micota Stipp" userId="7d8a6ee1e82349c3" providerId="LiveId" clId="{A7CCF065-A866-4899-82FC-3C0F093CF6FD}" dt="2022-04-05T11:58:30.700" v="9" actId="47"/>
        <pc:sldMkLst>
          <pc:docMk/>
          <pc:sldMk cId="4253425478" sldId="413"/>
        </pc:sldMkLst>
      </pc:sldChg>
      <pc:sldChg chg="addSp delSp modSp add mod">
        <pc:chgData name="Guilherme Micota Stipp" userId="7d8a6ee1e82349c3" providerId="LiveId" clId="{A7CCF065-A866-4899-82FC-3C0F093CF6FD}" dt="2022-04-08T17:14:12.576" v="594" actId="14100"/>
        <pc:sldMkLst>
          <pc:docMk/>
          <pc:sldMk cId="1904193970" sldId="414"/>
        </pc:sldMkLst>
        <pc:spChg chg="del mod">
          <ac:chgData name="Guilherme Micota Stipp" userId="7d8a6ee1e82349c3" providerId="LiveId" clId="{A7CCF065-A866-4899-82FC-3C0F093CF6FD}" dt="2022-04-08T17:14:02.072" v="555" actId="478"/>
          <ac:spMkLst>
            <pc:docMk/>
            <pc:sldMk cId="1904193970" sldId="414"/>
            <ac:spMk id="2" creationId="{D711DD08-3D52-4207-BCBA-063242591FF9}"/>
          </ac:spMkLst>
        </pc:spChg>
        <pc:spChg chg="add mod">
          <ac:chgData name="Guilherme Micota Stipp" userId="7d8a6ee1e82349c3" providerId="LiveId" clId="{A7CCF065-A866-4899-82FC-3C0F093CF6FD}" dt="2022-04-08T15:59:26.774" v="310"/>
          <ac:spMkLst>
            <pc:docMk/>
            <pc:sldMk cId="1904193970" sldId="414"/>
            <ac:spMk id="10" creationId="{C6155C7E-EA4E-4F2C-AD91-3DFD41BD03C8}"/>
          </ac:spMkLst>
        </pc:spChg>
        <pc:picChg chg="add mod">
          <ac:chgData name="Guilherme Micota Stipp" userId="7d8a6ee1e82349c3" providerId="LiveId" clId="{A7CCF065-A866-4899-82FC-3C0F093CF6FD}" dt="2022-04-08T17:14:12.576" v="594" actId="14100"/>
          <ac:picMkLst>
            <pc:docMk/>
            <pc:sldMk cId="1904193970" sldId="414"/>
            <ac:picMk id="11" creationId="{E8DB8E39-0085-4F9B-AE74-D739F752AEE0}"/>
          </ac:picMkLst>
        </pc:picChg>
      </pc:sldChg>
      <pc:sldChg chg="del">
        <pc:chgData name="Guilherme Micota Stipp" userId="7d8a6ee1e82349c3" providerId="LiveId" clId="{A7CCF065-A866-4899-82FC-3C0F093CF6FD}" dt="2022-04-05T11:58:31.388" v="11" actId="47"/>
        <pc:sldMkLst>
          <pc:docMk/>
          <pc:sldMk cId="4235403646" sldId="414"/>
        </pc:sldMkLst>
      </pc:sldChg>
      <pc:sldChg chg="addSp delSp modSp add mod">
        <pc:chgData name="Guilherme Micota Stipp" userId="7d8a6ee1e82349c3" providerId="LiveId" clId="{A7CCF065-A866-4899-82FC-3C0F093CF6FD}" dt="2022-04-08T17:17:20.022" v="673" actId="14100"/>
        <pc:sldMkLst>
          <pc:docMk/>
          <pc:sldMk cId="2432580426" sldId="415"/>
        </pc:sldMkLst>
        <pc:spChg chg="del">
          <ac:chgData name="Guilherme Micota Stipp" userId="7d8a6ee1e82349c3" providerId="LiveId" clId="{A7CCF065-A866-4899-82FC-3C0F093CF6FD}" dt="2022-04-08T17:10:35.646" v="517" actId="478"/>
          <ac:spMkLst>
            <pc:docMk/>
            <pc:sldMk cId="2432580426" sldId="415"/>
            <ac:spMk id="2" creationId="{D711DD08-3D52-4207-BCBA-063242591FF9}"/>
          </ac:spMkLst>
        </pc:spChg>
        <pc:picChg chg="add del mod">
          <ac:chgData name="Guilherme Micota Stipp" userId="7d8a6ee1e82349c3" providerId="LiveId" clId="{A7CCF065-A866-4899-82FC-3C0F093CF6FD}" dt="2022-04-08T17:17:10.456" v="632" actId="478"/>
          <ac:picMkLst>
            <pc:docMk/>
            <pc:sldMk cId="2432580426" sldId="415"/>
            <ac:picMk id="10" creationId="{C94094EF-6C92-4FF8-830E-77CE959ABDED}"/>
          </ac:picMkLst>
        </pc:picChg>
        <pc:picChg chg="add mod">
          <ac:chgData name="Guilherme Micota Stipp" userId="7d8a6ee1e82349c3" providerId="LiveId" clId="{A7CCF065-A866-4899-82FC-3C0F093CF6FD}" dt="2022-04-08T17:17:20.022" v="673" actId="14100"/>
          <ac:picMkLst>
            <pc:docMk/>
            <pc:sldMk cId="2432580426" sldId="415"/>
            <ac:picMk id="12" creationId="{B8D6FDFC-7BFE-46E7-8AFC-F5375471F9F5}"/>
          </ac:picMkLst>
        </pc:picChg>
      </pc:sldChg>
      <pc:sldChg chg="addSp delSp modSp add mod ord modShow">
        <pc:chgData name="Guilherme Micota Stipp" userId="7d8a6ee1e82349c3" providerId="LiveId" clId="{A7CCF065-A866-4899-82FC-3C0F093CF6FD}" dt="2022-04-11T16:56:48.726" v="1106"/>
        <pc:sldMkLst>
          <pc:docMk/>
          <pc:sldMk cId="2440547869" sldId="416"/>
        </pc:sldMkLst>
        <pc:spChg chg="del mod">
          <ac:chgData name="Guilherme Micota Stipp" userId="7d8a6ee1e82349c3" providerId="LiveId" clId="{A7CCF065-A866-4899-82FC-3C0F093CF6FD}" dt="2022-04-08T17:14:55.017" v="595" actId="478"/>
          <ac:spMkLst>
            <pc:docMk/>
            <pc:sldMk cId="2440547869" sldId="416"/>
            <ac:spMk id="2" creationId="{D711DD08-3D52-4207-BCBA-063242591FF9}"/>
          </ac:spMkLst>
        </pc:spChg>
        <pc:picChg chg="add mod">
          <ac:chgData name="Guilherme Micota Stipp" userId="7d8a6ee1e82349c3" providerId="LiveId" clId="{A7CCF065-A866-4899-82FC-3C0F093CF6FD}" dt="2022-04-08T17:15:03.729" v="631" actId="14100"/>
          <ac:picMkLst>
            <pc:docMk/>
            <pc:sldMk cId="2440547869" sldId="416"/>
            <ac:picMk id="10" creationId="{31828F8E-6C5B-4390-A8A5-D44069E762A5}"/>
          </ac:picMkLst>
        </pc:picChg>
      </pc:sldChg>
      <pc:sldChg chg="addSp delSp modSp add mod ord">
        <pc:chgData name="Guilherme Micota Stipp" userId="7d8a6ee1e82349c3" providerId="LiveId" clId="{A7CCF065-A866-4899-82FC-3C0F093CF6FD}" dt="2022-04-11T12:00:16.998" v="983"/>
        <pc:sldMkLst>
          <pc:docMk/>
          <pc:sldMk cId="2047603373" sldId="417"/>
        </pc:sldMkLst>
        <pc:spChg chg="del mod">
          <ac:chgData name="Guilherme Micota Stipp" userId="7d8a6ee1e82349c3" providerId="LiveId" clId="{A7CCF065-A866-4899-82FC-3C0F093CF6FD}" dt="2022-04-08T18:05:50.116" v="762" actId="478"/>
          <ac:spMkLst>
            <pc:docMk/>
            <pc:sldMk cId="2047603373" sldId="417"/>
            <ac:spMk id="2" creationId="{D711DD08-3D52-4207-BCBA-063242591FF9}"/>
          </ac:spMkLst>
        </pc:spChg>
        <pc:picChg chg="add del mod">
          <ac:chgData name="Guilherme Micota Stipp" userId="7d8a6ee1e82349c3" providerId="LiveId" clId="{A7CCF065-A866-4899-82FC-3C0F093CF6FD}" dt="2022-04-08T18:06:26.738" v="767" actId="478"/>
          <ac:picMkLst>
            <pc:docMk/>
            <pc:sldMk cId="2047603373" sldId="417"/>
            <ac:picMk id="10" creationId="{EBCC4135-BB97-4A27-B58C-51938DEEF78E}"/>
          </ac:picMkLst>
        </pc:picChg>
        <pc:picChg chg="add mod">
          <ac:chgData name="Guilherme Micota Stipp" userId="7d8a6ee1e82349c3" providerId="LiveId" clId="{A7CCF065-A866-4899-82FC-3C0F093CF6FD}" dt="2022-04-08T18:06:40.391" v="800" actId="14100"/>
          <ac:picMkLst>
            <pc:docMk/>
            <pc:sldMk cId="2047603373" sldId="417"/>
            <ac:picMk id="12" creationId="{69A194BB-6819-45F2-9C36-1A4DFABA765E}"/>
          </ac:picMkLst>
        </pc:picChg>
      </pc:sldChg>
      <pc:sldChg chg="del">
        <pc:chgData name="Guilherme Micota Stipp" userId="7d8a6ee1e82349c3" providerId="LiveId" clId="{A7CCF065-A866-4899-82FC-3C0F093CF6FD}" dt="2022-04-05T11:58:29.735" v="6" actId="47"/>
        <pc:sldMkLst>
          <pc:docMk/>
          <pc:sldMk cId="1572076847" sldId="418"/>
        </pc:sldMkLst>
      </pc:sldChg>
      <pc:sldChg chg="addSp delSp modSp add mod ord">
        <pc:chgData name="Guilherme Micota Stipp" userId="7d8a6ee1e82349c3" providerId="LiveId" clId="{A7CCF065-A866-4899-82FC-3C0F093CF6FD}" dt="2022-04-08T18:06:42.994" v="802"/>
        <pc:sldMkLst>
          <pc:docMk/>
          <pc:sldMk cId="2207789214" sldId="418"/>
        </pc:sldMkLst>
        <pc:spChg chg="del mod">
          <ac:chgData name="Guilherme Micota Stipp" userId="7d8a6ee1e82349c3" providerId="LiveId" clId="{A7CCF065-A866-4899-82FC-3C0F093CF6FD}" dt="2022-04-08T17:58:14.492" v="718" actId="478"/>
          <ac:spMkLst>
            <pc:docMk/>
            <pc:sldMk cId="2207789214" sldId="418"/>
            <ac:spMk id="2" creationId="{D711DD08-3D52-4207-BCBA-063242591FF9}"/>
          </ac:spMkLst>
        </pc:spChg>
        <pc:picChg chg="add mod">
          <ac:chgData name="Guilherme Micota Stipp" userId="7d8a6ee1e82349c3" providerId="LiveId" clId="{A7CCF065-A866-4899-82FC-3C0F093CF6FD}" dt="2022-04-08T17:58:27.466" v="761" actId="14100"/>
          <ac:picMkLst>
            <pc:docMk/>
            <pc:sldMk cId="2207789214" sldId="418"/>
            <ac:picMk id="10" creationId="{67D0401F-5FEE-4F6C-9C5C-2A62DFB4D2ED}"/>
          </ac:picMkLst>
        </pc:picChg>
      </pc:sldChg>
      <pc:sldChg chg="addSp delSp modSp add mod">
        <pc:chgData name="Guilherme Micota Stipp" userId="7d8a6ee1e82349c3" providerId="LiveId" clId="{A7CCF065-A866-4899-82FC-3C0F093CF6FD}" dt="2022-04-11T17:49:40.817" v="1116" actId="14100"/>
        <pc:sldMkLst>
          <pc:docMk/>
          <pc:sldMk cId="1041936525" sldId="419"/>
        </pc:sldMkLst>
        <pc:spChg chg="del mod">
          <ac:chgData name="Guilherme Micota Stipp" userId="7d8a6ee1e82349c3" providerId="LiveId" clId="{A7CCF065-A866-4899-82FC-3C0F093CF6FD}" dt="2022-04-08T18:07:10.057" v="837" actId="478"/>
          <ac:spMkLst>
            <pc:docMk/>
            <pc:sldMk cId="1041936525" sldId="419"/>
            <ac:spMk id="2" creationId="{D711DD08-3D52-4207-BCBA-063242591FF9}"/>
          </ac:spMkLst>
        </pc:spChg>
        <pc:spChg chg="mod">
          <ac:chgData name="Guilherme Micota Stipp" userId="7d8a6ee1e82349c3" providerId="LiveId" clId="{A7CCF065-A866-4899-82FC-3C0F093CF6FD}" dt="2022-04-08T18:07:07.051" v="836" actId="20577"/>
          <ac:spMkLst>
            <pc:docMk/>
            <pc:sldMk cId="1041936525" sldId="419"/>
            <ac:spMk id="13" creationId="{D0C9F8C4-BC80-439D-B398-B468E1969B13}"/>
          </ac:spMkLst>
        </pc:spChg>
        <pc:picChg chg="add mod">
          <ac:chgData name="Guilherme Micota Stipp" userId="7d8a6ee1e82349c3" providerId="LiveId" clId="{A7CCF065-A866-4899-82FC-3C0F093CF6FD}" dt="2022-04-11T17:49:40.817" v="1116" actId="14100"/>
          <ac:picMkLst>
            <pc:docMk/>
            <pc:sldMk cId="1041936525" sldId="419"/>
            <ac:picMk id="8" creationId="{5ACE421C-DE5D-49B8-9C77-9D47B7A64716}"/>
          </ac:picMkLst>
        </pc:picChg>
        <pc:picChg chg="add del mod">
          <ac:chgData name="Guilherme Micota Stipp" userId="7d8a6ee1e82349c3" providerId="LiveId" clId="{A7CCF065-A866-4899-82FC-3C0F093CF6FD}" dt="2022-04-11T17:49:31.301" v="1107" actId="478"/>
          <ac:picMkLst>
            <pc:docMk/>
            <pc:sldMk cId="1041936525" sldId="419"/>
            <ac:picMk id="10" creationId="{0BCB63C4-0D72-4EFA-9FDE-F29AA9DC4385}"/>
          </ac:picMkLst>
        </pc:picChg>
      </pc:sldChg>
      <pc:sldChg chg="del">
        <pc:chgData name="Guilherme Micota Stipp" userId="7d8a6ee1e82349c3" providerId="LiveId" clId="{A7CCF065-A866-4899-82FC-3C0F093CF6FD}" dt="2022-04-05T11:58:29.338" v="4" actId="47"/>
        <pc:sldMkLst>
          <pc:docMk/>
          <pc:sldMk cId="1493953540" sldId="419"/>
        </pc:sldMkLst>
      </pc:sldChg>
      <pc:sldChg chg="addSp delSp modSp add mod">
        <pc:chgData name="Guilherme Micota Stipp" userId="7d8a6ee1e82349c3" providerId="LiveId" clId="{A7CCF065-A866-4899-82FC-3C0F093CF6FD}" dt="2022-04-08T18:38:57.682" v="981" actId="14100"/>
        <pc:sldMkLst>
          <pc:docMk/>
          <pc:sldMk cId="80572833" sldId="420"/>
        </pc:sldMkLst>
        <pc:spChg chg="add del mod">
          <ac:chgData name="Guilherme Micota Stipp" userId="7d8a6ee1e82349c3" providerId="LiveId" clId="{A7CCF065-A866-4899-82FC-3C0F093CF6FD}" dt="2022-04-08T18:38:46.221" v="937" actId="478"/>
          <ac:spMkLst>
            <pc:docMk/>
            <pc:sldMk cId="80572833" sldId="420"/>
            <ac:spMk id="2" creationId="{59F74BB9-5E0B-42BD-AC39-F16B7F01480E}"/>
          </ac:spMkLst>
        </pc:spChg>
        <pc:picChg chg="del">
          <ac:chgData name="Guilherme Micota Stipp" userId="7d8a6ee1e82349c3" providerId="LiveId" clId="{A7CCF065-A866-4899-82FC-3C0F093CF6FD}" dt="2022-04-08T16:01:11.165" v="428" actId="478"/>
          <ac:picMkLst>
            <pc:docMk/>
            <pc:sldMk cId="80572833" sldId="420"/>
            <ac:picMk id="8" creationId="{BA79C18D-9229-4C38-BD31-0E09EA9F9C2D}"/>
          </ac:picMkLst>
        </pc:picChg>
        <pc:picChg chg="add mod">
          <ac:chgData name="Guilherme Micota Stipp" userId="7d8a6ee1e82349c3" providerId="LiveId" clId="{A7CCF065-A866-4899-82FC-3C0F093CF6FD}" dt="2022-04-08T18:38:57.682" v="981" actId="14100"/>
          <ac:picMkLst>
            <pc:docMk/>
            <pc:sldMk cId="80572833" sldId="420"/>
            <ac:picMk id="11" creationId="{BE1BB393-0842-45DC-AFE8-9F82A5003128}"/>
          </ac:picMkLst>
        </pc:picChg>
      </pc:sldChg>
      <pc:sldChg chg="del">
        <pc:chgData name="Guilherme Micota Stipp" userId="7d8a6ee1e82349c3" providerId="LiveId" clId="{A7CCF065-A866-4899-82FC-3C0F093CF6FD}" dt="2022-04-05T11:58:29.508" v="5" actId="47"/>
        <pc:sldMkLst>
          <pc:docMk/>
          <pc:sldMk cId="4133161795" sldId="420"/>
        </pc:sldMkLst>
      </pc:sldChg>
      <pc:sldChg chg="addSp delSp modSp add mod">
        <pc:chgData name="Guilherme Micota Stipp" userId="7d8a6ee1e82349c3" providerId="LiveId" clId="{A7CCF065-A866-4899-82FC-3C0F093CF6FD}" dt="2022-04-11T17:50:00.281" v="1128" actId="14100"/>
        <pc:sldMkLst>
          <pc:docMk/>
          <pc:sldMk cId="3432167272" sldId="421"/>
        </pc:sldMkLst>
        <pc:spChg chg="del mod">
          <ac:chgData name="Guilherme Micota Stipp" userId="7d8a6ee1e82349c3" providerId="LiveId" clId="{A7CCF065-A866-4899-82FC-3C0F093CF6FD}" dt="2022-04-08T18:32:00.970" v="901" actId="478"/>
          <ac:spMkLst>
            <pc:docMk/>
            <pc:sldMk cId="3432167272" sldId="421"/>
            <ac:spMk id="2" creationId="{D711DD08-3D52-4207-BCBA-063242591FF9}"/>
          </ac:spMkLst>
        </pc:spChg>
        <pc:spChg chg="mod">
          <ac:chgData name="Guilherme Micota Stipp" userId="7d8a6ee1e82349c3" providerId="LiveId" clId="{A7CCF065-A866-4899-82FC-3C0F093CF6FD}" dt="2022-04-08T18:07:20.219" v="862" actId="20577"/>
          <ac:spMkLst>
            <pc:docMk/>
            <pc:sldMk cId="3432167272" sldId="421"/>
            <ac:spMk id="13" creationId="{D0C9F8C4-BC80-439D-B398-B468E1969B13}"/>
          </ac:spMkLst>
        </pc:spChg>
        <pc:picChg chg="add mod">
          <ac:chgData name="Guilherme Micota Stipp" userId="7d8a6ee1e82349c3" providerId="LiveId" clId="{A7CCF065-A866-4899-82FC-3C0F093CF6FD}" dt="2022-04-11T17:50:00.281" v="1128" actId="14100"/>
          <ac:picMkLst>
            <pc:docMk/>
            <pc:sldMk cId="3432167272" sldId="421"/>
            <ac:picMk id="8" creationId="{2BCA27B5-7349-4E46-815E-E6CB274D9025}"/>
          </ac:picMkLst>
        </pc:picChg>
        <pc:picChg chg="add del mod">
          <ac:chgData name="Guilherme Micota Stipp" userId="7d8a6ee1e82349c3" providerId="LiveId" clId="{A7CCF065-A866-4899-82FC-3C0F093CF6FD}" dt="2022-04-11T17:49:48.846" v="1118" actId="478"/>
          <ac:picMkLst>
            <pc:docMk/>
            <pc:sldMk cId="3432167272" sldId="421"/>
            <ac:picMk id="10" creationId="{1A43823C-5DA3-417B-8505-ACE6C765D8C6}"/>
          </ac:picMkLst>
        </pc:picChg>
      </pc:sldChg>
      <pc:sldChg chg="del">
        <pc:chgData name="Guilherme Micota Stipp" userId="7d8a6ee1e82349c3" providerId="LiveId" clId="{A7CCF065-A866-4899-82FC-3C0F093CF6FD}" dt="2022-04-05T11:58:30.458" v="8" actId="47"/>
        <pc:sldMkLst>
          <pc:docMk/>
          <pc:sldMk cId="3554884975" sldId="421"/>
        </pc:sldMkLst>
      </pc:sldChg>
      <pc:sldChg chg="add">
        <pc:chgData name="Guilherme Micota Stipp" userId="7d8a6ee1e82349c3" providerId="LiveId" clId="{A7CCF065-A866-4899-82FC-3C0F093CF6FD}" dt="2022-04-11T12:15:26.622" v="984" actId="2890"/>
        <pc:sldMkLst>
          <pc:docMk/>
          <pc:sldMk cId="1764788455" sldId="422"/>
        </pc:sldMkLst>
      </pc:sldChg>
      <pc:sldChg chg="del">
        <pc:chgData name="Guilherme Micota Stipp" userId="7d8a6ee1e82349c3" providerId="LiveId" clId="{A7CCF065-A866-4899-82FC-3C0F093CF6FD}" dt="2022-04-05T11:58:31.876" v="12" actId="47"/>
        <pc:sldMkLst>
          <pc:docMk/>
          <pc:sldMk cId="3355083448" sldId="422"/>
        </pc:sldMkLst>
      </pc:sldChg>
      <pc:sldChg chg="del">
        <pc:chgData name="Guilherme Micota Stipp" userId="7d8a6ee1e82349c3" providerId="LiveId" clId="{A7CCF065-A866-4899-82FC-3C0F093CF6FD}" dt="2022-04-05T11:58:32.668" v="14" actId="47"/>
        <pc:sldMkLst>
          <pc:docMk/>
          <pc:sldMk cId="719170803" sldId="423"/>
        </pc:sldMkLst>
      </pc:sldChg>
      <pc:sldChg chg="del">
        <pc:chgData name="Guilherme Micota Stipp" userId="7d8a6ee1e82349c3" providerId="LiveId" clId="{A7CCF065-A866-4899-82FC-3C0F093CF6FD}" dt="2022-04-05T11:58:31.055" v="10" actId="47"/>
        <pc:sldMkLst>
          <pc:docMk/>
          <pc:sldMk cId="2443057107" sldId="424"/>
        </pc:sldMkLst>
      </pc:sldChg>
      <pc:sldChg chg="del">
        <pc:chgData name="Guilherme Micota Stipp" userId="7d8a6ee1e82349c3" providerId="LiveId" clId="{A7CCF065-A866-4899-82FC-3C0F093CF6FD}" dt="2022-04-05T11:58:32.154" v="13" actId="47"/>
        <pc:sldMkLst>
          <pc:docMk/>
          <pc:sldMk cId="4012829193" sldId="425"/>
        </pc:sldMkLst>
      </pc:sldChg>
      <pc:sldChg chg="del">
        <pc:chgData name="Guilherme Micota Stipp" userId="7d8a6ee1e82349c3" providerId="LiveId" clId="{A7CCF065-A866-4899-82FC-3C0F093CF6FD}" dt="2022-04-05T11:58:29.976" v="7" actId="47"/>
        <pc:sldMkLst>
          <pc:docMk/>
          <pc:sldMk cId="3992320376" sldId="426"/>
        </pc:sldMkLst>
      </pc:sldChg>
    </pc:docChg>
  </pc:docChgLst>
  <pc:docChgLst>
    <pc:chgData name="Guilherme Micota Stipp" userId="7d8a6ee1e82349c3" providerId="LiveId" clId="{06234449-6686-41A5-AE54-767364A3BA9A}"/>
    <pc:docChg chg="undo custSel addSld delSld modSld sldOrd">
      <pc:chgData name="Guilherme Micota Stipp" userId="7d8a6ee1e82349c3" providerId="LiveId" clId="{06234449-6686-41A5-AE54-767364A3BA9A}" dt="2021-10-04T01:16:39.242" v="405" actId="47"/>
      <pc:docMkLst>
        <pc:docMk/>
      </pc:docMkLst>
      <pc:sldChg chg="modSp mod">
        <pc:chgData name="Guilherme Micota Stipp" userId="7d8a6ee1e82349c3" providerId="LiveId" clId="{06234449-6686-41A5-AE54-767364A3BA9A}" dt="2021-10-03T14:44:52.781" v="59" actId="20577"/>
        <pc:sldMkLst>
          <pc:docMk/>
          <pc:sldMk cId="3178680452" sldId="256"/>
        </pc:sldMkLst>
        <pc:spChg chg="mod">
          <ac:chgData name="Guilherme Micota Stipp" userId="7d8a6ee1e82349c3" providerId="LiveId" clId="{06234449-6686-41A5-AE54-767364A3BA9A}" dt="2021-10-03T14:44:52.781" v="59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del">
        <pc:chgData name="Guilherme Micota Stipp" userId="7d8a6ee1e82349c3" providerId="LiveId" clId="{06234449-6686-41A5-AE54-767364A3BA9A}" dt="2021-10-03T14:44:15.479" v="2" actId="47"/>
        <pc:sldMkLst>
          <pc:docMk/>
          <pc:sldMk cId="3186628704" sldId="303"/>
        </pc:sldMkLst>
      </pc:sldChg>
      <pc:sldChg chg="del">
        <pc:chgData name="Guilherme Micota Stipp" userId="7d8a6ee1e82349c3" providerId="LiveId" clId="{06234449-6686-41A5-AE54-767364A3BA9A}" dt="2021-10-03T14:44:18.690" v="5" actId="47"/>
        <pc:sldMkLst>
          <pc:docMk/>
          <pc:sldMk cId="2862134868" sldId="304"/>
        </pc:sldMkLst>
      </pc:sldChg>
      <pc:sldChg chg="addSp delSp modSp mod ord">
        <pc:chgData name="Guilherme Micota Stipp" userId="7d8a6ee1e82349c3" providerId="LiveId" clId="{06234449-6686-41A5-AE54-767364A3BA9A}" dt="2021-10-03T20:23:58.263" v="232"/>
        <pc:sldMkLst>
          <pc:docMk/>
          <pc:sldMk cId="2966454573" sldId="305"/>
        </pc:sldMkLst>
        <pc:spChg chg="mod">
          <ac:chgData name="Guilherme Micota Stipp" userId="7d8a6ee1e82349c3" providerId="LiveId" clId="{06234449-6686-41A5-AE54-767364A3BA9A}" dt="2021-10-03T14:45:05.115" v="73" actId="20577"/>
          <ac:spMkLst>
            <pc:docMk/>
            <pc:sldMk cId="2966454573" sldId="305"/>
            <ac:spMk id="4" creationId="{2A67854E-8517-42A3-8969-210A77F2C314}"/>
          </ac:spMkLst>
        </pc:spChg>
        <pc:picChg chg="add mod">
          <ac:chgData name="Guilherme Micota Stipp" userId="7d8a6ee1e82349c3" providerId="LiveId" clId="{06234449-6686-41A5-AE54-767364A3BA9A}" dt="2021-10-03T15:07:44.627" v="116" actId="1038"/>
          <ac:picMkLst>
            <pc:docMk/>
            <pc:sldMk cId="2966454573" sldId="305"/>
            <ac:picMk id="8" creationId="{BF4A521F-937C-4037-BDB8-14E256FE80C7}"/>
          </ac:picMkLst>
        </pc:picChg>
        <pc:picChg chg="del">
          <ac:chgData name="Guilherme Micota Stipp" userId="7d8a6ee1e82349c3" providerId="LiveId" clId="{06234449-6686-41A5-AE54-767364A3BA9A}" dt="2021-10-03T14:45:07.925" v="74" actId="478"/>
          <ac:picMkLst>
            <pc:docMk/>
            <pc:sldMk cId="2966454573" sldId="305"/>
            <ac:picMk id="11" creationId="{4EF77573-3362-419D-9FF7-66EFDDDA8D0F}"/>
          </ac:picMkLst>
        </pc:picChg>
        <pc:picChg chg="add mod">
          <ac:chgData name="Guilherme Micota Stipp" userId="7d8a6ee1e82349c3" providerId="LiveId" clId="{06234449-6686-41A5-AE54-767364A3BA9A}" dt="2021-10-03T15:07:34.885" v="105" actId="14100"/>
          <ac:picMkLst>
            <pc:docMk/>
            <pc:sldMk cId="2966454573" sldId="305"/>
            <ac:picMk id="12" creationId="{5C62B8F3-7C4C-4F0D-B224-B87F0F80966A}"/>
          </ac:picMkLst>
        </pc:picChg>
        <pc:picChg chg="del">
          <ac:chgData name="Guilherme Micota Stipp" userId="7d8a6ee1e82349c3" providerId="LiveId" clId="{06234449-6686-41A5-AE54-767364A3BA9A}" dt="2021-10-03T14:45:08.962" v="76" actId="478"/>
          <ac:picMkLst>
            <pc:docMk/>
            <pc:sldMk cId="2966454573" sldId="305"/>
            <ac:picMk id="13" creationId="{54CCEBC8-1B0E-4122-9D8D-E0F6525C94BF}"/>
          </ac:picMkLst>
        </pc:picChg>
        <pc:picChg chg="add mod">
          <ac:chgData name="Guilherme Micota Stipp" userId="7d8a6ee1e82349c3" providerId="LiveId" clId="{06234449-6686-41A5-AE54-767364A3BA9A}" dt="2021-10-03T15:08:00.879" v="161" actId="1037"/>
          <ac:picMkLst>
            <pc:docMk/>
            <pc:sldMk cId="2966454573" sldId="305"/>
            <ac:picMk id="14" creationId="{42F0A9C0-A11D-419F-80F2-37A9DC52B065}"/>
          </ac:picMkLst>
        </pc:picChg>
        <pc:picChg chg="del">
          <ac:chgData name="Guilherme Micota Stipp" userId="7d8a6ee1e82349c3" providerId="LiveId" clId="{06234449-6686-41A5-AE54-767364A3BA9A}" dt="2021-10-03T14:45:08.439" v="75" actId="478"/>
          <ac:picMkLst>
            <pc:docMk/>
            <pc:sldMk cId="2966454573" sldId="305"/>
            <ac:picMk id="15" creationId="{5E8B560B-5F69-4144-9DFE-93C55A841A7E}"/>
          </ac:picMkLst>
        </pc:picChg>
      </pc:sldChg>
      <pc:sldChg chg="del">
        <pc:chgData name="Guilherme Micota Stipp" userId="7d8a6ee1e82349c3" providerId="LiveId" clId="{06234449-6686-41A5-AE54-767364A3BA9A}" dt="2021-10-03T14:44:16.485" v="4" actId="47"/>
        <pc:sldMkLst>
          <pc:docMk/>
          <pc:sldMk cId="2872021883" sldId="306"/>
        </pc:sldMkLst>
      </pc:sldChg>
      <pc:sldChg chg="del">
        <pc:chgData name="Guilherme Micota Stipp" userId="7d8a6ee1e82349c3" providerId="LiveId" clId="{06234449-6686-41A5-AE54-767364A3BA9A}" dt="2021-10-03T14:44:15.917" v="3" actId="47"/>
        <pc:sldMkLst>
          <pc:docMk/>
          <pc:sldMk cId="159221905" sldId="307"/>
        </pc:sldMkLst>
      </pc:sldChg>
      <pc:sldChg chg="del">
        <pc:chgData name="Guilherme Micota Stipp" userId="7d8a6ee1e82349c3" providerId="LiveId" clId="{06234449-6686-41A5-AE54-767364A3BA9A}" dt="2021-10-03T14:44:13.780" v="0" actId="47"/>
        <pc:sldMkLst>
          <pc:docMk/>
          <pc:sldMk cId="3287126511" sldId="308"/>
        </pc:sldMkLst>
      </pc:sldChg>
      <pc:sldChg chg="del">
        <pc:chgData name="Guilherme Micota Stipp" userId="7d8a6ee1e82349c3" providerId="LiveId" clId="{06234449-6686-41A5-AE54-767364A3BA9A}" dt="2021-10-03T14:44:14.229" v="1" actId="47"/>
        <pc:sldMkLst>
          <pc:docMk/>
          <pc:sldMk cId="3380870506" sldId="309"/>
        </pc:sldMkLst>
      </pc:sldChg>
      <pc:sldChg chg="del">
        <pc:chgData name="Guilherme Micota Stipp" userId="7d8a6ee1e82349c3" providerId="LiveId" clId="{06234449-6686-41A5-AE54-767364A3BA9A}" dt="2021-10-03T14:44:19.190" v="6" actId="47"/>
        <pc:sldMkLst>
          <pc:docMk/>
          <pc:sldMk cId="610928405" sldId="311"/>
        </pc:sldMkLst>
      </pc:sldChg>
      <pc:sldChg chg="addSp delSp modSp mod ord">
        <pc:chgData name="Guilherme Micota Stipp" userId="7d8a6ee1e82349c3" providerId="LiveId" clId="{06234449-6686-41A5-AE54-767364A3BA9A}" dt="2021-10-03T23:46:56.809" v="326" actId="14100"/>
        <pc:sldMkLst>
          <pc:docMk/>
          <pc:sldMk cId="555539524" sldId="312"/>
        </pc:sldMkLst>
        <pc:spChg chg="mod">
          <ac:chgData name="Guilherme Micota Stipp" userId="7d8a6ee1e82349c3" providerId="LiveId" clId="{06234449-6686-41A5-AE54-767364A3BA9A}" dt="2021-10-03T14:44:58.514" v="66" actId="20577"/>
          <ac:spMkLst>
            <pc:docMk/>
            <pc:sldMk cId="555539524" sldId="312"/>
            <ac:spMk id="4" creationId="{2A67854E-8517-42A3-8969-210A77F2C314}"/>
          </ac:spMkLst>
        </pc:spChg>
        <pc:spChg chg="mod">
          <ac:chgData name="Guilherme Micota Stipp" userId="7d8a6ee1e82349c3" providerId="LiveId" clId="{06234449-6686-41A5-AE54-767364A3BA9A}" dt="2021-10-03T15:14:28.328" v="230" actId="20577"/>
          <ac:spMkLst>
            <pc:docMk/>
            <pc:sldMk cId="555539524" sldId="312"/>
            <ac:spMk id="10" creationId="{0DC30F15-2778-418E-A2EF-BEAEC6F95C4E}"/>
          </ac:spMkLst>
        </pc:spChg>
        <pc:picChg chg="add del mod">
          <ac:chgData name="Guilherme Micota Stipp" userId="7d8a6ee1e82349c3" providerId="LiveId" clId="{06234449-6686-41A5-AE54-767364A3BA9A}" dt="2021-10-03T15:08:20.254" v="163" actId="478"/>
          <ac:picMkLst>
            <pc:docMk/>
            <pc:sldMk cId="555539524" sldId="312"/>
            <ac:picMk id="8" creationId="{0700D037-ED74-46CF-AE4E-370E6E606545}"/>
          </ac:picMkLst>
        </pc:picChg>
        <pc:picChg chg="add del mod">
          <ac:chgData name="Guilherme Micota Stipp" userId="7d8a6ee1e82349c3" providerId="LiveId" clId="{06234449-6686-41A5-AE54-767364A3BA9A}" dt="2021-10-03T23:23:15.452" v="239" actId="478"/>
          <ac:picMkLst>
            <pc:docMk/>
            <pc:sldMk cId="555539524" sldId="312"/>
            <ac:picMk id="12" creationId="{2AC001DC-E336-4D17-8BF9-72075169746D}"/>
          </ac:picMkLst>
        </pc:picChg>
        <pc:picChg chg="add del mod">
          <ac:chgData name="Guilherme Micota Stipp" userId="7d8a6ee1e82349c3" providerId="LiveId" clId="{06234449-6686-41A5-AE54-767364A3BA9A}" dt="2021-10-03T23:30:02.517" v="253" actId="478"/>
          <ac:picMkLst>
            <pc:docMk/>
            <pc:sldMk cId="555539524" sldId="312"/>
            <ac:picMk id="14" creationId="{923E3546-08B3-4CB7-A263-C108EAEE3579}"/>
          </ac:picMkLst>
        </pc:picChg>
        <pc:picChg chg="del">
          <ac:chgData name="Guilherme Micota Stipp" userId="7d8a6ee1e82349c3" providerId="LiveId" clId="{06234449-6686-41A5-AE54-767364A3BA9A}" dt="2021-10-03T15:06:52.480" v="77" actId="478"/>
          <ac:picMkLst>
            <pc:docMk/>
            <pc:sldMk cId="555539524" sldId="312"/>
            <ac:picMk id="15" creationId="{2A761419-28DD-4C92-9273-E03F43FD66BE}"/>
          </ac:picMkLst>
        </pc:picChg>
        <pc:picChg chg="add del mod">
          <ac:chgData name="Guilherme Micota Stipp" userId="7d8a6ee1e82349c3" providerId="LiveId" clId="{06234449-6686-41A5-AE54-767364A3BA9A}" dt="2021-10-03T23:30:14.875" v="258"/>
          <ac:picMkLst>
            <pc:docMk/>
            <pc:sldMk cId="555539524" sldId="312"/>
            <ac:picMk id="17" creationId="{85F8B9AD-EC3A-4A98-A98B-DB2B088AF013}"/>
          </ac:picMkLst>
        </pc:picChg>
        <pc:picChg chg="add del mod">
          <ac:chgData name="Guilherme Micota Stipp" userId="7d8a6ee1e82349c3" providerId="LiveId" clId="{06234449-6686-41A5-AE54-767364A3BA9A}" dt="2021-10-03T23:30:20.564" v="263"/>
          <ac:picMkLst>
            <pc:docMk/>
            <pc:sldMk cId="555539524" sldId="312"/>
            <ac:picMk id="19" creationId="{3F056618-C3FA-438A-BAC9-A83C8615D1E1}"/>
          </ac:picMkLst>
        </pc:picChg>
        <pc:picChg chg="add del mod">
          <ac:chgData name="Guilherme Micota Stipp" userId="7d8a6ee1e82349c3" providerId="LiveId" clId="{06234449-6686-41A5-AE54-767364A3BA9A}" dt="2021-10-03T23:43:32.360" v="276" actId="478"/>
          <ac:picMkLst>
            <pc:docMk/>
            <pc:sldMk cId="555539524" sldId="312"/>
            <ac:picMk id="21" creationId="{866AF5B9-9CDE-4855-9024-6AE256D04760}"/>
          </ac:picMkLst>
        </pc:picChg>
        <pc:picChg chg="add del mod">
          <ac:chgData name="Guilherme Micota Stipp" userId="7d8a6ee1e82349c3" providerId="LiveId" clId="{06234449-6686-41A5-AE54-767364A3BA9A}" dt="2021-10-03T23:44:52.023" v="287" actId="478"/>
          <ac:picMkLst>
            <pc:docMk/>
            <pc:sldMk cId="555539524" sldId="312"/>
            <ac:picMk id="23" creationId="{3082A134-4D16-4750-8087-A326764800C4}"/>
          </ac:picMkLst>
        </pc:picChg>
        <pc:picChg chg="add del mod">
          <ac:chgData name="Guilherme Micota Stipp" userId="7d8a6ee1e82349c3" providerId="LiveId" clId="{06234449-6686-41A5-AE54-767364A3BA9A}" dt="2021-10-03T23:46:10.038" v="296" actId="478"/>
          <ac:picMkLst>
            <pc:docMk/>
            <pc:sldMk cId="555539524" sldId="312"/>
            <ac:picMk id="25" creationId="{2ECE53B6-D328-4767-B886-EEA77E673FEA}"/>
          </ac:picMkLst>
        </pc:picChg>
        <pc:picChg chg="add mod">
          <ac:chgData name="Guilherme Micota Stipp" userId="7d8a6ee1e82349c3" providerId="LiveId" clId="{06234449-6686-41A5-AE54-767364A3BA9A}" dt="2021-10-03T23:46:56.809" v="326" actId="14100"/>
          <ac:picMkLst>
            <pc:docMk/>
            <pc:sldMk cId="555539524" sldId="312"/>
            <ac:picMk id="27" creationId="{3E3B6ACA-6CAC-4290-8A81-CF0FE02B0DB5}"/>
          </ac:picMkLst>
        </pc:picChg>
      </pc:sldChg>
      <pc:sldChg chg="add">
        <pc:chgData name="Guilherme Micota Stipp" userId="7d8a6ee1e82349c3" providerId="LiveId" clId="{06234449-6686-41A5-AE54-767364A3BA9A}" dt="2021-10-03T15:08:18.607" v="162" actId="2890"/>
        <pc:sldMkLst>
          <pc:docMk/>
          <pc:sldMk cId="2357246368" sldId="313"/>
        </pc:sldMkLst>
      </pc:sldChg>
      <pc:sldChg chg="add del">
        <pc:chgData name="Guilherme Micota Stipp" userId="7d8a6ee1e82349c3" providerId="LiveId" clId="{06234449-6686-41A5-AE54-767364A3BA9A}" dt="2021-10-04T01:12:51.418" v="402" actId="47"/>
        <pc:sldMkLst>
          <pc:docMk/>
          <pc:sldMk cId="4186611951" sldId="314"/>
        </pc:sldMkLst>
      </pc:sldChg>
      <pc:sldChg chg="add">
        <pc:chgData name="Guilherme Micota Stipp" userId="7d8a6ee1e82349c3" providerId="LiveId" clId="{06234449-6686-41A5-AE54-767364A3BA9A}" dt="2021-10-03T23:27:47.885" v="252" actId="2890"/>
        <pc:sldMkLst>
          <pc:docMk/>
          <pc:sldMk cId="1029869431" sldId="315"/>
        </pc:sldMkLst>
      </pc:sldChg>
      <pc:sldChg chg="addSp delSp modSp add mod">
        <pc:chgData name="Guilherme Micota Stipp" userId="7d8a6ee1e82349c3" providerId="LiveId" clId="{06234449-6686-41A5-AE54-767364A3BA9A}" dt="2021-10-04T00:05:44.183" v="340" actId="14100"/>
        <pc:sldMkLst>
          <pc:docMk/>
          <pc:sldMk cId="736960992" sldId="316"/>
        </pc:sldMkLst>
        <pc:picChg chg="add mod">
          <ac:chgData name="Guilherme Micota Stipp" userId="7d8a6ee1e82349c3" providerId="LiveId" clId="{06234449-6686-41A5-AE54-767364A3BA9A}" dt="2021-10-04T00:05:44.183" v="340" actId="14100"/>
          <ac:picMkLst>
            <pc:docMk/>
            <pc:sldMk cId="736960992" sldId="316"/>
            <ac:picMk id="8" creationId="{DC920386-1CB8-43AE-A0F6-9CC37A174F8C}"/>
          </ac:picMkLst>
        </pc:picChg>
        <pc:picChg chg="del">
          <ac:chgData name="Guilherme Micota Stipp" userId="7d8a6ee1e82349c3" providerId="LiveId" clId="{06234449-6686-41A5-AE54-767364A3BA9A}" dt="2021-10-03T23:47:02.798" v="328" actId="478"/>
          <ac:picMkLst>
            <pc:docMk/>
            <pc:sldMk cId="736960992" sldId="316"/>
            <ac:picMk id="27" creationId="{3E3B6ACA-6CAC-4290-8A81-CF0FE02B0DB5}"/>
          </ac:picMkLst>
        </pc:picChg>
      </pc:sldChg>
      <pc:sldChg chg="addSp delSp modSp add mod">
        <pc:chgData name="Guilherme Micota Stipp" userId="7d8a6ee1e82349c3" providerId="LiveId" clId="{06234449-6686-41A5-AE54-767364A3BA9A}" dt="2021-10-04T00:49:44.554" v="359" actId="14100"/>
        <pc:sldMkLst>
          <pc:docMk/>
          <pc:sldMk cId="2346771574" sldId="317"/>
        </pc:sldMkLst>
        <pc:picChg chg="add mod">
          <ac:chgData name="Guilherme Micota Stipp" userId="7d8a6ee1e82349c3" providerId="LiveId" clId="{06234449-6686-41A5-AE54-767364A3BA9A}" dt="2021-10-04T00:49:44.554" v="359" actId="14100"/>
          <ac:picMkLst>
            <pc:docMk/>
            <pc:sldMk cId="2346771574" sldId="317"/>
            <ac:picMk id="8" creationId="{37F187BE-E1D1-483B-9AE4-0DA6CB2D7657}"/>
          </ac:picMkLst>
        </pc:picChg>
        <pc:picChg chg="add del mod">
          <ac:chgData name="Guilherme Micota Stipp" userId="7d8a6ee1e82349c3" providerId="LiveId" clId="{06234449-6686-41A5-AE54-767364A3BA9A}" dt="2021-10-04T00:49:33.515" v="351" actId="478"/>
          <ac:picMkLst>
            <pc:docMk/>
            <pc:sldMk cId="2346771574" sldId="317"/>
            <ac:picMk id="12" creationId="{DA5D3829-CFFA-4D03-91E3-7A4282AADAB7}"/>
          </ac:picMkLst>
        </pc:picChg>
        <pc:picChg chg="del">
          <ac:chgData name="Guilherme Micota Stipp" userId="7d8a6ee1e82349c3" providerId="LiveId" clId="{06234449-6686-41A5-AE54-767364A3BA9A}" dt="2021-10-04T00:49:23.604" v="342" actId="478"/>
          <ac:picMkLst>
            <pc:docMk/>
            <pc:sldMk cId="2346771574" sldId="317"/>
            <ac:picMk id="14" creationId="{923E3546-08B3-4CB7-A263-C108EAEE3579}"/>
          </ac:picMkLst>
        </pc:picChg>
        <pc:picChg chg="add del mod">
          <ac:chgData name="Guilherme Micota Stipp" userId="7d8a6ee1e82349c3" providerId="LiveId" clId="{06234449-6686-41A5-AE54-767364A3BA9A}" dt="2021-10-04T00:49:32.575" v="350" actId="478"/>
          <ac:picMkLst>
            <pc:docMk/>
            <pc:sldMk cId="2346771574" sldId="317"/>
            <ac:picMk id="15" creationId="{9C9CC1FE-F1B6-4B55-BE5E-EF7AB4C89398}"/>
          </ac:picMkLst>
        </pc:picChg>
      </pc:sldChg>
      <pc:sldChg chg="delSp modSp add mod">
        <pc:chgData name="Guilherme Micota Stipp" userId="7d8a6ee1e82349c3" providerId="LiveId" clId="{06234449-6686-41A5-AE54-767364A3BA9A}" dt="2021-10-04T00:50:00.544" v="369" actId="14100"/>
        <pc:sldMkLst>
          <pc:docMk/>
          <pc:sldMk cId="569468190" sldId="318"/>
        </pc:sldMkLst>
        <pc:picChg chg="del">
          <ac:chgData name="Guilherme Micota Stipp" userId="7d8a6ee1e82349c3" providerId="LiveId" clId="{06234449-6686-41A5-AE54-767364A3BA9A}" dt="2021-10-04T00:49:51.100" v="361" actId="478"/>
          <ac:picMkLst>
            <pc:docMk/>
            <pc:sldMk cId="569468190" sldId="318"/>
            <ac:picMk id="8" creationId="{37F187BE-E1D1-483B-9AE4-0DA6CB2D7657}"/>
          </ac:picMkLst>
        </pc:picChg>
        <pc:picChg chg="mod">
          <ac:chgData name="Guilherme Micota Stipp" userId="7d8a6ee1e82349c3" providerId="LiveId" clId="{06234449-6686-41A5-AE54-767364A3BA9A}" dt="2021-10-04T00:50:00.544" v="369" actId="14100"/>
          <ac:picMkLst>
            <pc:docMk/>
            <pc:sldMk cId="569468190" sldId="318"/>
            <ac:picMk id="12" creationId="{DA5D3829-CFFA-4D03-91E3-7A4282AADAB7}"/>
          </ac:picMkLst>
        </pc:picChg>
        <pc:picChg chg="del">
          <ac:chgData name="Guilherme Micota Stipp" userId="7d8a6ee1e82349c3" providerId="LiveId" clId="{06234449-6686-41A5-AE54-767364A3BA9A}" dt="2021-10-04T00:49:30.735" v="349" actId="478"/>
          <ac:picMkLst>
            <pc:docMk/>
            <pc:sldMk cId="569468190" sldId="318"/>
            <ac:picMk id="15" creationId="{9C9CC1FE-F1B6-4B55-BE5E-EF7AB4C89398}"/>
          </ac:picMkLst>
        </pc:picChg>
      </pc:sldChg>
      <pc:sldChg chg="addSp delSp modSp add mod">
        <pc:chgData name="Guilherme Micota Stipp" userId="7d8a6ee1e82349c3" providerId="LiveId" clId="{06234449-6686-41A5-AE54-767364A3BA9A}" dt="2021-10-04T00:50:56.965" v="394" actId="14100"/>
        <pc:sldMkLst>
          <pc:docMk/>
          <pc:sldMk cId="2858790055" sldId="319"/>
        </pc:sldMkLst>
        <pc:picChg chg="del">
          <ac:chgData name="Guilherme Micota Stipp" userId="7d8a6ee1e82349c3" providerId="LiveId" clId="{06234449-6686-41A5-AE54-767364A3BA9A}" dt="2021-10-04T00:50:06.844" v="372" actId="478"/>
          <ac:picMkLst>
            <pc:docMk/>
            <pc:sldMk cId="2858790055" sldId="319"/>
            <ac:picMk id="8" creationId="{37F187BE-E1D1-483B-9AE4-0DA6CB2D7657}"/>
          </ac:picMkLst>
        </pc:picChg>
        <pc:picChg chg="add mod">
          <ac:chgData name="Guilherme Micota Stipp" userId="7d8a6ee1e82349c3" providerId="LiveId" clId="{06234449-6686-41A5-AE54-767364A3BA9A}" dt="2021-10-04T00:50:56.965" v="394" actId="14100"/>
          <ac:picMkLst>
            <pc:docMk/>
            <pc:sldMk cId="2858790055" sldId="319"/>
            <ac:picMk id="11" creationId="{606C9F08-4FF8-4086-AC8A-C71B96AEE746}"/>
          </ac:picMkLst>
        </pc:picChg>
        <pc:picChg chg="del">
          <ac:chgData name="Guilherme Micota Stipp" userId="7d8a6ee1e82349c3" providerId="LiveId" clId="{06234449-6686-41A5-AE54-767364A3BA9A}" dt="2021-10-04T00:50:06.249" v="371" actId="478"/>
          <ac:picMkLst>
            <pc:docMk/>
            <pc:sldMk cId="2858790055" sldId="319"/>
            <ac:picMk id="12" creationId="{DA5D3829-CFFA-4D03-91E3-7A4282AADAB7}"/>
          </ac:picMkLst>
        </pc:picChg>
        <pc:picChg chg="del mod">
          <ac:chgData name="Guilherme Micota Stipp" userId="7d8a6ee1e82349c3" providerId="LiveId" clId="{06234449-6686-41A5-AE54-767364A3BA9A}" dt="2021-10-04T00:50:48.280" v="385" actId="478"/>
          <ac:picMkLst>
            <pc:docMk/>
            <pc:sldMk cId="2858790055" sldId="319"/>
            <ac:picMk id="15" creationId="{9C9CC1FE-F1B6-4B55-BE5E-EF7AB4C89398}"/>
          </ac:picMkLst>
        </pc:picChg>
      </pc:sldChg>
      <pc:sldChg chg="addSp delSp modSp add mod">
        <pc:chgData name="Guilherme Micota Stipp" userId="7d8a6ee1e82349c3" providerId="LiveId" clId="{06234449-6686-41A5-AE54-767364A3BA9A}" dt="2021-10-04T01:12:39.946" v="401" actId="1076"/>
        <pc:sldMkLst>
          <pc:docMk/>
          <pc:sldMk cId="3911989993" sldId="320"/>
        </pc:sldMkLst>
        <pc:picChg chg="add mod">
          <ac:chgData name="Guilherme Micota Stipp" userId="7d8a6ee1e82349c3" providerId="LiveId" clId="{06234449-6686-41A5-AE54-767364A3BA9A}" dt="2021-10-04T01:12:39.946" v="401" actId="1076"/>
          <ac:picMkLst>
            <pc:docMk/>
            <pc:sldMk cId="3911989993" sldId="320"/>
            <ac:picMk id="8" creationId="{502471B9-595C-403B-96B0-66945FF6D009}"/>
          </ac:picMkLst>
        </pc:picChg>
        <pc:picChg chg="del">
          <ac:chgData name="Guilherme Micota Stipp" userId="7d8a6ee1e82349c3" providerId="LiveId" clId="{06234449-6686-41A5-AE54-767364A3BA9A}" dt="2021-10-04T00:53:09.724" v="396" actId="478"/>
          <ac:picMkLst>
            <pc:docMk/>
            <pc:sldMk cId="3911989993" sldId="320"/>
            <ac:picMk id="12" creationId="{DA5D3829-CFFA-4D03-91E3-7A4282AADAB7}"/>
          </ac:picMkLst>
        </pc:picChg>
      </pc:sldChg>
      <pc:sldChg chg="delSp add del mod">
        <pc:chgData name="Guilherme Micota Stipp" userId="7d8a6ee1e82349c3" providerId="LiveId" clId="{06234449-6686-41A5-AE54-767364A3BA9A}" dt="2021-10-04T01:16:39.242" v="405" actId="47"/>
        <pc:sldMkLst>
          <pc:docMk/>
          <pc:sldMk cId="757416911" sldId="321"/>
        </pc:sldMkLst>
        <pc:picChg chg="del">
          <ac:chgData name="Guilherme Micota Stipp" userId="7d8a6ee1e82349c3" providerId="LiveId" clId="{06234449-6686-41A5-AE54-767364A3BA9A}" dt="2021-10-04T01:13:48.700" v="404" actId="478"/>
          <ac:picMkLst>
            <pc:docMk/>
            <pc:sldMk cId="757416911" sldId="321"/>
            <ac:picMk id="12" creationId="{DA5D3829-CFFA-4D03-91E3-7A4282AADAB7}"/>
          </ac:picMkLst>
        </pc:picChg>
      </pc:sldChg>
    </pc:docChg>
  </pc:docChgLst>
  <pc:docChgLst>
    <pc:chgData name="Guilherme Micota Stipp" userId="7d8a6ee1e82349c3" providerId="LiveId" clId="{9720873C-2532-418F-85C8-A7AB236291F7}"/>
    <pc:docChg chg="undo custSel addSld delSld modSld sldOrd">
      <pc:chgData name="Guilherme Micota Stipp" userId="7d8a6ee1e82349c3" providerId="LiveId" clId="{9720873C-2532-418F-85C8-A7AB236291F7}" dt="2021-10-25T14:27:16.602" v="526" actId="14100"/>
      <pc:docMkLst>
        <pc:docMk/>
      </pc:docMkLst>
      <pc:sldChg chg="addSp delSp modSp mod">
        <pc:chgData name="Guilherme Micota Stipp" userId="7d8a6ee1e82349c3" providerId="LiveId" clId="{9720873C-2532-418F-85C8-A7AB236291F7}" dt="2021-10-25T14:13:44.790" v="515" actId="1037"/>
        <pc:sldMkLst>
          <pc:docMk/>
          <pc:sldMk cId="2966454573" sldId="305"/>
        </pc:sldMkLst>
        <pc:picChg chg="del">
          <ac:chgData name="Guilherme Micota Stipp" userId="7d8a6ee1e82349c3" providerId="LiveId" clId="{9720873C-2532-418F-85C8-A7AB236291F7}" dt="2021-10-24T18:04:58.907" v="7" actId="478"/>
          <ac:picMkLst>
            <pc:docMk/>
            <pc:sldMk cId="2966454573" sldId="305"/>
            <ac:picMk id="8" creationId="{CD354C15-E263-4B2B-B476-E55391E977C4}"/>
          </ac:picMkLst>
        </pc:picChg>
        <pc:picChg chg="add del mod">
          <ac:chgData name="Guilherme Micota Stipp" userId="7d8a6ee1e82349c3" providerId="LiveId" clId="{9720873C-2532-418F-85C8-A7AB236291F7}" dt="2021-10-25T14:11:49.093" v="354" actId="478"/>
          <ac:picMkLst>
            <pc:docMk/>
            <pc:sldMk cId="2966454573" sldId="305"/>
            <ac:picMk id="8" creationId="{E66E9D5F-E15D-4F92-B443-AE7DD5B61C80}"/>
          </ac:picMkLst>
        </pc:picChg>
        <pc:picChg chg="add del mod">
          <ac:chgData name="Guilherme Micota Stipp" userId="7d8a6ee1e82349c3" providerId="LiveId" clId="{9720873C-2532-418F-85C8-A7AB236291F7}" dt="2021-10-25T14:11:59.102" v="369" actId="478"/>
          <ac:picMkLst>
            <pc:docMk/>
            <pc:sldMk cId="2966454573" sldId="305"/>
            <ac:picMk id="11" creationId="{0E218A4C-FE99-4C6E-8A52-E08F74CA1904}"/>
          </ac:picMkLst>
        </pc:picChg>
        <pc:picChg chg="add del mod">
          <ac:chgData name="Guilherme Micota Stipp" userId="7d8a6ee1e82349c3" providerId="LiveId" clId="{9720873C-2532-418F-85C8-A7AB236291F7}" dt="2021-10-25T14:11:48.682" v="353" actId="478"/>
          <ac:picMkLst>
            <pc:docMk/>
            <pc:sldMk cId="2966454573" sldId="305"/>
            <ac:picMk id="12" creationId="{70F68640-8ABC-43F1-BD98-6DC83F7665DC}"/>
          </ac:picMkLst>
        </pc:picChg>
        <pc:picChg chg="del">
          <ac:chgData name="Guilherme Micota Stipp" userId="7d8a6ee1e82349c3" providerId="LiveId" clId="{9720873C-2532-418F-85C8-A7AB236291F7}" dt="2021-10-24T18:05:01.630" v="9" actId="478"/>
          <ac:picMkLst>
            <pc:docMk/>
            <pc:sldMk cId="2966454573" sldId="305"/>
            <ac:picMk id="13" creationId="{3A91E918-2938-4F3E-A92A-6CF5C37CDE4B}"/>
          </ac:picMkLst>
        </pc:picChg>
        <pc:picChg chg="add del mod">
          <ac:chgData name="Guilherme Micota Stipp" userId="7d8a6ee1e82349c3" providerId="LiveId" clId="{9720873C-2532-418F-85C8-A7AB236291F7}" dt="2021-10-25T14:12:00.287" v="371" actId="478"/>
          <ac:picMkLst>
            <pc:docMk/>
            <pc:sldMk cId="2966454573" sldId="305"/>
            <ac:picMk id="14" creationId="{FEE3B723-F9EC-459D-9609-400009D61FB0}"/>
          </ac:picMkLst>
        </pc:picChg>
        <pc:picChg chg="del">
          <ac:chgData name="Guilherme Micota Stipp" userId="7d8a6ee1e82349c3" providerId="LiveId" clId="{9720873C-2532-418F-85C8-A7AB236291F7}" dt="2021-10-24T18:05:00.614" v="8" actId="478"/>
          <ac:picMkLst>
            <pc:docMk/>
            <pc:sldMk cId="2966454573" sldId="305"/>
            <ac:picMk id="16" creationId="{400F8F15-5DDE-4195-970E-3B0296D5CD67}"/>
          </ac:picMkLst>
        </pc:picChg>
        <pc:picChg chg="add del mod">
          <ac:chgData name="Guilherme Micota Stipp" userId="7d8a6ee1e82349c3" providerId="LiveId" clId="{9720873C-2532-418F-85C8-A7AB236291F7}" dt="2021-10-25T14:11:59.923" v="370" actId="478"/>
          <ac:picMkLst>
            <pc:docMk/>
            <pc:sldMk cId="2966454573" sldId="305"/>
            <ac:picMk id="16" creationId="{F59C870C-9FD3-43BC-A05A-0A0431DAAABC}"/>
          </ac:picMkLst>
        </pc:picChg>
        <pc:picChg chg="add del mod">
          <ac:chgData name="Guilherme Micota Stipp" userId="7d8a6ee1e82349c3" providerId="LiveId" clId="{9720873C-2532-418F-85C8-A7AB236291F7}" dt="2021-10-25T14:12:46.665" v="443" actId="478"/>
          <ac:picMkLst>
            <pc:docMk/>
            <pc:sldMk cId="2966454573" sldId="305"/>
            <ac:picMk id="18" creationId="{D17CFF5E-67E8-4849-A4E6-1B2C775E0802}"/>
          </ac:picMkLst>
        </pc:picChg>
        <pc:picChg chg="add del mod">
          <ac:chgData name="Guilherme Micota Stipp" userId="7d8a6ee1e82349c3" providerId="LiveId" clId="{9720873C-2532-418F-85C8-A7AB236291F7}" dt="2021-10-25T14:12:47.523" v="445" actId="478"/>
          <ac:picMkLst>
            <pc:docMk/>
            <pc:sldMk cId="2966454573" sldId="305"/>
            <ac:picMk id="20" creationId="{DD7EDF4F-7948-4928-AA45-A014FE3E0240}"/>
          </ac:picMkLst>
        </pc:picChg>
        <pc:picChg chg="add del mod">
          <ac:chgData name="Guilherme Micota Stipp" userId="7d8a6ee1e82349c3" providerId="LiveId" clId="{9720873C-2532-418F-85C8-A7AB236291F7}" dt="2021-10-25T14:12:47.207" v="444" actId="478"/>
          <ac:picMkLst>
            <pc:docMk/>
            <pc:sldMk cId="2966454573" sldId="305"/>
            <ac:picMk id="22" creationId="{62D89880-0C11-48F9-8E9F-6538BCFC3F32}"/>
          </ac:picMkLst>
        </pc:picChg>
        <pc:picChg chg="add mod">
          <ac:chgData name="Guilherme Micota Stipp" userId="7d8a6ee1e82349c3" providerId="LiveId" clId="{9720873C-2532-418F-85C8-A7AB236291F7}" dt="2021-10-25T14:13:19.830" v="478" actId="14100"/>
          <ac:picMkLst>
            <pc:docMk/>
            <pc:sldMk cId="2966454573" sldId="305"/>
            <ac:picMk id="24" creationId="{E86B32CE-F7DD-43A4-91DE-181558B20D32}"/>
          </ac:picMkLst>
        </pc:picChg>
        <pc:picChg chg="add mod">
          <ac:chgData name="Guilherme Micota Stipp" userId="7d8a6ee1e82349c3" providerId="LiveId" clId="{9720873C-2532-418F-85C8-A7AB236291F7}" dt="2021-10-25T14:13:31.309" v="482" actId="1076"/>
          <ac:picMkLst>
            <pc:docMk/>
            <pc:sldMk cId="2966454573" sldId="305"/>
            <ac:picMk id="26" creationId="{F11F5372-356D-4BAC-A8A1-2BDCED23E76E}"/>
          </ac:picMkLst>
        </pc:picChg>
        <pc:picChg chg="add mod">
          <ac:chgData name="Guilherme Micota Stipp" userId="7d8a6ee1e82349c3" providerId="LiveId" clId="{9720873C-2532-418F-85C8-A7AB236291F7}" dt="2021-10-25T14:13:44.790" v="515" actId="1037"/>
          <ac:picMkLst>
            <pc:docMk/>
            <pc:sldMk cId="2966454573" sldId="305"/>
            <ac:picMk id="28" creationId="{D4801C7C-7584-4837-9829-11F1DC1009B0}"/>
          </ac:picMkLst>
        </pc:picChg>
      </pc:sldChg>
      <pc:sldChg chg="del">
        <pc:chgData name="Guilherme Micota Stipp" userId="7d8a6ee1e82349c3" providerId="LiveId" clId="{9720873C-2532-418F-85C8-A7AB236291F7}" dt="2021-10-24T18:04:46.334" v="0" actId="47"/>
        <pc:sldMkLst>
          <pc:docMk/>
          <pc:sldMk cId="208367571" sldId="321"/>
        </pc:sldMkLst>
      </pc:sldChg>
      <pc:sldChg chg="del">
        <pc:chgData name="Guilherme Micota Stipp" userId="7d8a6ee1e82349c3" providerId="LiveId" clId="{9720873C-2532-418F-85C8-A7AB236291F7}" dt="2021-10-24T18:04:46.865" v="1" actId="47"/>
        <pc:sldMkLst>
          <pc:docMk/>
          <pc:sldMk cId="3769556256" sldId="322"/>
        </pc:sldMkLst>
      </pc:sldChg>
      <pc:sldChg chg="addSp delSp modSp mod">
        <pc:chgData name="Guilherme Micota Stipp" userId="7d8a6ee1e82349c3" providerId="LiveId" clId="{9720873C-2532-418F-85C8-A7AB236291F7}" dt="2021-10-24T18:49:39.538" v="244" actId="14100"/>
        <pc:sldMkLst>
          <pc:docMk/>
          <pc:sldMk cId="2975322907" sldId="323"/>
        </pc:sldMkLst>
        <pc:spChg chg="mod">
          <ac:chgData name="Guilherme Micota Stipp" userId="7d8a6ee1e82349c3" providerId="LiveId" clId="{9720873C-2532-418F-85C8-A7AB236291F7}" dt="2021-10-24T18:46:50.365" v="188"/>
          <ac:spMkLst>
            <pc:docMk/>
            <pc:sldMk cId="2975322907" sldId="323"/>
            <ac:spMk id="10" creationId="{0DC30F15-2778-418E-A2EF-BEAEC6F95C4E}"/>
          </ac:spMkLst>
        </pc:spChg>
        <pc:picChg chg="del">
          <ac:chgData name="Guilherme Micota Stipp" userId="7d8a6ee1e82349c3" providerId="LiveId" clId="{9720873C-2532-418F-85C8-A7AB236291F7}" dt="2021-10-24T18:04:56.724" v="6" actId="478"/>
          <ac:picMkLst>
            <pc:docMk/>
            <pc:sldMk cId="2975322907" sldId="323"/>
            <ac:picMk id="8" creationId="{6F646170-4024-4249-AA99-5D7B197B3FA5}"/>
          </ac:picMkLst>
        </pc:picChg>
        <pc:picChg chg="add del mod">
          <ac:chgData name="Guilherme Micota Stipp" userId="7d8a6ee1e82349c3" providerId="LiveId" clId="{9720873C-2532-418F-85C8-A7AB236291F7}" dt="2021-10-24T18:34:38.990" v="86" actId="478"/>
          <ac:picMkLst>
            <pc:docMk/>
            <pc:sldMk cId="2975322907" sldId="323"/>
            <ac:picMk id="11" creationId="{AFBAF2FA-89DB-440C-BE33-5D9B2B88C2A2}"/>
          </ac:picMkLst>
        </pc:picChg>
        <pc:picChg chg="add del mod">
          <ac:chgData name="Guilherme Micota Stipp" userId="7d8a6ee1e82349c3" providerId="LiveId" clId="{9720873C-2532-418F-85C8-A7AB236291F7}" dt="2021-10-24T18:35:18.919" v="111" actId="478"/>
          <ac:picMkLst>
            <pc:docMk/>
            <pc:sldMk cId="2975322907" sldId="323"/>
            <ac:picMk id="13" creationId="{FE049EF6-2D85-403C-9635-13EF66C51291}"/>
          </ac:picMkLst>
        </pc:picChg>
        <pc:picChg chg="add del mod">
          <ac:chgData name="Guilherme Micota Stipp" userId="7d8a6ee1e82349c3" providerId="LiveId" clId="{9720873C-2532-418F-85C8-A7AB236291F7}" dt="2021-10-24T18:49:19.793" v="234" actId="478"/>
          <ac:picMkLst>
            <pc:docMk/>
            <pc:sldMk cId="2975322907" sldId="323"/>
            <ac:picMk id="15" creationId="{CD450B82-8FEC-4A6E-BB38-39E258DB65DE}"/>
          </ac:picMkLst>
        </pc:picChg>
        <pc:picChg chg="add mod">
          <ac:chgData name="Guilherme Micota Stipp" userId="7d8a6ee1e82349c3" providerId="LiveId" clId="{9720873C-2532-418F-85C8-A7AB236291F7}" dt="2021-10-24T18:49:39.538" v="244" actId="14100"/>
          <ac:picMkLst>
            <pc:docMk/>
            <pc:sldMk cId="2975322907" sldId="323"/>
            <ac:picMk id="17" creationId="{AF02A847-01D0-45FF-A31B-A30E5F106981}"/>
          </ac:picMkLst>
        </pc:picChg>
      </pc:sldChg>
      <pc:sldChg chg="add">
        <pc:chgData name="Guilherme Micota Stipp" userId="7d8a6ee1e82349c3" providerId="LiveId" clId="{9720873C-2532-418F-85C8-A7AB236291F7}" dt="2021-10-24T18:28:48.146" v="10" actId="2890"/>
        <pc:sldMkLst>
          <pc:docMk/>
          <pc:sldMk cId="570095097" sldId="324"/>
        </pc:sldMkLst>
      </pc:sldChg>
      <pc:sldChg chg="addSp delSp modSp add mod">
        <pc:chgData name="Guilherme Micota Stipp" userId="7d8a6ee1e82349c3" providerId="LiveId" clId="{9720873C-2532-418F-85C8-A7AB236291F7}" dt="2021-10-24T18:49:55.504" v="253" actId="14100"/>
        <pc:sldMkLst>
          <pc:docMk/>
          <pc:sldMk cId="3398708025" sldId="325"/>
        </pc:sldMkLst>
        <pc:spChg chg="mod">
          <ac:chgData name="Guilherme Micota Stipp" userId="7d8a6ee1e82349c3" providerId="LiveId" clId="{9720873C-2532-418F-85C8-A7AB236291F7}" dt="2021-10-24T18:46:56.878" v="217"/>
          <ac:spMkLst>
            <pc:docMk/>
            <pc:sldMk cId="3398708025" sldId="325"/>
            <ac:spMk id="10" creationId="{0DC30F15-2778-418E-A2EF-BEAEC6F95C4E}"/>
          </ac:spMkLst>
        </pc:spChg>
        <pc:picChg chg="add del mod">
          <ac:chgData name="Guilherme Micota Stipp" userId="7d8a6ee1e82349c3" providerId="LiveId" clId="{9720873C-2532-418F-85C8-A7AB236291F7}" dt="2021-10-24T18:29:41.860" v="72" actId="478"/>
          <ac:picMkLst>
            <pc:docMk/>
            <pc:sldMk cId="3398708025" sldId="325"/>
            <ac:picMk id="8" creationId="{813BCAE8-0468-476B-813E-60E7EAE72639}"/>
          </ac:picMkLst>
        </pc:picChg>
        <pc:picChg chg="del">
          <ac:chgData name="Guilherme Micota Stipp" userId="7d8a6ee1e82349c3" providerId="LiveId" clId="{9720873C-2532-418F-85C8-A7AB236291F7}" dt="2021-10-24T18:29:34.065" v="66" actId="478"/>
          <ac:picMkLst>
            <pc:docMk/>
            <pc:sldMk cId="3398708025" sldId="325"/>
            <ac:picMk id="11" creationId="{AFBAF2FA-89DB-440C-BE33-5D9B2B88C2A2}"/>
          </ac:picMkLst>
        </pc:picChg>
        <pc:picChg chg="add del mod">
          <ac:chgData name="Guilherme Micota Stipp" userId="7d8a6ee1e82349c3" providerId="LiveId" clId="{9720873C-2532-418F-85C8-A7AB236291F7}" dt="2021-10-24T18:34:36.204" v="85" actId="478"/>
          <ac:picMkLst>
            <pc:docMk/>
            <pc:sldMk cId="3398708025" sldId="325"/>
            <ac:picMk id="13" creationId="{C0959908-AF37-4B57-A00B-36587BEE9149}"/>
          </ac:picMkLst>
        </pc:picChg>
        <pc:picChg chg="add del mod">
          <ac:chgData name="Guilherme Micota Stipp" userId="7d8a6ee1e82349c3" providerId="LiveId" clId="{9720873C-2532-418F-85C8-A7AB236291F7}" dt="2021-10-24T18:49:22.652" v="235" actId="478"/>
          <ac:picMkLst>
            <pc:docMk/>
            <pc:sldMk cId="3398708025" sldId="325"/>
            <ac:picMk id="14" creationId="{AC9DDCFF-F553-4228-9C04-E6BDC051485F}"/>
          </ac:picMkLst>
        </pc:picChg>
        <pc:picChg chg="add mod">
          <ac:chgData name="Guilherme Micota Stipp" userId="7d8a6ee1e82349c3" providerId="LiveId" clId="{9720873C-2532-418F-85C8-A7AB236291F7}" dt="2021-10-24T18:49:55.504" v="253" actId="14100"/>
          <ac:picMkLst>
            <pc:docMk/>
            <pc:sldMk cId="3398708025" sldId="325"/>
            <ac:picMk id="16" creationId="{B6345DA9-8944-43D7-A854-567BDA81446D}"/>
          </ac:picMkLst>
        </pc:picChg>
      </pc:sldChg>
      <pc:sldChg chg="del">
        <pc:chgData name="Guilherme Micota Stipp" userId="7d8a6ee1e82349c3" providerId="LiveId" clId="{9720873C-2532-418F-85C8-A7AB236291F7}" dt="2021-10-24T18:04:49.064" v="3" actId="47"/>
        <pc:sldMkLst>
          <pc:docMk/>
          <pc:sldMk cId="247156990" sldId="326"/>
        </pc:sldMkLst>
      </pc:sldChg>
      <pc:sldChg chg="addSp delSp modSp add mod ord">
        <pc:chgData name="Guilherme Micota Stipp" userId="7d8a6ee1e82349c3" providerId="LiveId" clId="{9720873C-2532-418F-85C8-A7AB236291F7}" dt="2021-10-24T18:49:16.890" v="233"/>
        <pc:sldMkLst>
          <pc:docMk/>
          <pc:sldMk cId="4191151455" sldId="326"/>
        </pc:sldMkLst>
        <pc:spChg chg="mod">
          <ac:chgData name="Guilherme Micota Stipp" userId="7d8a6ee1e82349c3" providerId="LiveId" clId="{9720873C-2532-418F-85C8-A7AB236291F7}" dt="2021-10-24T18:46:39.532" v="159" actId="20577"/>
          <ac:spMkLst>
            <pc:docMk/>
            <pc:sldMk cId="4191151455" sldId="326"/>
            <ac:spMk id="10" creationId="{0DC30F15-2778-418E-A2EF-BEAEC6F95C4E}"/>
          </ac:spMkLst>
        </pc:spChg>
        <pc:picChg chg="add del mod">
          <ac:chgData name="Guilherme Micota Stipp" userId="7d8a6ee1e82349c3" providerId="LiveId" clId="{9720873C-2532-418F-85C8-A7AB236291F7}" dt="2021-10-24T18:49:04.043" v="222" actId="478"/>
          <ac:picMkLst>
            <pc:docMk/>
            <pc:sldMk cId="4191151455" sldId="326"/>
            <ac:picMk id="8" creationId="{6D17AB7A-DDAC-43BB-974E-9CA94FEF5160}"/>
          </ac:picMkLst>
        </pc:picChg>
        <pc:picChg chg="add mod">
          <ac:chgData name="Guilherme Micota Stipp" userId="7d8a6ee1e82349c3" providerId="LiveId" clId="{9720873C-2532-418F-85C8-A7AB236291F7}" dt="2021-10-24T18:49:13.133" v="231" actId="14100"/>
          <ac:picMkLst>
            <pc:docMk/>
            <pc:sldMk cId="4191151455" sldId="326"/>
            <ac:picMk id="12" creationId="{D47411C9-DCC2-4776-80BF-47144DFEE1D8}"/>
          </ac:picMkLst>
        </pc:picChg>
        <pc:picChg chg="del">
          <ac:chgData name="Guilherme Micota Stipp" userId="7d8a6ee1e82349c3" providerId="LiveId" clId="{9720873C-2532-418F-85C8-A7AB236291F7}" dt="2021-10-24T18:46:08.310" v="117" actId="478"/>
          <ac:picMkLst>
            <pc:docMk/>
            <pc:sldMk cId="4191151455" sldId="326"/>
            <ac:picMk id="14" creationId="{AC9DDCFF-F553-4228-9C04-E6BDC051485F}"/>
          </ac:picMkLst>
        </pc:picChg>
      </pc:sldChg>
      <pc:sldChg chg="del">
        <pc:chgData name="Guilherme Micota Stipp" userId="7d8a6ee1e82349c3" providerId="LiveId" clId="{9720873C-2532-418F-85C8-A7AB236291F7}" dt="2021-10-24T18:04:47.645" v="2" actId="47"/>
        <pc:sldMkLst>
          <pc:docMk/>
          <pc:sldMk cId="739815195" sldId="327"/>
        </pc:sldMkLst>
      </pc:sldChg>
      <pc:sldChg chg="addSp delSp modSp add mod ord">
        <pc:chgData name="Guilherme Micota Stipp" userId="7d8a6ee1e82349c3" providerId="LiveId" clId="{9720873C-2532-418F-85C8-A7AB236291F7}" dt="2021-10-24T19:13:38.563" v="289" actId="20577"/>
        <pc:sldMkLst>
          <pc:docMk/>
          <pc:sldMk cId="3821362746" sldId="327"/>
        </pc:sldMkLst>
        <pc:spChg chg="mod">
          <ac:chgData name="Guilherme Micota Stipp" userId="7d8a6ee1e82349c3" providerId="LiveId" clId="{9720873C-2532-418F-85C8-A7AB236291F7}" dt="2021-10-24T19:13:38.563" v="289" actId="20577"/>
          <ac:spMkLst>
            <pc:docMk/>
            <pc:sldMk cId="3821362746" sldId="327"/>
            <ac:spMk id="10" creationId="{0DC30F15-2778-418E-A2EF-BEAEC6F95C4E}"/>
          </ac:spMkLst>
        </pc:spChg>
        <pc:picChg chg="add mod">
          <ac:chgData name="Guilherme Micota Stipp" userId="7d8a6ee1e82349c3" providerId="LiveId" clId="{9720873C-2532-418F-85C8-A7AB236291F7}" dt="2021-10-24T19:13:25.980" v="265" actId="14100"/>
          <ac:picMkLst>
            <pc:docMk/>
            <pc:sldMk cId="3821362746" sldId="327"/>
            <ac:picMk id="8" creationId="{766D1546-62D0-4298-9338-F12598785F1C}"/>
          </ac:picMkLst>
        </pc:picChg>
        <pc:picChg chg="del">
          <ac:chgData name="Guilherme Micota Stipp" userId="7d8a6ee1e82349c3" providerId="LiveId" clId="{9720873C-2532-418F-85C8-A7AB236291F7}" dt="2021-10-24T19:13:16.896" v="255" actId="478"/>
          <ac:picMkLst>
            <pc:docMk/>
            <pc:sldMk cId="3821362746" sldId="327"/>
            <ac:picMk id="12" creationId="{D47411C9-DCC2-4776-80BF-47144DFEE1D8}"/>
          </ac:picMkLst>
        </pc:picChg>
      </pc:sldChg>
      <pc:sldChg chg="del">
        <pc:chgData name="Guilherme Micota Stipp" userId="7d8a6ee1e82349c3" providerId="LiveId" clId="{9720873C-2532-418F-85C8-A7AB236291F7}" dt="2021-10-24T18:04:50.487" v="4" actId="47"/>
        <pc:sldMkLst>
          <pc:docMk/>
          <pc:sldMk cId="2372145813" sldId="328"/>
        </pc:sldMkLst>
      </pc:sldChg>
      <pc:sldChg chg="addSp delSp modSp mod ord">
        <pc:chgData name="Guilherme Micota Stipp" userId="7d8a6ee1e82349c3" providerId="LiveId" clId="{9720873C-2532-418F-85C8-A7AB236291F7}" dt="2021-10-25T14:14:00.281" v="517"/>
        <pc:sldMkLst>
          <pc:docMk/>
          <pc:sldMk cId="3026180355" sldId="328"/>
        </pc:sldMkLst>
        <pc:picChg chg="add del mod">
          <ac:chgData name="Guilherme Micota Stipp" userId="7d8a6ee1e82349c3" providerId="LiveId" clId="{9720873C-2532-418F-85C8-A7AB236291F7}" dt="2021-10-25T14:07:26.343" v="324" actId="478"/>
          <ac:picMkLst>
            <pc:docMk/>
            <pc:sldMk cId="3026180355" sldId="328"/>
            <ac:picMk id="8" creationId="{FC2CDE54-BFCA-42B4-A98B-6CCF881A1DF5}"/>
          </ac:picMkLst>
        </pc:picChg>
        <pc:picChg chg="add del mod">
          <ac:chgData name="Guilherme Micota Stipp" userId="7d8a6ee1e82349c3" providerId="LiveId" clId="{9720873C-2532-418F-85C8-A7AB236291F7}" dt="2021-10-25T14:07:30.770" v="328" actId="478"/>
          <ac:picMkLst>
            <pc:docMk/>
            <pc:sldMk cId="3026180355" sldId="328"/>
            <ac:picMk id="11" creationId="{79CA804E-5514-433A-A52D-8AD4008968B6}"/>
          </ac:picMkLst>
        </pc:picChg>
        <pc:picChg chg="add del mod">
          <ac:chgData name="Guilherme Micota Stipp" userId="7d8a6ee1e82349c3" providerId="LiveId" clId="{9720873C-2532-418F-85C8-A7AB236291F7}" dt="2021-10-25T14:09:16.107" v="334" actId="478"/>
          <ac:picMkLst>
            <pc:docMk/>
            <pc:sldMk cId="3026180355" sldId="328"/>
            <ac:picMk id="13" creationId="{BCB79270-33EA-4C42-8660-78BD0BB8D558}"/>
          </ac:picMkLst>
        </pc:picChg>
        <pc:picChg chg="add del mod">
          <ac:chgData name="Guilherme Micota Stipp" userId="7d8a6ee1e82349c3" providerId="LiveId" clId="{9720873C-2532-418F-85C8-A7AB236291F7}" dt="2021-10-25T14:10:09.715" v="339" actId="478"/>
          <ac:picMkLst>
            <pc:docMk/>
            <pc:sldMk cId="3026180355" sldId="328"/>
            <ac:picMk id="15" creationId="{F58FF162-3C45-4EAA-BD59-39270D8D6201}"/>
          </ac:picMkLst>
        </pc:picChg>
        <pc:picChg chg="add mod">
          <ac:chgData name="Guilherme Micota Stipp" userId="7d8a6ee1e82349c3" providerId="LiveId" clId="{9720873C-2532-418F-85C8-A7AB236291F7}" dt="2021-10-25T14:10:48.241" v="350" actId="14100"/>
          <ac:picMkLst>
            <pc:docMk/>
            <pc:sldMk cId="3026180355" sldId="328"/>
            <ac:picMk id="17" creationId="{8B7C92F7-3DAA-4C0E-83A4-277E1E0520D5}"/>
          </ac:picMkLst>
        </pc:picChg>
      </pc:sldChg>
      <pc:sldChg chg="del">
        <pc:chgData name="Guilherme Micota Stipp" userId="7d8a6ee1e82349c3" providerId="LiveId" clId="{9720873C-2532-418F-85C8-A7AB236291F7}" dt="2021-10-24T18:04:51.791" v="5" actId="47"/>
        <pc:sldMkLst>
          <pc:docMk/>
          <pc:sldMk cId="527344766" sldId="329"/>
        </pc:sldMkLst>
      </pc:sldChg>
      <pc:sldChg chg="addSp delSp modSp add mod">
        <pc:chgData name="Guilherme Micota Stipp" userId="7d8a6ee1e82349c3" providerId="LiveId" clId="{9720873C-2532-418F-85C8-A7AB236291F7}" dt="2021-10-25T14:27:16.602" v="526" actId="14100"/>
        <pc:sldMkLst>
          <pc:docMk/>
          <pc:sldMk cId="1457241197" sldId="329"/>
        </pc:sldMkLst>
        <pc:picChg chg="add mod">
          <ac:chgData name="Guilherme Micota Stipp" userId="7d8a6ee1e82349c3" providerId="LiveId" clId="{9720873C-2532-418F-85C8-A7AB236291F7}" dt="2021-10-25T14:27:16.602" v="526" actId="14100"/>
          <ac:picMkLst>
            <pc:docMk/>
            <pc:sldMk cId="1457241197" sldId="329"/>
            <ac:picMk id="8" creationId="{FFC649CF-C220-482E-8918-DBB29D4F00A3}"/>
          </ac:picMkLst>
        </pc:picChg>
        <pc:picChg chg="del">
          <ac:chgData name="Guilherme Micota Stipp" userId="7d8a6ee1e82349c3" providerId="LiveId" clId="{9720873C-2532-418F-85C8-A7AB236291F7}" dt="2021-10-25T14:11:07.237" v="352" actId="478"/>
          <ac:picMkLst>
            <pc:docMk/>
            <pc:sldMk cId="1457241197" sldId="329"/>
            <ac:picMk id="17" creationId="{8B7C92F7-3DAA-4C0E-83A4-277E1E0520D5}"/>
          </ac:picMkLst>
        </pc:picChg>
      </pc:sldChg>
    </pc:docChg>
  </pc:docChgLst>
  <pc:docChgLst>
    <pc:chgData name="Guilherme Micota Stipp" userId="7d8a6ee1e82349c3" providerId="LiveId" clId="{090517CC-EB1F-4045-AFDD-6FA93BF90340}"/>
    <pc:docChg chg="custSel addSld modSld">
      <pc:chgData name="Guilherme Micota Stipp" userId="7d8a6ee1e82349c3" providerId="LiveId" clId="{090517CC-EB1F-4045-AFDD-6FA93BF90340}" dt="2021-08-16T18:00:15.661" v="103" actId="20577"/>
      <pc:docMkLst>
        <pc:docMk/>
      </pc:docMkLst>
      <pc:sldChg chg="addSp delSp modSp add mod">
        <pc:chgData name="Guilherme Micota Stipp" userId="7d8a6ee1e82349c3" providerId="LiveId" clId="{090517CC-EB1F-4045-AFDD-6FA93BF90340}" dt="2021-08-16T17:31:09.621" v="51" actId="20577"/>
        <pc:sldMkLst>
          <pc:docMk/>
          <pc:sldMk cId="3555568433" sldId="306"/>
        </pc:sldMkLst>
        <pc:spChg chg="mod">
          <ac:chgData name="Guilherme Micota Stipp" userId="7d8a6ee1e82349c3" providerId="LiveId" clId="{090517CC-EB1F-4045-AFDD-6FA93BF90340}" dt="2021-08-16T17:31:09.621" v="51" actId="20577"/>
          <ac:spMkLst>
            <pc:docMk/>
            <pc:sldMk cId="3555568433" sldId="306"/>
            <ac:spMk id="10" creationId="{0DC30F15-2778-418E-A2EF-BEAEC6F95C4E}"/>
          </ac:spMkLst>
        </pc:spChg>
        <pc:picChg chg="add del mod">
          <ac:chgData name="Guilherme Micota Stipp" userId="7d8a6ee1e82349c3" providerId="LiveId" clId="{090517CC-EB1F-4045-AFDD-6FA93BF90340}" dt="2021-08-16T17:29:53.479" v="6" actId="478"/>
          <ac:picMkLst>
            <pc:docMk/>
            <pc:sldMk cId="3555568433" sldId="306"/>
            <ac:picMk id="8" creationId="{BDD04D5F-2CE3-4B0F-97DA-13824A050A86}"/>
          </ac:picMkLst>
        </pc:picChg>
        <pc:picChg chg="add del mod">
          <ac:chgData name="Guilherme Micota Stipp" userId="7d8a6ee1e82349c3" providerId="LiveId" clId="{090517CC-EB1F-4045-AFDD-6FA93BF90340}" dt="2021-08-16T17:30:38.688" v="11" actId="478"/>
          <ac:picMkLst>
            <pc:docMk/>
            <pc:sldMk cId="3555568433" sldId="306"/>
            <ac:picMk id="12" creationId="{2886C657-F9B9-475C-9D98-FE2E8646006B}"/>
          </ac:picMkLst>
        </pc:picChg>
        <pc:picChg chg="add mod">
          <ac:chgData name="Guilherme Micota Stipp" userId="7d8a6ee1e82349c3" providerId="LiveId" clId="{090517CC-EB1F-4045-AFDD-6FA93BF90340}" dt="2021-08-16T17:30:59.794" v="24" actId="14100"/>
          <ac:picMkLst>
            <pc:docMk/>
            <pc:sldMk cId="3555568433" sldId="306"/>
            <ac:picMk id="14" creationId="{4722A593-5E93-4F23-B6AF-9F92990CC90C}"/>
          </ac:picMkLst>
        </pc:picChg>
        <pc:picChg chg="del">
          <ac:chgData name="Guilherme Micota Stipp" userId="7d8a6ee1e82349c3" providerId="LiveId" clId="{090517CC-EB1F-4045-AFDD-6FA93BF90340}" dt="2021-08-16T17:29:44.624" v="1" actId="478"/>
          <ac:picMkLst>
            <pc:docMk/>
            <pc:sldMk cId="3555568433" sldId="306"/>
            <ac:picMk id="23" creationId="{3B6578AC-60A4-4426-B67A-DB41E954F9F5}"/>
          </ac:picMkLst>
        </pc:picChg>
      </pc:sldChg>
      <pc:sldChg chg="addSp delSp modSp add mod">
        <pc:chgData name="Guilherme Micota Stipp" userId="7d8a6ee1e82349c3" providerId="LiveId" clId="{090517CC-EB1F-4045-AFDD-6FA93BF90340}" dt="2021-08-16T18:00:15.661" v="103" actId="20577"/>
        <pc:sldMkLst>
          <pc:docMk/>
          <pc:sldMk cId="1758400221" sldId="307"/>
        </pc:sldMkLst>
        <pc:spChg chg="mod">
          <ac:chgData name="Guilherme Micota Stipp" userId="7d8a6ee1e82349c3" providerId="LiveId" clId="{090517CC-EB1F-4045-AFDD-6FA93BF90340}" dt="2021-08-16T18:00:15.661" v="103" actId="20577"/>
          <ac:spMkLst>
            <pc:docMk/>
            <pc:sldMk cId="1758400221" sldId="307"/>
            <ac:spMk id="10" creationId="{0DC30F15-2778-418E-A2EF-BEAEC6F95C4E}"/>
          </ac:spMkLst>
        </pc:spChg>
        <pc:picChg chg="add mod">
          <ac:chgData name="Guilherme Micota Stipp" userId="7d8a6ee1e82349c3" providerId="LiveId" clId="{090517CC-EB1F-4045-AFDD-6FA93BF90340}" dt="2021-08-16T17:59:59.224" v="60" actId="14100"/>
          <ac:picMkLst>
            <pc:docMk/>
            <pc:sldMk cId="1758400221" sldId="307"/>
            <ac:picMk id="8" creationId="{9A4423F4-0F83-4551-BF03-EC6069140CFD}"/>
          </ac:picMkLst>
        </pc:picChg>
        <pc:picChg chg="del">
          <ac:chgData name="Guilherme Micota Stipp" userId="7d8a6ee1e82349c3" providerId="LiveId" clId="{090517CC-EB1F-4045-AFDD-6FA93BF90340}" dt="2021-08-16T17:59:51.910" v="53" actId="478"/>
          <ac:picMkLst>
            <pc:docMk/>
            <pc:sldMk cId="1758400221" sldId="307"/>
            <ac:picMk id="13" creationId="{3BE7FDFD-ECC9-4329-8C05-9DFC46E0E7F5}"/>
          </ac:picMkLst>
        </pc:picChg>
      </pc:sldChg>
    </pc:docChg>
  </pc:docChgLst>
  <pc:docChgLst>
    <pc:chgData name="Guilherme Micota Stipp" userId="7d8a6ee1e82349c3" providerId="LiveId" clId="{EB16C64B-3821-4F08-90F6-A66B4D7BBD5E}"/>
    <pc:docChg chg="undo custSel addSld delSld modSld">
      <pc:chgData name="Guilherme Micota Stipp" userId="7d8a6ee1e82349c3" providerId="LiveId" clId="{EB16C64B-3821-4F08-90F6-A66B4D7BBD5E}" dt="2022-01-10T16:48:12.161" v="441" actId="14100"/>
      <pc:docMkLst>
        <pc:docMk/>
      </pc:docMkLst>
      <pc:sldChg chg="del">
        <pc:chgData name="Guilherme Micota Stipp" userId="7d8a6ee1e82349c3" providerId="LiveId" clId="{EB16C64B-3821-4F08-90F6-A66B4D7BBD5E}" dt="2022-01-08T13:30:56.063" v="5" actId="47"/>
        <pc:sldMkLst>
          <pc:docMk/>
          <pc:sldMk cId="2303623379" sldId="359"/>
        </pc:sldMkLst>
      </pc:sldChg>
      <pc:sldChg chg="addSp delSp modSp mod">
        <pc:chgData name="Guilherme Micota Stipp" userId="7d8a6ee1e82349c3" providerId="LiveId" clId="{EB16C64B-3821-4F08-90F6-A66B4D7BBD5E}" dt="2022-01-09T00:45:10.099" v="195" actId="14100"/>
        <pc:sldMkLst>
          <pc:docMk/>
          <pc:sldMk cId="1205252436" sldId="360"/>
        </pc:sldMkLst>
        <pc:spChg chg="mod">
          <ac:chgData name="Guilherme Micota Stipp" userId="7d8a6ee1e82349c3" providerId="LiveId" clId="{EB16C64B-3821-4F08-90F6-A66B4D7BBD5E}" dt="2022-01-08T13:31:02.718" v="17" actId="20577"/>
          <ac:spMkLst>
            <pc:docMk/>
            <pc:sldMk cId="1205252436" sldId="360"/>
            <ac:spMk id="10" creationId="{0DC30F15-2778-418E-A2EF-BEAEC6F95C4E}"/>
          </ac:spMkLst>
        </pc:spChg>
        <pc:picChg chg="del">
          <ac:chgData name="Guilherme Micota Stipp" userId="7d8a6ee1e82349c3" providerId="LiveId" clId="{EB16C64B-3821-4F08-90F6-A66B4D7BBD5E}" dt="2022-01-08T13:31:04.561" v="18" actId="478"/>
          <ac:picMkLst>
            <pc:docMk/>
            <pc:sldMk cId="1205252436" sldId="360"/>
            <ac:picMk id="8" creationId="{B5710F19-262B-4DA5-BE59-3CCF29C2E6A0}"/>
          </ac:picMkLst>
        </pc:picChg>
        <pc:picChg chg="add mod">
          <ac:chgData name="Guilherme Micota Stipp" userId="7d8a6ee1e82349c3" providerId="LiveId" clId="{EB16C64B-3821-4F08-90F6-A66B4D7BBD5E}" dt="2022-01-09T00:45:10.099" v="195" actId="14100"/>
          <ac:picMkLst>
            <pc:docMk/>
            <pc:sldMk cId="1205252436" sldId="360"/>
            <ac:picMk id="11" creationId="{3DB5C0F9-E460-463F-9BAD-2A5D52FA4B04}"/>
          </ac:picMkLst>
        </pc:picChg>
      </pc:sldChg>
      <pc:sldChg chg="del">
        <pc:chgData name="Guilherme Micota Stipp" userId="7d8a6ee1e82349c3" providerId="LiveId" clId="{EB16C64B-3821-4F08-90F6-A66B4D7BBD5E}" dt="2022-01-08T13:30:53.845" v="0" actId="47"/>
        <pc:sldMkLst>
          <pc:docMk/>
          <pc:sldMk cId="2212600484" sldId="361"/>
        </pc:sldMkLst>
      </pc:sldChg>
      <pc:sldChg chg="addSp delSp modSp add mod">
        <pc:chgData name="Guilherme Micota Stipp" userId="7d8a6ee1e82349c3" providerId="LiveId" clId="{EB16C64B-3821-4F08-90F6-A66B4D7BBD5E}" dt="2022-01-08T21:21:13.439" v="102" actId="1076"/>
        <pc:sldMkLst>
          <pc:docMk/>
          <pc:sldMk cId="3125320457" sldId="361"/>
        </pc:sldMkLst>
        <pc:spChg chg="mod">
          <ac:chgData name="Guilherme Micota Stipp" userId="7d8a6ee1e82349c3" providerId="LiveId" clId="{EB16C64B-3821-4F08-90F6-A66B4D7BBD5E}" dt="2022-01-08T13:31:13.059" v="27" actId="20577"/>
          <ac:spMkLst>
            <pc:docMk/>
            <pc:sldMk cId="3125320457" sldId="361"/>
            <ac:spMk id="10" creationId="{0DC30F15-2778-418E-A2EF-BEAEC6F95C4E}"/>
          </ac:spMkLst>
        </pc:spChg>
        <pc:picChg chg="add del mod">
          <ac:chgData name="Guilherme Micota Stipp" userId="7d8a6ee1e82349c3" providerId="LiveId" clId="{EB16C64B-3821-4F08-90F6-A66B4D7BBD5E}" dt="2022-01-08T21:19:17.548" v="91" actId="478"/>
          <ac:picMkLst>
            <pc:docMk/>
            <pc:sldMk cId="3125320457" sldId="361"/>
            <ac:picMk id="8" creationId="{48524E3C-AA90-466E-84D5-40A333F6B504}"/>
          </ac:picMkLst>
        </pc:picChg>
        <pc:picChg chg="add mod">
          <ac:chgData name="Guilherme Micota Stipp" userId="7d8a6ee1e82349c3" providerId="LiveId" clId="{EB16C64B-3821-4F08-90F6-A66B4D7BBD5E}" dt="2022-01-08T21:21:13.439" v="102" actId="1076"/>
          <ac:picMkLst>
            <pc:docMk/>
            <pc:sldMk cId="3125320457" sldId="361"/>
            <ac:picMk id="12" creationId="{904F1AD7-C318-456F-9425-7DCCF5859B20}"/>
          </ac:picMkLst>
        </pc:picChg>
      </pc:sldChg>
      <pc:sldChg chg="del">
        <pc:chgData name="Guilherme Micota Stipp" userId="7d8a6ee1e82349c3" providerId="LiveId" clId="{EB16C64B-3821-4F08-90F6-A66B4D7BBD5E}" dt="2022-01-08T13:30:54.376" v="1" actId="47"/>
        <pc:sldMkLst>
          <pc:docMk/>
          <pc:sldMk cId="1906749985" sldId="362"/>
        </pc:sldMkLst>
      </pc:sldChg>
      <pc:sldChg chg="addSp modSp add mod">
        <pc:chgData name="Guilherme Micota Stipp" userId="7d8a6ee1e82349c3" providerId="LiveId" clId="{EB16C64B-3821-4F08-90F6-A66B4D7BBD5E}" dt="2022-01-09T00:54:43.749" v="221"/>
        <pc:sldMkLst>
          <pc:docMk/>
          <pc:sldMk cId="4105453421" sldId="362"/>
        </pc:sldMkLst>
        <pc:spChg chg="mod">
          <ac:chgData name="Guilherme Micota Stipp" userId="7d8a6ee1e82349c3" providerId="LiveId" clId="{EB16C64B-3821-4F08-90F6-A66B4D7BBD5E}" dt="2022-01-09T00:54:43.749" v="221"/>
          <ac:spMkLst>
            <pc:docMk/>
            <pc:sldMk cId="4105453421" sldId="362"/>
            <ac:spMk id="10" creationId="{0DC30F15-2778-418E-A2EF-BEAEC6F95C4E}"/>
          </ac:spMkLst>
        </pc:spChg>
        <pc:picChg chg="add mod">
          <ac:chgData name="Guilherme Micota Stipp" userId="7d8a6ee1e82349c3" providerId="LiveId" clId="{EB16C64B-3821-4F08-90F6-A66B4D7BBD5E}" dt="2022-01-09T00:54:30.190" v="218" actId="14100"/>
          <ac:picMkLst>
            <pc:docMk/>
            <pc:sldMk cId="4105453421" sldId="362"/>
            <ac:picMk id="8" creationId="{8AF6CC41-0D96-4EB0-AD0D-F3907534E063}"/>
          </ac:picMkLst>
        </pc:picChg>
      </pc:sldChg>
      <pc:sldChg chg="addSp modSp add mod">
        <pc:chgData name="Guilherme Micota Stipp" userId="7d8a6ee1e82349c3" providerId="LiveId" clId="{EB16C64B-3821-4F08-90F6-A66B4D7BBD5E}" dt="2022-01-08T13:42:34.593" v="62" actId="14100"/>
        <pc:sldMkLst>
          <pc:docMk/>
          <pc:sldMk cId="4099700318" sldId="363"/>
        </pc:sldMkLst>
        <pc:spChg chg="mod">
          <ac:chgData name="Guilherme Micota Stipp" userId="7d8a6ee1e82349c3" providerId="LiveId" clId="{EB16C64B-3821-4F08-90F6-A66B4D7BBD5E}" dt="2022-01-08T13:32:00.304" v="52" actId="20577"/>
          <ac:spMkLst>
            <pc:docMk/>
            <pc:sldMk cId="4099700318" sldId="363"/>
            <ac:spMk id="10" creationId="{0DC30F15-2778-418E-A2EF-BEAEC6F95C4E}"/>
          </ac:spMkLst>
        </pc:spChg>
        <pc:picChg chg="add mod">
          <ac:chgData name="Guilherme Micota Stipp" userId="7d8a6ee1e82349c3" providerId="LiveId" clId="{EB16C64B-3821-4F08-90F6-A66B4D7BBD5E}" dt="2022-01-08T13:42:34.593" v="62" actId="14100"/>
          <ac:picMkLst>
            <pc:docMk/>
            <pc:sldMk cId="4099700318" sldId="363"/>
            <ac:picMk id="8" creationId="{5D484766-978A-4DC5-8D18-B95B2BAA14BA}"/>
          </ac:picMkLst>
        </pc:picChg>
      </pc:sldChg>
      <pc:sldChg chg="addSp delSp modSp add mod">
        <pc:chgData name="Guilherme Micota Stipp" userId="7d8a6ee1e82349c3" providerId="LiveId" clId="{EB16C64B-3821-4F08-90F6-A66B4D7BBD5E}" dt="2022-01-09T00:39:33.621" v="175" actId="14100"/>
        <pc:sldMkLst>
          <pc:docMk/>
          <pc:sldMk cId="269120577" sldId="364"/>
        </pc:sldMkLst>
        <pc:picChg chg="del">
          <ac:chgData name="Guilherme Micota Stipp" userId="7d8a6ee1e82349c3" providerId="LiveId" clId="{EB16C64B-3821-4F08-90F6-A66B4D7BBD5E}" dt="2022-01-08T18:55:03.547" v="90" actId="478"/>
          <ac:picMkLst>
            <pc:docMk/>
            <pc:sldMk cId="269120577" sldId="364"/>
            <ac:picMk id="8" creationId="{48524E3C-AA90-466E-84D5-40A333F6B504}"/>
          </ac:picMkLst>
        </pc:picChg>
        <pc:picChg chg="add del mod">
          <ac:chgData name="Guilherme Micota Stipp" userId="7d8a6ee1e82349c3" providerId="LiveId" clId="{EB16C64B-3821-4F08-90F6-A66B4D7BBD5E}" dt="2022-01-08T22:03:32.789" v="132" actId="478"/>
          <ac:picMkLst>
            <pc:docMk/>
            <pc:sldMk cId="269120577" sldId="364"/>
            <ac:picMk id="11" creationId="{09B0ADE2-84B2-486F-837B-9392A8A9ECDF}"/>
          </ac:picMkLst>
        </pc:picChg>
        <pc:picChg chg="add del mod">
          <ac:chgData name="Guilherme Micota Stipp" userId="7d8a6ee1e82349c3" providerId="LiveId" clId="{EB16C64B-3821-4F08-90F6-A66B4D7BBD5E}" dt="2022-01-09T00:39:19.358" v="150" actId="478"/>
          <ac:picMkLst>
            <pc:docMk/>
            <pc:sldMk cId="269120577" sldId="364"/>
            <ac:picMk id="13" creationId="{C1234A12-FE14-4E4E-987F-99C965F954E4}"/>
          </ac:picMkLst>
        </pc:picChg>
        <pc:picChg chg="add mod">
          <ac:chgData name="Guilherme Micota Stipp" userId="7d8a6ee1e82349c3" providerId="LiveId" clId="{EB16C64B-3821-4F08-90F6-A66B4D7BBD5E}" dt="2022-01-09T00:39:33.621" v="175" actId="14100"/>
          <ac:picMkLst>
            <pc:docMk/>
            <pc:sldMk cId="269120577" sldId="364"/>
            <ac:picMk id="15" creationId="{433F7224-5F07-486C-B014-87836B3C3C78}"/>
          </ac:picMkLst>
        </pc:picChg>
      </pc:sldChg>
      <pc:sldChg chg="del">
        <pc:chgData name="Guilherme Micota Stipp" userId="7d8a6ee1e82349c3" providerId="LiveId" clId="{EB16C64B-3821-4F08-90F6-A66B4D7BBD5E}" dt="2022-01-08T13:30:54.766" v="2" actId="47"/>
        <pc:sldMkLst>
          <pc:docMk/>
          <pc:sldMk cId="1527682639" sldId="364"/>
        </pc:sldMkLst>
      </pc:sldChg>
      <pc:sldChg chg="addSp delSp modSp add mod">
        <pc:chgData name="Guilherme Micota Stipp" userId="7d8a6ee1e82349c3" providerId="LiveId" clId="{EB16C64B-3821-4F08-90F6-A66B4D7BBD5E}" dt="2022-01-09T01:11:36.244" v="245" actId="14100"/>
        <pc:sldMkLst>
          <pc:docMk/>
          <pc:sldMk cId="1455387462" sldId="365"/>
        </pc:sldMkLst>
        <pc:picChg chg="del">
          <ac:chgData name="Guilherme Micota Stipp" userId="7d8a6ee1e82349c3" providerId="LiveId" clId="{EB16C64B-3821-4F08-90F6-A66B4D7BBD5E}" dt="2022-01-09T00:54:34.626" v="220" actId="478"/>
          <ac:picMkLst>
            <pc:docMk/>
            <pc:sldMk cId="1455387462" sldId="365"/>
            <ac:picMk id="8" creationId="{8AF6CC41-0D96-4EB0-AD0D-F3907534E063}"/>
          </ac:picMkLst>
        </pc:picChg>
        <pc:picChg chg="add mod">
          <ac:chgData name="Guilherme Micota Stipp" userId="7d8a6ee1e82349c3" providerId="LiveId" clId="{EB16C64B-3821-4F08-90F6-A66B4D7BBD5E}" dt="2022-01-09T01:11:36.244" v="245" actId="14100"/>
          <ac:picMkLst>
            <pc:docMk/>
            <pc:sldMk cId="1455387462" sldId="365"/>
            <ac:picMk id="11" creationId="{915BEA5F-9143-404D-AD24-779C94F7AA1A}"/>
          </ac:picMkLst>
        </pc:picChg>
      </pc:sldChg>
      <pc:sldChg chg="del">
        <pc:chgData name="Guilherme Micota Stipp" userId="7d8a6ee1e82349c3" providerId="LiveId" clId="{EB16C64B-3821-4F08-90F6-A66B4D7BBD5E}" dt="2022-01-08T13:30:55.141" v="3" actId="47"/>
        <pc:sldMkLst>
          <pc:docMk/>
          <pc:sldMk cId="2026391802" sldId="365"/>
        </pc:sldMkLst>
      </pc:sldChg>
      <pc:sldChg chg="addSp delSp modSp add mod">
        <pc:chgData name="Guilherme Micota Stipp" userId="7d8a6ee1e82349c3" providerId="LiveId" clId="{EB16C64B-3821-4F08-90F6-A66B4D7BBD5E}" dt="2022-01-09T01:20:57.039" v="306" actId="14100"/>
        <pc:sldMkLst>
          <pc:docMk/>
          <pc:sldMk cId="3159474998" sldId="366"/>
        </pc:sldMkLst>
        <pc:spChg chg="mod">
          <ac:chgData name="Guilherme Micota Stipp" userId="7d8a6ee1e82349c3" providerId="LiveId" clId="{EB16C64B-3821-4F08-90F6-A66B4D7BBD5E}" dt="2022-01-09T01:11:55.306" v="286" actId="20577"/>
          <ac:spMkLst>
            <pc:docMk/>
            <pc:sldMk cId="3159474998" sldId="366"/>
            <ac:spMk id="10" creationId="{0DC30F15-2778-418E-A2EF-BEAEC6F95C4E}"/>
          </ac:spMkLst>
        </pc:spChg>
        <pc:picChg chg="add mod">
          <ac:chgData name="Guilherme Micota Stipp" userId="7d8a6ee1e82349c3" providerId="LiveId" clId="{EB16C64B-3821-4F08-90F6-A66B4D7BBD5E}" dt="2022-01-09T01:20:57.039" v="306" actId="14100"/>
          <ac:picMkLst>
            <pc:docMk/>
            <pc:sldMk cId="3159474998" sldId="366"/>
            <ac:picMk id="8" creationId="{FC9AFDAA-F51A-4514-98C6-F555D70448DF}"/>
          </ac:picMkLst>
        </pc:picChg>
        <pc:picChg chg="del">
          <ac:chgData name="Guilherme Micota Stipp" userId="7d8a6ee1e82349c3" providerId="LiveId" clId="{EB16C64B-3821-4F08-90F6-A66B4D7BBD5E}" dt="2022-01-09T01:11:42.321" v="247" actId="478"/>
          <ac:picMkLst>
            <pc:docMk/>
            <pc:sldMk cId="3159474998" sldId="366"/>
            <ac:picMk id="11" creationId="{915BEA5F-9143-404D-AD24-779C94F7AA1A}"/>
          </ac:picMkLst>
        </pc:picChg>
      </pc:sldChg>
      <pc:sldChg chg="del">
        <pc:chgData name="Guilherme Micota Stipp" userId="7d8a6ee1e82349c3" providerId="LiveId" clId="{EB16C64B-3821-4F08-90F6-A66B4D7BBD5E}" dt="2022-01-08T13:30:55.485" v="4" actId="47"/>
        <pc:sldMkLst>
          <pc:docMk/>
          <pc:sldMk cId="4199212434" sldId="366"/>
        </pc:sldMkLst>
      </pc:sldChg>
      <pc:sldChg chg="del">
        <pc:chgData name="Guilherme Micota Stipp" userId="7d8a6ee1e82349c3" providerId="LiveId" clId="{EB16C64B-3821-4F08-90F6-A66B4D7BBD5E}" dt="2022-01-08T13:30:56.735" v="6" actId="47"/>
        <pc:sldMkLst>
          <pc:docMk/>
          <pc:sldMk cId="1477072506" sldId="367"/>
        </pc:sldMkLst>
      </pc:sldChg>
      <pc:sldChg chg="addSp delSp modSp add mod">
        <pc:chgData name="Guilherme Micota Stipp" userId="7d8a6ee1e82349c3" providerId="LiveId" clId="{EB16C64B-3821-4F08-90F6-A66B4D7BBD5E}" dt="2022-01-10T16:48:12.161" v="441" actId="14100"/>
        <pc:sldMkLst>
          <pc:docMk/>
          <pc:sldMk cId="3703355201" sldId="367"/>
        </pc:sldMkLst>
        <pc:spChg chg="mod">
          <ac:chgData name="Guilherme Micota Stipp" userId="7d8a6ee1e82349c3" providerId="LiveId" clId="{EB16C64B-3821-4F08-90F6-A66B4D7BBD5E}" dt="2022-01-10T16:42:16.478" v="409" actId="20577"/>
          <ac:spMkLst>
            <pc:docMk/>
            <pc:sldMk cId="3703355201" sldId="367"/>
            <ac:spMk id="10" creationId="{0DC30F15-2778-418E-A2EF-BEAEC6F95C4E}"/>
          </ac:spMkLst>
        </pc:spChg>
        <pc:picChg chg="del">
          <ac:chgData name="Guilherme Micota Stipp" userId="7d8a6ee1e82349c3" providerId="LiveId" clId="{EB16C64B-3821-4F08-90F6-A66B4D7BBD5E}" dt="2022-01-10T14:36:20.045" v="309" actId="478"/>
          <ac:picMkLst>
            <pc:docMk/>
            <pc:sldMk cId="3703355201" sldId="367"/>
            <ac:picMk id="8" creationId="{FC9AFDAA-F51A-4514-98C6-F555D70448DF}"/>
          </ac:picMkLst>
        </pc:picChg>
        <pc:picChg chg="add mod">
          <ac:chgData name="Guilherme Micota Stipp" userId="7d8a6ee1e82349c3" providerId="LiveId" clId="{EB16C64B-3821-4F08-90F6-A66B4D7BBD5E}" dt="2022-01-10T16:48:12.161" v="441" actId="14100"/>
          <ac:picMkLst>
            <pc:docMk/>
            <pc:sldMk cId="3703355201" sldId="367"/>
            <ac:picMk id="11" creationId="{6C3A006C-AFD1-455E-AFE0-3D345C454DD2}"/>
          </ac:picMkLst>
        </pc:picChg>
      </pc:sldChg>
      <pc:sldChg chg="addSp delSp modSp add mod">
        <pc:chgData name="Guilherme Micota Stipp" userId="7d8a6ee1e82349c3" providerId="LiveId" clId="{EB16C64B-3821-4F08-90F6-A66B4D7BBD5E}" dt="2022-01-10T16:12:23.115" v="400" actId="14100"/>
        <pc:sldMkLst>
          <pc:docMk/>
          <pc:sldMk cId="2808294949" sldId="368"/>
        </pc:sldMkLst>
        <pc:spChg chg="mod">
          <ac:chgData name="Guilherme Micota Stipp" userId="7d8a6ee1e82349c3" providerId="LiveId" clId="{EB16C64B-3821-4F08-90F6-A66B4D7BBD5E}" dt="2022-01-10T14:37:05.246" v="379" actId="20577"/>
          <ac:spMkLst>
            <pc:docMk/>
            <pc:sldMk cId="2808294949" sldId="368"/>
            <ac:spMk id="10" creationId="{0DC30F15-2778-418E-A2EF-BEAEC6F95C4E}"/>
          </ac:spMkLst>
        </pc:spChg>
        <pc:picChg chg="del">
          <ac:chgData name="Guilherme Micota Stipp" userId="7d8a6ee1e82349c3" providerId="LiveId" clId="{EB16C64B-3821-4F08-90F6-A66B4D7BBD5E}" dt="2022-01-10T14:36:21.320" v="310" actId="478"/>
          <ac:picMkLst>
            <pc:docMk/>
            <pc:sldMk cId="2808294949" sldId="368"/>
            <ac:picMk id="8" creationId="{FC9AFDAA-F51A-4514-98C6-F555D70448DF}"/>
          </ac:picMkLst>
        </pc:picChg>
        <pc:picChg chg="add mod">
          <ac:chgData name="Guilherme Micota Stipp" userId="7d8a6ee1e82349c3" providerId="LiveId" clId="{EB16C64B-3821-4F08-90F6-A66B4D7BBD5E}" dt="2022-01-10T16:12:23.115" v="400" actId="14100"/>
          <ac:picMkLst>
            <pc:docMk/>
            <pc:sldMk cId="2808294949" sldId="368"/>
            <ac:picMk id="11" creationId="{BFD8629F-55E3-4B13-98F1-D656F7CA6715}"/>
          </ac:picMkLst>
        </pc:picChg>
      </pc:sldChg>
    </pc:docChg>
  </pc:docChgLst>
  <pc:docChgLst>
    <pc:chgData name="Guilherme Micota Stipp" userId="7d8a6ee1e82349c3" providerId="LiveId" clId="{8ED3344E-908E-4E85-A8EF-60442FB9C2E1}"/>
    <pc:docChg chg="undo custSel addSld delSld modSld">
      <pc:chgData name="Guilherme Micota Stipp" userId="7d8a6ee1e82349c3" providerId="LiveId" clId="{8ED3344E-908E-4E85-A8EF-60442FB9C2E1}" dt="2021-09-06T16:33:07.174" v="463" actId="1076"/>
      <pc:docMkLst>
        <pc:docMk/>
      </pc:docMkLst>
      <pc:sldChg chg="modSp mod">
        <pc:chgData name="Guilherme Micota Stipp" userId="7d8a6ee1e82349c3" providerId="LiveId" clId="{8ED3344E-908E-4E85-A8EF-60442FB9C2E1}" dt="2021-09-04T13:36:42.270" v="22" actId="20577"/>
        <pc:sldMkLst>
          <pc:docMk/>
          <pc:sldMk cId="3178680452" sldId="256"/>
        </pc:sldMkLst>
        <pc:spChg chg="mod">
          <ac:chgData name="Guilherme Micota Stipp" userId="7d8a6ee1e82349c3" providerId="LiveId" clId="{8ED3344E-908E-4E85-A8EF-60442FB9C2E1}" dt="2021-09-04T13:36:42.270" v="22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addSp delSp modSp mod">
        <pc:chgData name="Guilherme Micota Stipp" userId="7d8a6ee1e82349c3" providerId="LiveId" clId="{8ED3344E-908E-4E85-A8EF-60442FB9C2E1}" dt="2021-09-06T01:48:31.088" v="189" actId="1037"/>
        <pc:sldMkLst>
          <pc:docMk/>
          <pc:sldMk cId="1259924771" sldId="299"/>
        </pc:sldMkLst>
        <pc:spChg chg="mod">
          <ac:chgData name="Guilherme Micota Stipp" userId="7d8a6ee1e82349c3" providerId="LiveId" clId="{8ED3344E-908E-4E85-A8EF-60442FB9C2E1}" dt="2021-09-04T13:36:47.924" v="30" actId="20577"/>
          <ac:spMkLst>
            <pc:docMk/>
            <pc:sldMk cId="1259924771" sldId="299"/>
            <ac:spMk id="4" creationId="{2A67854E-8517-42A3-8969-210A77F2C314}"/>
          </ac:spMkLst>
        </pc:spChg>
        <pc:spChg chg="mod">
          <ac:chgData name="Guilherme Micota Stipp" userId="7d8a6ee1e82349c3" providerId="LiveId" clId="{8ED3344E-908E-4E85-A8EF-60442FB9C2E1}" dt="2021-09-04T13:38:23.612" v="138" actId="20577"/>
          <ac:spMkLst>
            <pc:docMk/>
            <pc:sldMk cId="1259924771" sldId="299"/>
            <ac:spMk id="10" creationId="{0DC30F15-2778-418E-A2EF-BEAEC6F95C4E}"/>
          </ac:spMkLst>
        </pc:spChg>
        <pc:picChg chg="add mod">
          <ac:chgData name="Guilherme Micota Stipp" userId="7d8a6ee1e82349c3" providerId="LiveId" clId="{8ED3344E-908E-4E85-A8EF-60442FB9C2E1}" dt="2021-09-06T01:48:31.088" v="189" actId="1037"/>
          <ac:picMkLst>
            <pc:docMk/>
            <pc:sldMk cId="1259924771" sldId="299"/>
            <ac:picMk id="8" creationId="{4B2B1BFE-5D79-4C96-93C3-7EF55DB43C8F}"/>
          </ac:picMkLst>
        </pc:picChg>
        <pc:picChg chg="add del mod">
          <ac:chgData name="Guilherme Micota Stipp" userId="7d8a6ee1e82349c3" providerId="LiveId" clId="{8ED3344E-908E-4E85-A8EF-60442FB9C2E1}" dt="2021-09-04T13:38:03.266" v="95" actId="478"/>
          <ac:picMkLst>
            <pc:docMk/>
            <pc:sldMk cId="1259924771" sldId="299"/>
            <ac:picMk id="8" creationId="{8C678845-BD86-4D69-95D1-692591B251CB}"/>
          </ac:picMkLst>
        </pc:picChg>
        <pc:picChg chg="del">
          <ac:chgData name="Guilherme Micota Stipp" userId="7d8a6ee1e82349c3" providerId="LiveId" clId="{8ED3344E-908E-4E85-A8EF-60442FB9C2E1}" dt="2021-09-04T13:36:23.258" v="5" actId="478"/>
          <ac:picMkLst>
            <pc:docMk/>
            <pc:sldMk cId="1259924771" sldId="299"/>
            <ac:picMk id="11" creationId="{A8EB49C1-1607-4E9B-9289-6D2234C18839}"/>
          </ac:picMkLst>
        </pc:picChg>
        <pc:picChg chg="add mod">
          <ac:chgData name="Guilherme Micota Stipp" userId="7d8a6ee1e82349c3" providerId="LiveId" clId="{8ED3344E-908E-4E85-A8EF-60442FB9C2E1}" dt="2021-09-06T01:48:29.030" v="188" actId="1038"/>
          <ac:picMkLst>
            <pc:docMk/>
            <pc:sldMk cId="1259924771" sldId="299"/>
            <ac:picMk id="12" creationId="{FBDC16B9-E79D-4B21-8270-595D225AEEA8}"/>
          </ac:picMkLst>
        </pc:picChg>
      </pc:sldChg>
      <pc:sldChg chg="addSp delSp modSp add mod">
        <pc:chgData name="Guilherme Micota Stipp" userId="7d8a6ee1e82349c3" providerId="LiveId" clId="{8ED3344E-908E-4E85-A8EF-60442FB9C2E1}" dt="2021-09-06T01:53:07.891" v="200" actId="14100"/>
        <pc:sldMkLst>
          <pc:docMk/>
          <pc:sldMk cId="550815515" sldId="300"/>
        </pc:sldMkLst>
        <pc:spChg chg="del">
          <ac:chgData name="Guilherme Micota Stipp" userId="7d8a6ee1e82349c3" providerId="LiveId" clId="{8ED3344E-908E-4E85-A8EF-60442FB9C2E1}" dt="2021-09-04T13:38:29.016" v="139" actId="478"/>
          <ac:spMkLst>
            <pc:docMk/>
            <pc:sldMk cId="550815515" sldId="300"/>
            <ac:spMk id="10" creationId="{0DC30F15-2778-418E-A2EF-BEAEC6F95C4E}"/>
          </ac:spMkLst>
        </pc:spChg>
        <pc:spChg chg="add mod">
          <ac:chgData name="Guilherme Micota Stipp" userId="7d8a6ee1e82349c3" providerId="LiveId" clId="{8ED3344E-908E-4E85-A8EF-60442FB9C2E1}" dt="2021-09-04T13:38:29.335" v="140"/>
          <ac:spMkLst>
            <pc:docMk/>
            <pc:sldMk cId="550815515" sldId="300"/>
            <ac:spMk id="11" creationId="{00DD7475-99F6-419A-BD8B-D72E0794CD79}"/>
          </ac:spMkLst>
        </pc:spChg>
        <pc:picChg chg="add del mod">
          <ac:chgData name="Guilherme Micota Stipp" userId="7d8a6ee1e82349c3" providerId="LiveId" clId="{8ED3344E-908E-4E85-A8EF-60442FB9C2E1}" dt="2021-09-06T01:52:46.057" v="191" actId="478"/>
          <ac:picMkLst>
            <pc:docMk/>
            <pc:sldMk cId="550815515" sldId="300"/>
            <ac:picMk id="8" creationId="{73822114-3E6F-4EBC-AB33-F0C06668B7DF}"/>
          </ac:picMkLst>
        </pc:picChg>
        <pc:picChg chg="del">
          <ac:chgData name="Guilherme Micota Stipp" userId="7d8a6ee1e82349c3" providerId="LiveId" clId="{8ED3344E-908E-4E85-A8EF-60442FB9C2E1}" dt="2021-09-04T13:38:01.871" v="94" actId="478"/>
          <ac:picMkLst>
            <pc:docMk/>
            <pc:sldMk cId="550815515" sldId="300"/>
            <ac:picMk id="8" creationId="{8C678845-BD86-4D69-95D1-692591B251CB}"/>
          </ac:picMkLst>
        </pc:picChg>
        <pc:picChg chg="add mod">
          <ac:chgData name="Guilherme Micota Stipp" userId="7d8a6ee1e82349c3" providerId="LiveId" clId="{8ED3344E-908E-4E85-A8EF-60442FB9C2E1}" dt="2021-09-06T01:53:07.891" v="200" actId="14100"/>
          <ac:picMkLst>
            <pc:docMk/>
            <pc:sldMk cId="550815515" sldId="300"/>
            <ac:picMk id="12" creationId="{BF67EF65-9022-4613-8381-F663F7F7BBCC}"/>
          </ac:picMkLst>
        </pc:picChg>
      </pc:sldChg>
      <pc:sldChg chg="addSp delSp modSp add mod">
        <pc:chgData name="Guilherme Micota Stipp" userId="7d8a6ee1e82349c3" providerId="LiveId" clId="{8ED3344E-908E-4E85-A8EF-60442FB9C2E1}" dt="2021-09-06T01:53:27.363" v="217" actId="14100"/>
        <pc:sldMkLst>
          <pc:docMk/>
          <pc:sldMk cId="3645013298" sldId="301"/>
        </pc:sldMkLst>
        <pc:spChg chg="del">
          <ac:chgData name="Guilherme Micota Stipp" userId="7d8a6ee1e82349c3" providerId="LiveId" clId="{8ED3344E-908E-4E85-A8EF-60442FB9C2E1}" dt="2021-09-04T13:38:32.468" v="141" actId="478"/>
          <ac:spMkLst>
            <pc:docMk/>
            <pc:sldMk cId="3645013298" sldId="301"/>
            <ac:spMk id="10" creationId="{0DC30F15-2778-418E-A2EF-BEAEC6F95C4E}"/>
          </ac:spMkLst>
        </pc:spChg>
        <pc:spChg chg="add mod">
          <ac:chgData name="Guilherme Micota Stipp" userId="7d8a6ee1e82349c3" providerId="LiveId" clId="{8ED3344E-908E-4E85-A8EF-60442FB9C2E1}" dt="2021-09-04T13:38:32.716" v="142"/>
          <ac:spMkLst>
            <pc:docMk/>
            <pc:sldMk cId="3645013298" sldId="301"/>
            <ac:spMk id="11" creationId="{B94966AA-2C97-4101-BDEA-BAFBBDAE8AA9}"/>
          </ac:spMkLst>
        </pc:spChg>
        <pc:picChg chg="del">
          <ac:chgData name="Guilherme Micota Stipp" userId="7d8a6ee1e82349c3" providerId="LiveId" clId="{8ED3344E-908E-4E85-A8EF-60442FB9C2E1}" dt="2021-09-04T13:38:00.818" v="93" actId="478"/>
          <ac:picMkLst>
            <pc:docMk/>
            <pc:sldMk cId="3645013298" sldId="301"/>
            <ac:picMk id="8" creationId="{8C678845-BD86-4D69-95D1-692591B251CB}"/>
          </ac:picMkLst>
        </pc:picChg>
        <pc:picChg chg="add mod">
          <ac:chgData name="Guilherme Micota Stipp" userId="7d8a6ee1e82349c3" providerId="LiveId" clId="{8ED3344E-908E-4E85-A8EF-60442FB9C2E1}" dt="2021-09-06T01:53:27.363" v="217" actId="14100"/>
          <ac:picMkLst>
            <pc:docMk/>
            <pc:sldMk cId="3645013298" sldId="301"/>
            <ac:picMk id="8" creationId="{C84CE648-DE3A-4FAF-A7C2-3BF8C45F90A9}"/>
          </ac:picMkLst>
        </pc:picChg>
      </pc:sldChg>
      <pc:sldChg chg="modSp add mod">
        <pc:chgData name="Guilherme Micota Stipp" userId="7d8a6ee1e82349c3" providerId="LiveId" clId="{8ED3344E-908E-4E85-A8EF-60442FB9C2E1}" dt="2021-09-06T01:44:10.341" v="167" actId="20577"/>
        <pc:sldMkLst>
          <pc:docMk/>
          <pc:sldMk cId="2822430471" sldId="302"/>
        </pc:sldMkLst>
        <pc:spChg chg="mod">
          <ac:chgData name="Guilherme Micota Stipp" userId="7d8a6ee1e82349c3" providerId="LiveId" clId="{8ED3344E-908E-4E85-A8EF-60442FB9C2E1}" dt="2021-09-06T01:44:10.341" v="167" actId="20577"/>
          <ac:spMkLst>
            <pc:docMk/>
            <pc:sldMk cId="2822430471" sldId="302"/>
            <ac:spMk id="10" creationId="{0DC30F15-2778-418E-A2EF-BEAEC6F95C4E}"/>
          </ac:spMkLst>
        </pc:spChg>
      </pc:sldChg>
      <pc:sldChg chg="addSp delSp modSp add mod">
        <pc:chgData name="Guilherme Micota Stipp" userId="7d8a6ee1e82349c3" providerId="LiveId" clId="{8ED3344E-908E-4E85-A8EF-60442FB9C2E1}" dt="2021-09-06T16:33:07.174" v="463" actId="1076"/>
        <pc:sldMkLst>
          <pc:docMk/>
          <pc:sldMk cId="3186628704" sldId="303"/>
        </pc:sldMkLst>
        <pc:spChg chg="mod">
          <ac:chgData name="Guilherme Micota Stipp" userId="7d8a6ee1e82349c3" providerId="LiveId" clId="{8ED3344E-908E-4E85-A8EF-60442FB9C2E1}" dt="2021-09-04T13:48:41.638" v="165" actId="20577"/>
          <ac:spMkLst>
            <pc:docMk/>
            <pc:sldMk cId="3186628704" sldId="303"/>
            <ac:spMk id="10" creationId="{0DC30F15-2778-418E-A2EF-BEAEC6F95C4E}"/>
          </ac:spMkLst>
        </pc:spChg>
        <pc:picChg chg="del">
          <ac:chgData name="Guilherme Micota Stipp" userId="7d8a6ee1e82349c3" providerId="LiveId" clId="{8ED3344E-908E-4E85-A8EF-60442FB9C2E1}" dt="2021-09-04T13:48:45.852" v="166" actId="478"/>
          <ac:picMkLst>
            <pc:docMk/>
            <pc:sldMk cId="3186628704" sldId="303"/>
            <ac:picMk id="8" creationId="{8C678845-BD86-4D69-95D1-692591B251CB}"/>
          </ac:picMkLst>
        </pc:picChg>
        <pc:picChg chg="add del mod">
          <ac:chgData name="Guilherme Micota Stipp" userId="7d8a6ee1e82349c3" providerId="LiveId" clId="{8ED3344E-908E-4E85-A8EF-60442FB9C2E1}" dt="2021-09-06T14:36:15.811" v="364" actId="478"/>
          <ac:picMkLst>
            <pc:docMk/>
            <pc:sldMk cId="3186628704" sldId="303"/>
            <ac:picMk id="8" creationId="{AA0CB8FF-A181-4242-A29B-E8D95F1052C5}"/>
          </ac:picMkLst>
        </pc:picChg>
        <pc:picChg chg="add del mod">
          <ac:chgData name="Guilherme Micota Stipp" userId="7d8a6ee1e82349c3" providerId="LiveId" clId="{8ED3344E-908E-4E85-A8EF-60442FB9C2E1}" dt="2021-09-06T14:44:57.547" v="399" actId="478"/>
          <ac:picMkLst>
            <pc:docMk/>
            <pc:sldMk cId="3186628704" sldId="303"/>
            <ac:picMk id="11" creationId="{19DDED58-F3D9-45E4-938D-A971B6E575AC}"/>
          </ac:picMkLst>
        </pc:picChg>
        <pc:picChg chg="add del mod">
          <ac:chgData name="Guilherme Micota Stipp" userId="7d8a6ee1e82349c3" providerId="LiveId" clId="{8ED3344E-908E-4E85-A8EF-60442FB9C2E1}" dt="2021-09-06T14:42:33.143" v="378" actId="478"/>
          <ac:picMkLst>
            <pc:docMk/>
            <pc:sldMk cId="3186628704" sldId="303"/>
            <ac:picMk id="12" creationId="{0BA9BF3B-FB9F-4874-91A4-497890E1413F}"/>
          </ac:picMkLst>
        </pc:picChg>
        <pc:picChg chg="add del mod">
          <ac:chgData name="Guilherme Micota Stipp" userId="7d8a6ee1e82349c3" providerId="LiveId" clId="{8ED3344E-908E-4E85-A8EF-60442FB9C2E1}" dt="2021-09-06T15:18:00.256" v="437" actId="478"/>
          <ac:picMkLst>
            <pc:docMk/>
            <pc:sldMk cId="3186628704" sldId="303"/>
            <ac:picMk id="14" creationId="{390851CA-AC70-49C6-AB71-BAFEEC408327}"/>
          </ac:picMkLst>
        </pc:picChg>
        <pc:picChg chg="add del mod">
          <ac:chgData name="Guilherme Micota Stipp" userId="7d8a6ee1e82349c3" providerId="LiveId" clId="{8ED3344E-908E-4E85-A8EF-60442FB9C2E1}" dt="2021-09-06T14:45:02.697" v="403" actId="478"/>
          <ac:picMkLst>
            <pc:docMk/>
            <pc:sldMk cId="3186628704" sldId="303"/>
            <ac:picMk id="16" creationId="{236EFE7A-6348-442F-A839-C69A4E83EF4B}"/>
          </ac:picMkLst>
        </pc:picChg>
        <pc:picChg chg="add mod">
          <ac:chgData name="Guilherme Micota Stipp" userId="7d8a6ee1e82349c3" providerId="LiveId" clId="{8ED3344E-908E-4E85-A8EF-60442FB9C2E1}" dt="2021-09-06T14:46:26.286" v="414" actId="14100"/>
          <ac:picMkLst>
            <pc:docMk/>
            <pc:sldMk cId="3186628704" sldId="303"/>
            <ac:picMk id="18" creationId="{77148799-5FC2-48E2-B9B7-4D233A04A06A}"/>
          </ac:picMkLst>
        </pc:picChg>
        <pc:picChg chg="add del mod">
          <ac:chgData name="Guilherme Micota Stipp" userId="7d8a6ee1e82349c3" providerId="LiveId" clId="{8ED3344E-908E-4E85-A8EF-60442FB9C2E1}" dt="2021-09-06T15:17:53.557" v="435" actId="478"/>
          <ac:picMkLst>
            <pc:docMk/>
            <pc:sldMk cId="3186628704" sldId="303"/>
            <ac:picMk id="20" creationId="{CC9885B3-B937-468B-BDA2-DBFE23590E19}"/>
          </ac:picMkLst>
        </pc:picChg>
        <pc:picChg chg="add del mod">
          <ac:chgData name="Guilherme Micota Stipp" userId="7d8a6ee1e82349c3" providerId="LiveId" clId="{8ED3344E-908E-4E85-A8EF-60442FB9C2E1}" dt="2021-09-06T16:31:13.235" v="449" actId="478"/>
          <ac:picMkLst>
            <pc:docMk/>
            <pc:sldMk cId="3186628704" sldId="303"/>
            <ac:picMk id="22" creationId="{F93FC65A-B4DD-4670-9A46-0026D8C11206}"/>
          </ac:picMkLst>
        </pc:picChg>
        <pc:picChg chg="add mod">
          <ac:chgData name="Guilherme Micota Stipp" userId="7d8a6ee1e82349c3" providerId="LiveId" clId="{8ED3344E-908E-4E85-A8EF-60442FB9C2E1}" dt="2021-09-06T16:33:07.174" v="463" actId="1076"/>
          <ac:picMkLst>
            <pc:docMk/>
            <pc:sldMk cId="3186628704" sldId="303"/>
            <ac:picMk id="24" creationId="{74A670E6-6FBD-4062-BB00-0C58C5721DC9}"/>
          </ac:picMkLst>
        </pc:picChg>
      </pc:sldChg>
      <pc:sldChg chg="addSp delSp modSp add mod">
        <pc:chgData name="Guilherme Micota Stipp" userId="7d8a6ee1e82349c3" providerId="LiveId" clId="{8ED3344E-908E-4E85-A8EF-60442FB9C2E1}" dt="2021-09-06T02:00:23.040" v="235" actId="14100"/>
        <pc:sldMkLst>
          <pc:docMk/>
          <pc:sldMk cId="2830057271" sldId="304"/>
        </pc:sldMkLst>
        <pc:picChg chg="del mod">
          <ac:chgData name="Guilherme Micota Stipp" userId="7d8a6ee1e82349c3" providerId="LiveId" clId="{8ED3344E-908E-4E85-A8EF-60442FB9C2E1}" dt="2021-09-06T01:53:42.661" v="220" actId="478"/>
          <ac:picMkLst>
            <pc:docMk/>
            <pc:sldMk cId="2830057271" sldId="304"/>
            <ac:picMk id="8" creationId="{C84CE648-DE3A-4FAF-A7C2-3BF8C45F90A9}"/>
          </ac:picMkLst>
        </pc:picChg>
        <pc:picChg chg="add del mod">
          <ac:chgData name="Guilherme Micota Stipp" userId="7d8a6ee1e82349c3" providerId="LiveId" clId="{8ED3344E-908E-4E85-A8EF-60442FB9C2E1}" dt="2021-09-06T02:00:01.858" v="224" actId="478"/>
          <ac:picMkLst>
            <pc:docMk/>
            <pc:sldMk cId="2830057271" sldId="304"/>
            <ac:picMk id="10" creationId="{1FFE1867-2ED4-4418-90C1-DAF48A18BFC0}"/>
          </ac:picMkLst>
        </pc:picChg>
        <pc:picChg chg="add mod">
          <ac:chgData name="Guilherme Micota Stipp" userId="7d8a6ee1e82349c3" providerId="LiveId" clId="{8ED3344E-908E-4E85-A8EF-60442FB9C2E1}" dt="2021-09-06T02:00:23.040" v="235" actId="14100"/>
          <ac:picMkLst>
            <pc:docMk/>
            <pc:sldMk cId="2830057271" sldId="304"/>
            <ac:picMk id="13" creationId="{9989EBEA-6A9B-4166-A4BF-A98A316DADC1}"/>
          </ac:picMkLst>
        </pc:picChg>
      </pc:sldChg>
      <pc:sldChg chg="del">
        <pc:chgData name="Guilherme Micota Stipp" userId="7d8a6ee1e82349c3" providerId="LiveId" clId="{8ED3344E-908E-4E85-A8EF-60442FB9C2E1}" dt="2021-09-04T13:36:20.053" v="0" actId="47"/>
        <pc:sldMkLst>
          <pc:docMk/>
          <pc:sldMk cId="1999761834" sldId="305"/>
        </pc:sldMkLst>
      </pc:sldChg>
      <pc:sldChg chg="addSp delSp modSp add mod">
        <pc:chgData name="Guilherme Micota Stipp" userId="7d8a6ee1e82349c3" providerId="LiveId" clId="{8ED3344E-908E-4E85-A8EF-60442FB9C2E1}" dt="2021-09-06T14:24:33.239" v="363" actId="14100"/>
        <pc:sldMkLst>
          <pc:docMk/>
          <pc:sldMk cId="3101097049" sldId="305"/>
        </pc:sldMkLst>
        <pc:spChg chg="mod">
          <ac:chgData name="Guilherme Micota Stipp" userId="7d8a6ee1e82349c3" providerId="LiveId" clId="{8ED3344E-908E-4E85-A8EF-60442FB9C2E1}" dt="2021-09-06T14:15:56.245" v="354" actId="20577"/>
          <ac:spMkLst>
            <pc:docMk/>
            <pc:sldMk cId="3101097049" sldId="305"/>
            <ac:spMk id="11" creationId="{B94966AA-2C97-4101-BDEA-BAFBBDAE8AA9}"/>
          </ac:spMkLst>
        </pc:spChg>
        <pc:picChg chg="del">
          <ac:chgData name="Guilherme Micota Stipp" userId="7d8a6ee1e82349c3" providerId="LiveId" clId="{8ED3344E-908E-4E85-A8EF-60442FB9C2E1}" dt="2021-09-06T14:15:23.343" v="255" actId="478"/>
          <ac:picMkLst>
            <pc:docMk/>
            <pc:sldMk cId="3101097049" sldId="305"/>
            <ac:picMk id="8" creationId="{C84CE648-DE3A-4FAF-A7C2-3BF8C45F90A9}"/>
          </ac:picMkLst>
        </pc:picChg>
        <pc:picChg chg="add mod">
          <ac:chgData name="Guilherme Micota Stipp" userId="7d8a6ee1e82349c3" providerId="LiveId" clId="{8ED3344E-908E-4E85-A8EF-60442FB9C2E1}" dt="2021-09-06T14:24:33.239" v="363" actId="14100"/>
          <ac:picMkLst>
            <pc:docMk/>
            <pc:sldMk cId="3101097049" sldId="305"/>
            <ac:picMk id="10" creationId="{39BD37A0-7300-4211-B949-80C5EBFA6E78}"/>
          </ac:picMkLst>
        </pc:picChg>
      </pc:sldChg>
      <pc:sldChg chg="del">
        <pc:chgData name="Guilherme Micota Stipp" userId="7d8a6ee1e82349c3" providerId="LiveId" clId="{8ED3344E-908E-4E85-A8EF-60442FB9C2E1}" dt="2021-09-04T13:36:20.317" v="1" actId="47"/>
        <pc:sldMkLst>
          <pc:docMk/>
          <pc:sldMk cId="2855588441" sldId="306"/>
        </pc:sldMkLst>
      </pc:sldChg>
      <pc:sldChg chg="del">
        <pc:chgData name="Guilherme Micota Stipp" userId="7d8a6ee1e82349c3" providerId="LiveId" clId="{8ED3344E-908E-4E85-A8EF-60442FB9C2E1}" dt="2021-09-04T13:36:20.722" v="2" actId="47"/>
        <pc:sldMkLst>
          <pc:docMk/>
          <pc:sldMk cId="2064151428" sldId="307"/>
        </pc:sldMkLst>
      </pc:sldChg>
      <pc:sldChg chg="del">
        <pc:chgData name="Guilherme Micota Stipp" userId="7d8a6ee1e82349c3" providerId="LiveId" clId="{8ED3344E-908E-4E85-A8EF-60442FB9C2E1}" dt="2021-09-04T13:36:21.123" v="3" actId="47"/>
        <pc:sldMkLst>
          <pc:docMk/>
          <pc:sldMk cId="902037932" sldId="308"/>
        </pc:sldMkLst>
      </pc:sldChg>
      <pc:sldChg chg="del">
        <pc:chgData name="Guilherme Micota Stipp" userId="7d8a6ee1e82349c3" providerId="LiveId" clId="{8ED3344E-908E-4E85-A8EF-60442FB9C2E1}" dt="2021-09-04T13:36:21.755" v="4" actId="47"/>
        <pc:sldMkLst>
          <pc:docMk/>
          <pc:sldMk cId="22130124" sldId="309"/>
        </pc:sldMkLst>
      </pc:sldChg>
    </pc:docChg>
  </pc:docChgLst>
  <pc:docChgLst>
    <pc:chgData name="Guilherme Micota Stipp" userId="7d8a6ee1e82349c3" providerId="LiveId" clId="{A9478B38-0CCD-436D-A93E-73B5586D0B4A}"/>
    <pc:docChg chg="custSel addSld delSld modSld">
      <pc:chgData name="Guilherme Micota Stipp" userId="7d8a6ee1e82349c3" providerId="LiveId" clId="{A9478B38-0CCD-436D-A93E-73B5586D0B4A}" dt="2021-11-08T17:03:33.038" v="411" actId="14100"/>
      <pc:docMkLst>
        <pc:docMk/>
      </pc:docMkLst>
      <pc:sldChg chg="addSp delSp modSp mod">
        <pc:chgData name="Guilherme Micota Stipp" userId="7d8a6ee1e82349c3" providerId="LiveId" clId="{A9478B38-0CCD-436D-A93E-73B5586D0B4A}" dt="2021-11-08T13:06:52.366" v="58" actId="20577"/>
        <pc:sldMkLst>
          <pc:docMk/>
          <pc:sldMk cId="3026180355" sldId="328"/>
        </pc:sldMkLst>
        <pc:spChg chg="mod">
          <ac:chgData name="Guilherme Micota Stipp" userId="7d8a6ee1e82349c3" providerId="LiveId" clId="{A9478B38-0CCD-436D-A93E-73B5586D0B4A}" dt="2021-11-08T13:06:52.366" v="58" actId="20577"/>
          <ac:spMkLst>
            <pc:docMk/>
            <pc:sldMk cId="3026180355" sldId="328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3:05:13.283" v="9" actId="14100"/>
          <ac:picMkLst>
            <pc:docMk/>
            <pc:sldMk cId="3026180355" sldId="328"/>
            <ac:picMk id="8" creationId="{D7014247-DF54-4E10-802C-3302C2B23E81}"/>
          </ac:picMkLst>
        </pc:picChg>
        <pc:picChg chg="del">
          <ac:chgData name="Guilherme Micota Stipp" userId="7d8a6ee1e82349c3" providerId="LiveId" clId="{A9478B38-0CCD-436D-A93E-73B5586D0B4A}" dt="2021-11-08T13:05:02.972" v="0" actId="478"/>
          <ac:picMkLst>
            <pc:docMk/>
            <pc:sldMk cId="3026180355" sldId="328"/>
            <ac:picMk id="16" creationId="{B79605C9-B445-4BF2-955F-9EE00EF59664}"/>
          </ac:picMkLst>
        </pc:picChg>
      </pc:sldChg>
      <pc:sldChg chg="del">
        <pc:chgData name="Guilherme Micota Stipp" userId="7d8a6ee1e82349c3" providerId="LiveId" clId="{A9478B38-0CCD-436D-A93E-73B5586D0B4A}" dt="2021-11-08T13:07:05.782" v="92" actId="47"/>
        <pc:sldMkLst>
          <pc:docMk/>
          <pc:sldMk cId="2885106839" sldId="329"/>
        </pc:sldMkLst>
      </pc:sldChg>
      <pc:sldChg chg="del">
        <pc:chgData name="Guilherme Micota Stipp" userId="7d8a6ee1e82349c3" providerId="LiveId" clId="{A9478B38-0CCD-436D-A93E-73B5586D0B4A}" dt="2021-11-08T13:07:05.329" v="91" actId="47"/>
        <pc:sldMkLst>
          <pc:docMk/>
          <pc:sldMk cId="253066980" sldId="330"/>
        </pc:sldMkLst>
      </pc:sldChg>
      <pc:sldChg chg="addSp delSp modSp mod">
        <pc:chgData name="Guilherme Micota Stipp" userId="7d8a6ee1e82349c3" providerId="LiveId" clId="{A9478B38-0CCD-436D-A93E-73B5586D0B4A}" dt="2021-11-08T14:22:18.019" v="374" actId="1037"/>
        <pc:sldMkLst>
          <pc:docMk/>
          <pc:sldMk cId="498397642" sldId="331"/>
        </pc:sldMkLst>
        <pc:picChg chg="del">
          <ac:chgData name="Guilherme Micota Stipp" userId="7d8a6ee1e82349c3" providerId="LiveId" clId="{A9478B38-0CCD-436D-A93E-73B5586D0B4A}" dt="2021-11-08T14:20:51.877" v="201" actId="478"/>
          <ac:picMkLst>
            <pc:docMk/>
            <pc:sldMk cId="498397642" sldId="331"/>
            <ac:picMk id="8" creationId="{DC7E0AF0-BFC1-4084-8CF2-083A96297E6D}"/>
          </ac:picMkLst>
        </pc:picChg>
        <pc:picChg chg="add del mod">
          <ac:chgData name="Guilherme Micota Stipp" userId="7d8a6ee1e82349c3" providerId="LiveId" clId="{A9478B38-0CCD-436D-A93E-73B5586D0B4A}" dt="2021-11-08T14:20:58.715" v="212" actId="478"/>
          <ac:picMkLst>
            <pc:docMk/>
            <pc:sldMk cId="498397642" sldId="331"/>
            <ac:picMk id="11" creationId="{6B4C7A76-0733-4596-AE45-04A1F58BACCD}"/>
          </ac:picMkLst>
        </pc:picChg>
        <pc:picChg chg="del">
          <ac:chgData name="Guilherme Micota Stipp" userId="7d8a6ee1e82349c3" providerId="LiveId" clId="{A9478B38-0CCD-436D-A93E-73B5586D0B4A}" dt="2021-11-08T14:20:52.354" v="202" actId="478"/>
          <ac:picMkLst>
            <pc:docMk/>
            <pc:sldMk cId="498397642" sldId="331"/>
            <ac:picMk id="12" creationId="{28BC4999-B6B6-4D7E-908D-565FE4F0EF74}"/>
          </ac:picMkLst>
        </pc:picChg>
        <pc:picChg chg="add del mod">
          <ac:chgData name="Guilherme Micota Stipp" userId="7d8a6ee1e82349c3" providerId="LiveId" clId="{A9478B38-0CCD-436D-A93E-73B5586D0B4A}" dt="2021-11-08T14:20:59.288" v="213" actId="478"/>
          <ac:picMkLst>
            <pc:docMk/>
            <pc:sldMk cId="498397642" sldId="331"/>
            <ac:picMk id="14" creationId="{B770644F-6861-4FCE-A747-9DC2F8EC18D2}"/>
          </ac:picMkLst>
        </pc:picChg>
        <pc:picChg chg="add del mod">
          <ac:chgData name="Guilherme Micota Stipp" userId="7d8a6ee1e82349c3" providerId="LiveId" clId="{A9478B38-0CCD-436D-A93E-73B5586D0B4A}" dt="2021-11-08T14:21:27.546" v="220" actId="478"/>
          <ac:picMkLst>
            <pc:docMk/>
            <pc:sldMk cId="498397642" sldId="331"/>
            <ac:picMk id="16" creationId="{9EB80319-480F-4634-8A26-CC9D9B3808FC}"/>
          </ac:picMkLst>
        </pc:picChg>
        <pc:picChg chg="add del mod">
          <ac:chgData name="Guilherme Micota Stipp" userId="7d8a6ee1e82349c3" providerId="LiveId" clId="{A9478B38-0CCD-436D-A93E-73B5586D0B4A}" dt="2021-11-08T14:21:28.334" v="221" actId="478"/>
          <ac:picMkLst>
            <pc:docMk/>
            <pc:sldMk cId="498397642" sldId="331"/>
            <ac:picMk id="18" creationId="{55459E13-7293-4BCC-8058-E3095FE78DC7}"/>
          </ac:picMkLst>
        </pc:picChg>
        <pc:picChg chg="add mod">
          <ac:chgData name="Guilherme Micota Stipp" userId="7d8a6ee1e82349c3" providerId="LiveId" clId="{A9478B38-0CCD-436D-A93E-73B5586D0B4A}" dt="2021-11-08T14:21:59.567" v="288" actId="14100"/>
          <ac:picMkLst>
            <pc:docMk/>
            <pc:sldMk cId="498397642" sldId="331"/>
            <ac:picMk id="20" creationId="{148472DA-DE0B-4816-B0F2-D2506C55EB7B}"/>
          </ac:picMkLst>
        </pc:picChg>
        <pc:picChg chg="add mod">
          <ac:chgData name="Guilherme Micota Stipp" userId="7d8a6ee1e82349c3" providerId="LiveId" clId="{A9478B38-0CCD-436D-A93E-73B5586D0B4A}" dt="2021-11-08T14:22:18.019" v="374" actId="1037"/>
          <ac:picMkLst>
            <pc:docMk/>
            <pc:sldMk cId="498397642" sldId="331"/>
            <ac:picMk id="22" creationId="{90414FC7-64A1-4E38-A916-BBD8EEDC0B96}"/>
          </ac:picMkLst>
        </pc:picChg>
      </pc:sldChg>
      <pc:sldChg chg="addSp delSp modSp mod">
        <pc:chgData name="Guilherme Micota Stipp" userId="7d8a6ee1e82349c3" providerId="LiveId" clId="{A9478B38-0CCD-436D-A93E-73B5586D0B4A}" dt="2021-11-08T17:03:33.038" v="411" actId="14100"/>
        <pc:sldMkLst>
          <pc:docMk/>
          <pc:sldMk cId="4065182258" sldId="332"/>
        </pc:sldMkLst>
        <pc:spChg chg="mod">
          <ac:chgData name="Guilherme Micota Stipp" userId="7d8a6ee1e82349c3" providerId="LiveId" clId="{A9478B38-0CCD-436D-A93E-73B5586D0B4A}" dt="2021-11-08T14:14:32.587" v="200" actId="20577"/>
          <ac:spMkLst>
            <pc:docMk/>
            <pc:sldMk cId="4065182258" sldId="332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7:03:33.038" v="411" actId="14100"/>
          <ac:picMkLst>
            <pc:docMk/>
            <pc:sldMk cId="4065182258" sldId="332"/>
            <ac:picMk id="8" creationId="{8D5BD9D3-BBFB-42F4-9F5B-267344AF8E4B}"/>
          </ac:picMkLst>
        </pc:picChg>
        <pc:picChg chg="del">
          <ac:chgData name="Guilherme Micota Stipp" userId="7d8a6ee1e82349c3" providerId="LiveId" clId="{A9478B38-0CCD-436D-A93E-73B5586D0B4A}" dt="2021-11-08T14:22:25.704" v="375" actId="478"/>
          <ac:picMkLst>
            <pc:docMk/>
            <pc:sldMk cId="4065182258" sldId="332"/>
            <ac:picMk id="11" creationId="{2540F51C-A275-4B32-BF65-E9245ACFE9F3}"/>
          </ac:picMkLst>
        </pc:picChg>
      </pc:sldChg>
      <pc:sldChg chg="del">
        <pc:chgData name="Guilherme Micota Stipp" userId="7d8a6ee1e82349c3" providerId="LiveId" clId="{A9478B38-0CCD-436D-A93E-73B5586D0B4A}" dt="2021-11-08T13:07:04.865" v="90" actId="47"/>
        <pc:sldMkLst>
          <pc:docMk/>
          <pc:sldMk cId="1233038434" sldId="333"/>
        </pc:sldMkLst>
      </pc:sldChg>
      <pc:sldChg chg="del">
        <pc:chgData name="Guilherme Micota Stipp" userId="7d8a6ee1e82349c3" providerId="LiveId" clId="{A9478B38-0CCD-436D-A93E-73B5586D0B4A}" dt="2021-11-08T13:07:09.717" v="93" actId="47"/>
        <pc:sldMkLst>
          <pc:docMk/>
          <pc:sldMk cId="4099728127" sldId="334"/>
        </pc:sldMkLst>
      </pc:sldChg>
      <pc:sldChg chg="addSp delSp modSp add mod">
        <pc:chgData name="Guilherme Micota Stipp" userId="7d8a6ee1e82349c3" providerId="LiveId" clId="{A9478B38-0CCD-436D-A93E-73B5586D0B4A}" dt="2021-11-08T13:07:02.742" v="89" actId="20577"/>
        <pc:sldMkLst>
          <pc:docMk/>
          <pc:sldMk cId="1244231830" sldId="335"/>
        </pc:sldMkLst>
        <pc:spChg chg="mod">
          <ac:chgData name="Guilherme Micota Stipp" userId="7d8a6ee1e82349c3" providerId="LiveId" clId="{A9478B38-0CCD-436D-A93E-73B5586D0B4A}" dt="2021-11-08T13:07:02.742" v="89" actId="20577"/>
          <ac:spMkLst>
            <pc:docMk/>
            <pc:sldMk cId="1244231830" sldId="335"/>
            <ac:spMk id="10" creationId="{0DC30F15-2778-418E-A2EF-BEAEC6F95C4E}"/>
          </ac:spMkLst>
        </pc:spChg>
        <pc:picChg chg="del">
          <ac:chgData name="Guilherme Micota Stipp" userId="7d8a6ee1e82349c3" providerId="LiveId" clId="{A9478B38-0CCD-436D-A93E-73B5586D0B4A}" dt="2021-11-08T13:06:35.037" v="36" actId="478"/>
          <ac:picMkLst>
            <pc:docMk/>
            <pc:sldMk cId="1244231830" sldId="335"/>
            <ac:picMk id="8" creationId="{D7014247-DF54-4E10-802C-3302C2B23E81}"/>
          </ac:picMkLst>
        </pc:picChg>
        <pc:picChg chg="add mod">
          <ac:chgData name="Guilherme Micota Stipp" userId="7d8a6ee1e82349c3" providerId="LiveId" clId="{A9478B38-0CCD-436D-A93E-73B5586D0B4A}" dt="2021-11-08T13:06:44.543" v="48" actId="14100"/>
          <ac:picMkLst>
            <pc:docMk/>
            <pc:sldMk cId="1244231830" sldId="335"/>
            <ac:picMk id="11" creationId="{C359A203-6A4E-4CBE-8D25-0B42F9635F61}"/>
          </ac:picMkLst>
        </pc:picChg>
      </pc:sldChg>
      <pc:sldChg chg="addSp delSp modSp add mod">
        <pc:chgData name="Guilherme Micota Stipp" userId="7d8a6ee1e82349c3" providerId="LiveId" clId="{A9478B38-0CCD-436D-A93E-73B5586D0B4A}" dt="2021-11-08T13:19:06.866" v="151" actId="14100"/>
        <pc:sldMkLst>
          <pc:docMk/>
          <pc:sldMk cId="1388573534" sldId="336"/>
        </pc:sldMkLst>
        <pc:spChg chg="mod">
          <ac:chgData name="Guilherme Micota Stipp" userId="7d8a6ee1e82349c3" providerId="LiveId" clId="{A9478B38-0CCD-436D-A93E-73B5586D0B4A}" dt="2021-11-08T13:09:35.393" v="117" actId="20577"/>
          <ac:spMkLst>
            <pc:docMk/>
            <pc:sldMk cId="1388573534" sldId="336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3:19:06.866" v="151" actId="14100"/>
          <ac:picMkLst>
            <pc:docMk/>
            <pc:sldMk cId="1388573534" sldId="336"/>
            <ac:picMk id="8" creationId="{7C124D04-4440-4821-A078-FC8B796393C8}"/>
          </ac:picMkLst>
        </pc:picChg>
        <pc:picChg chg="del">
          <ac:chgData name="Guilherme Micota Stipp" userId="7d8a6ee1e82349c3" providerId="LiveId" clId="{A9478B38-0CCD-436D-A93E-73B5586D0B4A}" dt="2021-11-08T13:09:25.021" v="95" actId="478"/>
          <ac:picMkLst>
            <pc:docMk/>
            <pc:sldMk cId="1388573534" sldId="336"/>
            <ac:picMk id="11" creationId="{C359A203-6A4E-4CBE-8D25-0B42F9635F61}"/>
          </ac:picMkLst>
        </pc:picChg>
      </pc:sldChg>
      <pc:sldChg chg="addSp modSp add mod">
        <pc:chgData name="Guilherme Micota Stipp" userId="7d8a6ee1e82349c3" providerId="LiveId" clId="{A9478B38-0CCD-436D-A93E-73B5586D0B4A}" dt="2021-11-08T13:57:47.546" v="159" actId="14100"/>
        <pc:sldMkLst>
          <pc:docMk/>
          <pc:sldMk cId="601019487" sldId="337"/>
        </pc:sldMkLst>
        <pc:spChg chg="mod">
          <ac:chgData name="Guilherme Micota Stipp" userId="7d8a6ee1e82349c3" providerId="LiveId" clId="{A9478B38-0CCD-436D-A93E-73B5586D0B4A}" dt="2021-11-08T13:10:01.832" v="134" actId="20577"/>
          <ac:spMkLst>
            <pc:docMk/>
            <pc:sldMk cId="601019487" sldId="337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3:57:47.546" v="159" actId="14100"/>
          <ac:picMkLst>
            <pc:docMk/>
            <pc:sldMk cId="601019487" sldId="337"/>
            <ac:picMk id="8" creationId="{D865AB3C-11E3-40F4-8550-86B9FF3078E6}"/>
          </ac:picMkLst>
        </pc:picChg>
      </pc:sldChg>
      <pc:sldChg chg="addSp modSp add mod">
        <pc:chgData name="Guilherme Micota Stipp" userId="7d8a6ee1e82349c3" providerId="LiveId" clId="{A9478B38-0CCD-436D-A93E-73B5586D0B4A}" dt="2021-11-08T14:13:04.020" v="173" actId="14100"/>
        <pc:sldMkLst>
          <pc:docMk/>
          <pc:sldMk cId="94601103" sldId="338"/>
        </pc:sldMkLst>
        <pc:spChg chg="mod">
          <ac:chgData name="Guilherme Micota Stipp" userId="7d8a6ee1e82349c3" providerId="LiveId" clId="{A9478B38-0CCD-436D-A93E-73B5586D0B4A}" dt="2021-11-08T13:10:07.282" v="140" actId="20577"/>
          <ac:spMkLst>
            <pc:docMk/>
            <pc:sldMk cId="94601103" sldId="338"/>
            <ac:spMk id="10" creationId="{0DC30F15-2778-418E-A2EF-BEAEC6F95C4E}"/>
          </ac:spMkLst>
        </pc:spChg>
        <pc:picChg chg="add mod">
          <ac:chgData name="Guilherme Micota Stipp" userId="7d8a6ee1e82349c3" providerId="LiveId" clId="{A9478B38-0CCD-436D-A93E-73B5586D0B4A}" dt="2021-11-08T14:13:04.020" v="173" actId="14100"/>
          <ac:picMkLst>
            <pc:docMk/>
            <pc:sldMk cId="94601103" sldId="338"/>
            <ac:picMk id="8" creationId="{D0F1F5F6-F5E7-463A-B66D-2669232F866D}"/>
          </ac:picMkLst>
        </pc:picChg>
      </pc:sldChg>
      <pc:sldChg chg="addSp delSp modSp add mod">
        <pc:chgData name="Guilherme Micota Stipp" userId="7d8a6ee1e82349c3" providerId="LiveId" clId="{A9478B38-0CCD-436D-A93E-73B5586D0B4A}" dt="2021-11-08T15:52:43.515" v="393" actId="14100"/>
        <pc:sldMkLst>
          <pc:docMk/>
          <pc:sldMk cId="933669556" sldId="339"/>
        </pc:sldMkLst>
        <pc:picChg chg="add mod">
          <ac:chgData name="Guilherme Micota Stipp" userId="7d8a6ee1e82349c3" providerId="LiveId" clId="{A9478B38-0CCD-436D-A93E-73B5586D0B4A}" dt="2021-11-08T15:52:43.515" v="393" actId="14100"/>
          <ac:picMkLst>
            <pc:docMk/>
            <pc:sldMk cId="933669556" sldId="339"/>
            <ac:picMk id="8" creationId="{76807576-EF31-4AE1-9635-80D4B8569BBD}"/>
          </ac:picMkLst>
        </pc:picChg>
        <pc:picChg chg="del">
          <ac:chgData name="Guilherme Micota Stipp" userId="7d8a6ee1e82349c3" providerId="LiveId" clId="{A9478B38-0CCD-436D-A93E-73B5586D0B4A}" dt="2021-11-08T15:52:31.361" v="378" actId="478"/>
          <ac:picMkLst>
            <pc:docMk/>
            <pc:sldMk cId="933669556" sldId="339"/>
            <ac:picMk id="20" creationId="{148472DA-DE0B-4816-B0F2-D2506C55EB7B}"/>
          </ac:picMkLst>
        </pc:picChg>
        <pc:picChg chg="del">
          <ac:chgData name="Guilherme Micota Stipp" userId="7d8a6ee1e82349c3" providerId="LiveId" clId="{A9478B38-0CCD-436D-A93E-73B5586D0B4A}" dt="2021-11-08T15:52:31.761" v="379" actId="478"/>
          <ac:picMkLst>
            <pc:docMk/>
            <pc:sldMk cId="933669556" sldId="339"/>
            <ac:picMk id="22" creationId="{90414FC7-64A1-4E38-A916-BBD8EEDC0B96}"/>
          </ac:picMkLst>
        </pc:picChg>
      </pc:sldChg>
      <pc:sldChg chg="addSp delSp modSp add mod">
        <pc:chgData name="Guilherme Micota Stipp" userId="7d8a6ee1e82349c3" providerId="LiveId" clId="{A9478B38-0CCD-436D-A93E-73B5586D0B4A}" dt="2021-11-08T15:52:56.305" v="402" actId="14100"/>
        <pc:sldMkLst>
          <pc:docMk/>
          <pc:sldMk cId="882770135" sldId="340"/>
        </pc:sldMkLst>
        <pc:picChg chg="add mod">
          <ac:chgData name="Guilherme Micota Stipp" userId="7d8a6ee1e82349c3" providerId="LiveId" clId="{A9478B38-0CCD-436D-A93E-73B5586D0B4A}" dt="2021-11-08T15:52:56.305" v="402" actId="14100"/>
          <ac:picMkLst>
            <pc:docMk/>
            <pc:sldMk cId="882770135" sldId="340"/>
            <ac:picMk id="8" creationId="{D5BB0791-1FFB-4A19-BDE5-1F743E4FFC73}"/>
          </ac:picMkLst>
        </pc:picChg>
        <pc:picChg chg="del">
          <ac:chgData name="Guilherme Micota Stipp" userId="7d8a6ee1e82349c3" providerId="LiveId" clId="{A9478B38-0CCD-436D-A93E-73B5586D0B4A}" dt="2021-11-08T15:52:33.042" v="380" actId="478"/>
          <ac:picMkLst>
            <pc:docMk/>
            <pc:sldMk cId="882770135" sldId="340"/>
            <ac:picMk id="20" creationId="{148472DA-DE0B-4816-B0F2-D2506C55EB7B}"/>
          </ac:picMkLst>
        </pc:picChg>
        <pc:picChg chg="del">
          <ac:chgData name="Guilherme Micota Stipp" userId="7d8a6ee1e82349c3" providerId="LiveId" clId="{A9478B38-0CCD-436D-A93E-73B5586D0B4A}" dt="2021-11-08T15:52:33.436" v="381" actId="478"/>
          <ac:picMkLst>
            <pc:docMk/>
            <pc:sldMk cId="882770135" sldId="340"/>
            <ac:picMk id="22" creationId="{90414FC7-64A1-4E38-A916-BBD8EEDC0B96}"/>
          </ac:picMkLst>
        </pc:picChg>
      </pc:sldChg>
    </pc:docChg>
  </pc:docChgLst>
  <pc:docChgLst>
    <pc:chgData name="Guilherme Micota Stipp" userId="7d8a6ee1e82349c3" providerId="LiveId" clId="{A21BB851-0B93-401F-BF1B-1E03F4C5B981}"/>
    <pc:docChg chg="undo custSel addSld delSld modSld sldOrd">
      <pc:chgData name="Guilherme Micota Stipp" userId="7d8a6ee1e82349c3" providerId="LiveId" clId="{A21BB851-0B93-401F-BF1B-1E03F4C5B981}" dt="2021-09-20T13:32:01.668" v="366" actId="14100"/>
      <pc:docMkLst>
        <pc:docMk/>
      </pc:docMkLst>
      <pc:sldChg chg="addSp delSp modSp mod">
        <pc:chgData name="Guilherme Micota Stipp" userId="7d8a6ee1e82349c3" providerId="LiveId" clId="{A21BB851-0B93-401F-BF1B-1E03F4C5B981}" dt="2021-09-20T00:01:36.214" v="178" actId="14100"/>
        <pc:sldMkLst>
          <pc:docMk/>
          <pc:sldMk cId="2822430471" sldId="302"/>
        </pc:sldMkLst>
        <pc:spChg chg="mod">
          <ac:chgData name="Guilherme Micota Stipp" userId="7d8a6ee1e82349c3" providerId="LiveId" clId="{A21BB851-0B93-401F-BF1B-1E03F4C5B981}" dt="2021-09-19T23:30:58.692" v="119" actId="20577"/>
          <ac:spMkLst>
            <pc:docMk/>
            <pc:sldMk cId="2822430471" sldId="302"/>
            <ac:spMk id="10" creationId="{0DC30F15-2778-418E-A2EF-BEAEC6F95C4E}"/>
          </ac:spMkLst>
        </pc:spChg>
        <pc:picChg chg="add del mod">
          <ac:chgData name="Guilherme Micota Stipp" userId="7d8a6ee1e82349c3" providerId="LiveId" clId="{A21BB851-0B93-401F-BF1B-1E03F4C5B981}" dt="2021-09-19T23:30:40.836" v="77" actId="478"/>
          <ac:picMkLst>
            <pc:docMk/>
            <pc:sldMk cId="2822430471" sldId="302"/>
            <ac:picMk id="8" creationId="{319BE376-D205-4B7A-9645-1AEC3303377C}"/>
          </ac:picMkLst>
        </pc:picChg>
        <pc:picChg chg="add del mod">
          <ac:chgData name="Guilherme Micota Stipp" userId="7d8a6ee1e82349c3" providerId="LiveId" clId="{A21BB851-0B93-401F-BF1B-1E03F4C5B981}" dt="2021-09-19T23:53:27.178" v="156" actId="478"/>
          <ac:picMkLst>
            <pc:docMk/>
            <pc:sldMk cId="2822430471" sldId="302"/>
            <ac:picMk id="12" creationId="{7B51B9A7-D071-4065-B005-5794D8C4860E}"/>
          </ac:picMkLst>
        </pc:picChg>
        <pc:picChg chg="del">
          <ac:chgData name="Guilherme Micota Stipp" userId="7d8a6ee1e82349c3" providerId="LiveId" clId="{A21BB851-0B93-401F-BF1B-1E03F4C5B981}" dt="2021-09-19T23:28:09.074" v="6" actId="478"/>
          <ac:picMkLst>
            <pc:docMk/>
            <pc:sldMk cId="2822430471" sldId="302"/>
            <ac:picMk id="13" creationId="{5E6104C7-78E0-4FD3-B792-1938D4994619}"/>
          </ac:picMkLst>
        </pc:picChg>
        <pc:picChg chg="add del mod">
          <ac:chgData name="Guilherme Micota Stipp" userId="7d8a6ee1e82349c3" providerId="LiveId" clId="{A21BB851-0B93-401F-BF1B-1E03F4C5B981}" dt="2021-09-20T00:01:26.730" v="167" actId="478"/>
          <ac:picMkLst>
            <pc:docMk/>
            <pc:sldMk cId="2822430471" sldId="302"/>
            <ac:picMk id="15" creationId="{27F7F6DD-89F1-492C-BF90-8E0256AFEA27}"/>
          </ac:picMkLst>
        </pc:picChg>
        <pc:picChg chg="add mod">
          <ac:chgData name="Guilherme Micota Stipp" userId="7d8a6ee1e82349c3" providerId="LiveId" clId="{A21BB851-0B93-401F-BF1B-1E03F4C5B981}" dt="2021-09-20T00:01:36.214" v="178" actId="14100"/>
          <ac:picMkLst>
            <pc:docMk/>
            <pc:sldMk cId="2822430471" sldId="302"/>
            <ac:picMk id="17" creationId="{5142FA5E-0C0D-42EF-8D70-9D4C89C1DD51}"/>
          </ac:picMkLst>
        </pc:picChg>
      </pc:sldChg>
      <pc:sldChg chg="addSp delSp modSp mod">
        <pc:chgData name="Guilherme Micota Stipp" userId="7d8a6ee1e82349c3" providerId="LiveId" clId="{A21BB851-0B93-401F-BF1B-1E03F4C5B981}" dt="2021-09-20T13:32:01.668" v="366" actId="14100"/>
        <pc:sldMkLst>
          <pc:docMk/>
          <pc:sldMk cId="3186628704" sldId="303"/>
        </pc:sldMkLst>
        <pc:picChg chg="del">
          <ac:chgData name="Guilherme Micota Stipp" userId="7d8a6ee1e82349c3" providerId="LiveId" clId="{A21BB851-0B93-401F-BF1B-1E03F4C5B981}" dt="2021-09-19T23:28:31.612" v="28" actId="478"/>
          <ac:picMkLst>
            <pc:docMk/>
            <pc:sldMk cId="3186628704" sldId="303"/>
            <ac:picMk id="8" creationId="{524DAD0A-565B-4118-8CF1-32C84B0D8DFB}"/>
          </ac:picMkLst>
        </pc:picChg>
        <pc:picChg chg="add del mod">
          <ac:chgData name="Guilherme Micota Stipp" userId="7d8a6ee1e82349c3" providerId="LiveId" clId="{A21BB851-0B93-401F-BF1B-1E03F4C5B981}" dt="2021-09-20T13:30:55.053" v="339" actId="478"/>
          <ac:picMkLst>
            <pc:docMk/>
            <pc:sldMk cId="3186628704" sldId="303"/>
            <ac:picMk id="8" creationId="{A13A1585-DA68-419C-9A0D-BDCB10800282}"/>
          </ac:picMkLst>
        </pc:picChg>
        <pc:picChg chg="add del mod">
          <ac:chgData name="Guilherme Micota Stipp" userId="7d8a6ee1e82349c3" providerId="LiveId" clId="{A21BB851-0B93-401F-BF1B-1E03F4C5B981}" dt="2021-09-20T13:30:42.402" v="321" actId="478"/>
          <ac:picMkLst>
            <pc:docMk/>
            <pc:sldMk cId="3186628704" sldId="303"/>
            <ac:picMk id="11" creationId="{64C77E1D-C373-464E-9F78-1B44EE4A8C23}"/>
          </ac:picMkLst>
        </pc:picChg>
        <pc:picChg chg="add del mod">
          <ac:chgData name="Guilherme Micota Stipp" userId="7d8a6ee1e82349c3" providerId="LiveId" clId="{A21BB851-0B93-401F-BF1B-1E03F4C5B981}" dt="2021-09-20T13:30:41.757" v="319" actId="478"/>
          <ac:picMkLst>
            <pc:docMk/>
            <pc:sldMk cId="3186628704" sldId="303"/>
            <ac:picMk id="13" creationId="{E5722540-D5C9-4EA7-8565-E77E6AD40807}"/>
          </ac:picMkLst>
        </pc:picChg>
        <pc:picChg chg="del">
          <ac:chgData name="Guilherme Micota Stipp" userId="7d8a6ee1e82349c3" providerId="LiveId" clId="{A21BB851-0B93-401F-BF1B-1E03F4C5B981}" dt="2021-09-19T23:28:32.229" v="29" actId="478"/>
          <ac:picMkLst>
            <pc:docMk/>
            <pc:sldMk cId="3186628704" sldId="303"/>
            <ac:picMk id="14" creationId="{C797B9F2-4F9B-4927-BFF5-9B57D0577A28}"/>
          </ac:picMkLst>
        </pc:picChg>
        <pc:picChg chg="add del mod">
          <ac:chgData name="Guilherme Micota Stipp" userId="7d8a6ee1e82349c3" providerId="LiveId" clId="{A21BB851-0B93-401F-BF1B-1E03F4C5B981}" dt="2021-09-20T13:31:23.763" v="341" actId="478"/>
          <ac:picMkLst>
            <pc:docMk/>
            <pc:sldMk cId="3186628704" sldId="303"/>
            <ac:picMk id="14" creationId="{CB5B0425-469A-4B3F-9830-0266B60C0623}"/>
          </ac:picMkLst>
        </pc:picChg>
        <pc:picChg chg="add del mod">
          <ac:chgData name="Guilherme Micota Stipp" userId="7d8a6ee1e82349c3" providerId="LiveId" clId="{A21BB851-0B93-401F-BF1B-1E03F4C5B981}" dt="2021-09-20T13:31:23.386" v="340" actId="478"/>
          <ac:picMkLst>
            <pc:docMk/>
            <pc:sldMk cId="3186628704" sldId="303"/>
            <ac:picMk id="16" creationId="{2740102C-7B5D-4505-B0D7-FC39A814A0BE}"/>
          </ac:picMkLst>
        </pc:picChg>
        <pc:picChg chg="del">
          <ac:chgData name="Guilherme Micota Stipp" userId="7d8a6ee1e82349c3" providerId="LiveId" clId="{A21BB851-0B93-401F-BF1B-1E03F4C5B981}" dt="2021-09-19T23:28:32.754" v="30" actId="478"/>
          <ac:picMkLst>
            <pc:docMk/>
            <pc:sldMk cId="3186628704" sldId="303"/>
            <ac:picMk id="16" creationId="{DDBC9755-3870-41E1-8FC3-3BC490E75057}"/>
          </ac:picMkLst>
        </pc:picChg>
        <pc:picChg chg="add del mod">
          <ac:chgData name="Guilherme Micota Stipp" userId="7d8a6ee1e82349c3" providerId="LiveId" clId="{A21BB851-0B93-401F-BF1B-1E03F4C5B981}" dt="2021-09-19T23:29:54.196" v="62" actId="478"/>
          <ac:picMkLst>
            <pc:docMk/>
            <pc:sldMk cId="3186628704" sldId="303"/>
            <ac:picMk id="17" creationId="{E6BAE509-1A70-4BC3-8CAF-81C33B4DAA36}"/>
          </ac:picMkLst>
        </pc:picChg>
        <pc:picChg chg="add mod">
          <ac:chgData name="Guilherme Micota Stipp" userId="7d8a6ee1e82349c3" providerId="LiveId" clId="{A21BB851-0B93-401F-BF1B-1E03F4C5B981}" dt="2021-09-20T13:31:39.586" v="356" actId="14100"/>
          <ac:picMkLst>
            <pc:docMk/>
            <pc:sldMk cId="3186628704" sldId="303"/>
            <ac:picMk id="18" creationId="{9F57D844-49F6-476B-A58E-C8675DC10B90}"/>
          </ac:picMkLst>
        </pc:picChg>
        <pc:picChg chg="add del mod">
          <ac:chgData name="Guilherme Micota Stipp" userId="7d8a6ee1e82349c3" providerId="LiveId" clId="{A21BB851-0B93-401F-BF1B-1E03F4C5B981}" dt="2021-09-20T13:30:41.425" v="318" actId="478"/>
          <ac:picMkLst>
            <pc:docMk/>
            <pc:sldMk cId="3186628704" sldId="303"/>
            <ac:picMk id="19" creationId="{DF39E611-453A-4FB3-8D5D-DB09AC0FB387}"/>
          </ac:picMkLst>
        </pc:picChg>
        <pc:picChg chg="add mod">
          <ac:chgData name="Guilherme Micota Stipp" userId="7d8a6ee1e82349c3" providerId="LiveId" clId="{A21BB851-0B93-401F-BF1B-1E03F4C5B981}" dt="2021-09-20T13:32:01.668" v="366" actId="14100"/>
          <ac:picMkLst>
            <pc:docMk/>
            <pc:sldMk cId="3186628704" sldId="303"/>
            <ac:picMk id="21" creationId="{DED8B256-D645-44AE-BCF9-0C07C40D7387}"/>
          </ac:picMkLst>
        </pc:picChg>
        <pc:picChg chg="add mod">
          <ac:chgData name="Guilherme Micota Stipp" userId="7d8a6ee1e82349c3" providerId="LiveId" clId="{A21BB851-0B93-401F-BF1B-1E03F4C5B981}" dt="2021-09-20T13:31:53.405" v="362" actId="14100"/>
          <ac:picMkLst>
            <pc:docMk/>
            <pc:sldMk cId="3186628704" sldId="303"/>
            <ac:picMk id="23" creationId="{3344C29F-92B0-4BDF-8C52-D0D41BE1FE61}"/>
          </ac:picMkLst>
        </pc:picChg>
      </pc:sldChg>
      <pc:sldChg chg="add">
        <pc:chgData name="Guilherme Micota Stipp" userId="7d8a6ee1e82349c3" providerId="LiveId" clId="{A21BB851-0B93-401F-BF1B-1E03F4C5B981}" dt="2021-09-19T23:30:37.368" v="76" actId="2890"/>
        <pc:sldMkLst>
          <pc:docMk/>
          <pc:sldMk cId="2862134868" sldId="304"/>
        </pc:sldMkLst>
      </pc:sldChg>
      <pc:sldChg chg="addSp delSp modSp add mod ord">
        <pc:chgData name="Guilherme Micota Stipp" userId="7d8a6ee1e82349c3" providerId="LiveId" clId="{A21BB851-0B93-401F-BF1B-1E03F4C5B981}" dt="2021-09-20T13:03:06.038" v="258" actId="14100"/>
        <pc:sldMkLst>
          <pc:docMk/>
          <pc:sldMk cId="658185133" sldId="305"/>
        </pc:sldMkLst>
        <pc:spChg chg="del mod">
          <ac:chgData name="Guilherme Micota Stipp" userId="7d8a6ee1e82349c3" providerId="LiveId" clId="{A21BB851-0B93-401F-BF1B-1E03F4C5B981}" dt="2021-09-20T00:42:27.667" v="255" actId="478"/>
          <ac:spMkLst>
            <pc:docMk/>
            <pc:sldMk cId="658185133" sldId="305"/>
            <ac:spMk id="10" creationId="{0DC30F15-2778-418E-A2EF-BEAEC6F95C4E}"/>
          </ac:spMkLst>
        </pc:spChg>
        <pc:spChg chg="add mod">
          <ac:chgData name="Guilherme Micota Stipp" userId="7d8a6ee1e82349c3" providerId="LiveId" clId="{A21BB851-0B93-401F-BF1B-1E03F4C5B981}" dt="2021-09-20T00:42:28.135" v="256"/>
          <ac:spMkLst>
            <pc:docMk/>
            <pc:sldMk cId="658185133" sldId="305"/>
            <ac:spMk id="21" creationId="{C7A6C6A1-CE4B-4EFB-A4BF-B47432D29071}"/>
          </ac:spMkLst>
        </pc:spChg>
        <pc:picChg chg="add del mod">
          <ac:chgData name="Guilherme Micota Stipp" userId="7d8a6ee1e82349c3" providerId="LiveId" clId="{A21BB851-0B93-401F-BF1B-1E03F4C5B981}" dt="2021-09-19T23:49:36.735" v="145" actId="478"/>
          <ac:picMkLst>
            <pc:docMk/>
            <pc:sldMk cId="658185133" sldId="305"/>
            <ac:picMk id="8" creationId="{88B2F9D6-13C3-436E-869E-D6AC0BCAFD35}"/>
          </ac:picMkLst>
        </pc:picChg>
        <pc:picChg chg="add del mod">
          <ac:chgData name="Guilherme Micota Stipp" userId="7d8a6ee1e82349c3" providerId="LiveId" clId="{A21BB851-0B93-401F-BF1B-1E03F4C5B981}" dt="2021-09-20T00:35:32.518" v="209" actId="478"/>
          <ac:picMkLst>
            <pc:docMk/>
            <pc:sldMk cId="658185133" sldId="305"/>
            <ac:picMk id="12" creationId="{ED7C43AC-B0CA-41A8-B31F-C379B2159DD7}"/>
          </ac:picMkLst>
        </pc:picChg>
        <pc:picChg chg="add del mod">
          <ac:chgData name="Guilherme Micota Stipp" userId="7d8a6ee1e82349c3" providerId="LiveId" clId="{A21BB851-0B93-401F-BF1B-1E03F4C5B981}" dt="2021-09-20T00:36:31.495" v="218" actId="478"/>
          <ac:picMkLst>
            <pc:docMk/>
            <pc:sldMk cId="658185133" sldId="305"/>
            <ac:picMk id="14" creationId="{093E4F37-9B71-4EBD-AC38-9E01B9EF8577}"/>
          </ac:picMkLst>
        </pc:picChg>
        <pc:picChg chg="add del mod">
          <ac:chgData name="Guilherme Micota Stipp" userId="7d8a6ee1e82349c3" providerId="LiveId" clId="{A21BB851-0B93-401F-BF1B-1E03F4C5B981}" dt="2021-09-20T00:36:52.532" v="226" actId="478"/>
          <ac:picMkLst>
            <pc:docMk/>
            <pc:sldMk cId="658185133" sldId="305"/>
            <ac:picMk id="16" creationId="{A299289C-294A-4D0F-9E30-2971A61F8D71}"/>
          </ac:picMkLst>
        </pc:picChg>
        <pc:picChg chg="add mod">
          <ac:chgData name="Guilherme Micota Stipp" userId="7d8a6ee1e82349c3" providerId="LiveId" clId="{A21BB851-0B93-401F-BF1B-1E03F4C5B981}" dt="2021-09-20T00:37:32.204" v="236" actId="14100"/>
          <ac:picMkLst>
            <pc:docMk/>
            <pc:sldMk cId="658185133" sldId="305"/>
            <ac:picMk id="18" creationId="{2CBA47CA-F5B1-4C7B-8E0E-B0ECDDDCE328}"/>
          </ac:picMkLst>
        </pc:picChg>
        <pc:picChg chg="add mod">
          <ac:chgData name="Guilherme Micota Stipp" userId="7d8a6ee1e82349c3" providerId="LiveId" clId="{A21BB851-0B93-401F-BF1B-1E03F4C5B981}" dt="2021-09-20T13:03:06.038" v="258" actId="14100"/>
          <ac:picMkLst>
            <pc:docMk/>
            <pc:sldMk cId="658185133" sldId="305"/>
            <ac:picMk id="20" creationId="{1687EC77-DAE5-416F-B7CE-1AE5EC6CFCCB}"/>
          </ac:picMkLst>
        </pc:picChg>
      </pc:sldChg>
      <pc:sldChg chg="del">
        <pc:chgData name="Guilherme Micota Stipp" userId="7d8a6ee1e82349c3" providerId="LiveId" clId="{A21BB851-0B93-401F-BF1B-1E03F4C5B981}" dt="2021-09-19T23:28:04.802" v="1" actId="47"/>
        <pc:sldMkLst>
          <pc:docMk/>
          <pc:sldMk cId="2297184321" sldId="305"/>
        </pc:sldMkLst>
      </pc:sldChg>
      <pc:sldChg chg="delSp modSp add del mod">
        <pc:chgData name="Guilherme Micota Stipp" userId="7d8a6ee1e82349c3" providerId="LiveId" clId="{A21BB851-0B93-401F-BF1B-1E03F4C5B981}" dt="2021-09-20T00:42:33.997" v="257" actId="47"/>
        <pc:sldMkLst>
          <pc:docMk/>
          <pc:sldMk cId="1230411707" sldId="306"/>
        </pc:sldMkLst>
        <pc:spChg chg="mod">
          <ac:chgData name="Guilherme Micota Stipp" userId="7d8a6ee1e82349c3" providerId="LiveId" clId="{A21BB851-0B93-401F-BF1B-1E03F4C5B981}" dt="2021-09-20T00:42:20.551" v="254" actId="1076"/>
          <ac:spMkLst>
            <pc:docMk/>
            <pc:sldMk cId="1230411707" sldId="306"/>
            <ac:spMk id="10" creationId="{0DC30F15-2778-418E-A2EF-BEAEC6F95C4E}"/>
          </ac:spMkLst>
        </pc:spChg>
        <pc:picChg chg="del mod">
          <ac:chgData name="Guilherme Micota Stipp" userId="7d8a6ee1e82349c3" providerId="LiveId" clId="{A21BB851-0B93-401F-BF1B-1E03F4C5B981}" dt="2021-09-20T00:03:29.869" v="181" actId="478"/>
          <ac:picMkLst>
            <pc:docMk/>
            <pc:sldMk cId="1230411707" sldId="306"/>
            <ac:picMk id="17" creationId="{5142FA5E-0C0D-42EF-8D70-9D4C89C1DD51}"/>
          </ac:picMkLst>
        </pc:picChg>
      </pc:sldChg>
      <pc:sldChg chg="del">
        <pc:chgData name="Guilherme Micota Stipp" userId="7d8a6ee1e82349c3" providerId="LiveId" clId="{A21BB851-0B93-401F-BF1B-1E03F4C5B981}" dt="2021-09-19T23:28:06.470" v="4" actId="47"/>
        <pc:sldMkLst>
          <pc:docMk/>
          <pc:sldMk cId="1350734038" sldId="306"/>
        </pc:sldMkLst>
      </pc:sldChg>
      <pc:sldChg chg="addSp delSp modSp add mod">
        <pc:chgData name="Guilherme Micota Stipp" userId="7d8a6ee1e82349c3" providerId="LiveId" clId="{A21BB851-0B93-401F-BF1B-1E03F4C5B981}" dt="2021-09-20T13:26:44.786" v="317" actId="14100"/>
        <pc:sldMkLst>
          <pc:docMk/>
          <pc:sldMk cId="2048039530" sldId="306"/>
        </pc:sldMkLst>
        <pc:spChg chg="mod">
          <ac:chgData name="Guilherme Micota Stipp" userId="7d8a6ee1e82349c3" providerId="LiveId" clId="{A21BB851-0B93-401F-BF1B-1E03F4C5B981}" dt="2021-09-20T13:20:35.326" v="286" actId="20577"/>
          <ac:spMkLst>
            <pc:docMk/>
            <pc:sldMk cId="2048039530" sldId="306"/>
            <ac:spMk id="10" creationId="{0DC30F15-2778-418E-A2EF-BEAEC6F95C4E}"/>
          </ac:spMkLst>
        </pc:spChg>
        <pc:spChg chg="add del">
          <ac:chgData name="Guilherme Micota Stipp" userId="7d8a6ee1e82349c3" providerId="LiveId" clId="{A21BB851-0B93-401F-BF1B-1E03F4C5B981}" dt="2021-09-20T13:26:02.329" v="294" actId="22"/>
          <ac:spMkLst>
            <pc:docMk/>
            <pc:sldMk cId="2048039530" sldId="306"/>
            <ac:spMk id="13" creationId="{AE4D35C0-69B9-40F4-BADE-90240370B6A2}"/>
          </ac:spMkLst>
        </pc:spChg>
        <pc:picChg chg="add del mod">
          <ac:chgData name="Guilherme Micota Stipp" userId="7d8a6ee1e82349c3" providerId="LiveId" clId="{A21BB851-0B93-401F-BF1B-1E03F4C5B981}" dt="2021-09-20T13:25:49.565" v="292" actId="478"/>
          <ac:picMkLst>
            <pc:docMk/>
            <pc:sldMk cId="2048039530" sldId="306"/>
            <ac:picMk id="8" creationId="{8AD32C47-43BD-4131-92E9-24D77982B51E}"/>
          </ac:picMkLst>
        </pc:picChg>
        <pc:picChg chg="add del mod">
          <ac:chgData name="Guilherme Micota Stipp" userId="7d8a6ee1e82349c3" providerId="LiveId" clId="{A21BB851-0B93-401F-BF1B-1E03F4C5B981}" dt="2021-09-20T13:26:37.446" v="308" actId="478"/>
          <ac:picMkLst>
            <pc:docMk/>
            <pc:sldMk cId="2048039530" sldId="306"/>
            <ac:picMk id="14" creationId="{8F6BB490-D4F4-4819-A173-3FEDD576848B}"/>
          </ac:picMkLst>
        </pc:picChg>
        <pc:picChg chg="add mod">
          <ac:chgData name="Guilherme Micota Stipp" userId="7d8a6ee1e82349c3" providerId="LiveId" clId="{A21BB851-0B93-401F-BF1B-1E03F4C5B981}" dt="2021-09-20T13:26:44.786" v="317" actId="14100"/>
          <ac:picMkLst>
            <pc:docMk/>
            <pc:sldMk cId="2048039530" sldId="306"/>
            <ac:picMk id="16" creationId="{1923816F-0C2A-445B-88B8-6AF8EACD3ECB}"/>
          </ac:picMkLst>
        </pc:picChg>
        <pc:picChg chg="del">
          <ac:chgData name="Guilherme Micota Stipp" userId="7d8a6ee1e82349c3" providerId="LiveId" clId="{A21BB851-0B93-401F-BF1B-1E03F4C5B981}" dt="2021-09-20T13:20:37.184" v="287" actId="478"/>
          <ac:picMkLst>
            <pc:docMk/>
            <pc:sldMk cId="2048039530" sldId="306"/>
            <ac:picMk id="17" creationId="{5142FA5E-0C0D-42EF-8D70-9D4C89C1DD51}"/>
          </ac:picMkLst>
        </pc:picChg>
      </pc:sldChg>
      <pc:sldChg chg="del">
        <pc:chgData name="Guilherme Micota Stipp" userId="7d8a6ee1e82349c3" providerId="LiveId" clId="{A21BB851-0B93-401F-BF1B-1E03F4C5B981}" dt="2021-09-19T23:28:05.766" v="3" actId="47"/>
        <pc:sldMkLst>
          <pc:docMk/>
          <pc:sldMk cId="3004624989" sldId="307"/>
        </pc:sldMkLst>
      </pc:sldChg>
      <pc:sldChg chg="del">
        <pc:chgData name="Guilherme Micota Stipp" userId="7d8a6ee1e82349c3" providerId="LiveId" clId="{A21BB851-0B93-401F-BF1B-1E03F4C5B981}" dt="2021-09-19T23:28:04.401" v="0" actId="47"/>
        <pc:sldMkLst>
          <pc:docMk/>
          <pc:sldMk cId="233878366" sldId="308"/>
        </pc:sldMkLst>
      </pc:sldChg>
      <pc:sldChg chg="del">
        <pc:chgData name="Guilherme Micota Stipp" userId="7d8a6ee1e82349c3" providerId="LiveId" clId="{A21BB851-0B93-401F-BF1B-1E03F4C5B981}" dt="2021-09-19T23:28:05.265" v="2" actId="47"/>
        <pc:sldMkLst>
          <pc:docMk/>
          <pc:sldMk cId="3677665713" sldId="309"/>
        </pc:sldMkLst>
      </pc:sldChg>
      <pc:sldChg chg="del">
        <pc:chgData name="Guilherme Micota Stipp" userId="7d8a6ee1e82349c3" providerId="LiveId" clId="{A21BB851-0B93-401F-BF1B-1E03F4C5B981}" dt="2021-09-19T23:28:07.201" v="5" actId="47"/>
        <pc:sldMkLst>
          <pc:docMk/>
          <pc:sldMk cId="2820777525" sldId="310"/>
        </pc:sldMkLst>
      </pc:sldChg>
    </pc:docChg>
  </pc:docChgLst>
  <pc:docChgLst>
    <pc:chgData name="Guilherme Micota Stipp" userId="7d8a6ee1e82349c3" providerId="LiveId" clId="{E9EDB4D9-D8F7-4552-B1D1-AA34B1F3EB7C}"/>
    <pc:docChg chg="undo custSel addSld delSld modSld sldOrd">
      <pc:chgData name="Guilherme Micota Stipp" userId="7d8a6ee1e82349c3" providerId="LiveId" clId="{E9EDB4D9-D8F7-4552-B1D1-AA34B1F3EB7C}" dt="2022-01-17T17:18:52.280" v="746" actId="1037"/>
      <pc:docMkLst>
        <pc:docMk/>
      </pc:docMkLst>
      <pc:sldChg chg="del">
        <pc:chgData name="Guilherme Micota Stipp" userId="7d8a6ee1e82349c3" providerId="LiveId" clId="{E9EDB4D9-D8F7-4552-B1D1-AA34B1F3EB7C}" dt="2022-01-14T15:15:29.868" v="0" actId="47"/>
        <pc:sldMkLst>
          <pc:docMk/>
          <pc:sldMk cId="1205252436" sldId="360"/>
        </pc:sldMkLst>
      </pc:sldChg>
      <pc:sldChg chg="del">
        <pc:chgData name="Guilherme Micota Stipp" userId="7d8a6ee1e82349c3" providerId="LiveId" clId="{E9EDB4D9-D8F7-4552-B1D1-AA34B1F3EB7C}" dt="2022-01-14T15:15:30.731" v="2" actId="47"/>
        <pc:sldMkLst>
          <pc:docMk/>
          <pc:sldMk cId="3125320457" sldId="361"/>
        </pc:sldMkLst>
      </pc:sldChg>
      <pc:sldChg chg="del">
        <pc:chgData name="Guilherme Micota Stipp" userId="7d8a6ee1e82349c3" providerId="LiveId" clId="{E9EDB4D9-D8F7-4552-B1D1-AA34B1F3EB7C}" dt="2022-01-14T15:15:31.548" v="4" actId="47"/>
        <pc:sldMkLst>
          <pc:docMk/>
          <pc:sldMk cId="4105453421" sldId="362"/>
        </pc:sldMkLst>
      </pc:sldChg>
      <pc:sldChg chg="del">
        <pc:chgData name="Guilherme Micota Stipp" userId="7d8a6ee1e82349c3" providerId="LiveId" clId="{E9EDB4D9-D8F7-4552-B1D1-AA34B1F3EB7C}" dt="2022-01-14T15:15:30.291" v="1" actId="47"/>
        <pc:sldMkLst>
          <pc:docMk/>
          <pc:sldMk cId="4099700318" sldId="363"/>
        </pc:sldMkLst>
      </pc:sldChg>
      <pc:sldChg chg="del">
        <pc:chgData name="Guilherme Micota Stipp" userId="7d8a6ee1e82349c3" providerId="LiveId" clId="{E9EDB4D9-D8F7-4552-B1D1-AA34B1F3EB7C}" dt="2022-01-14T15:15:31.140" v="3" actId="47"/>
        <pc:sldMkLst>
          <pc:docMk/>
          <pc:sldMk cId="269120577" sldId="364"/>
        </pc:sldMkLst>
      </pc:sldChg>
      <pc:sldChg chg="del">
        <pc:chgData name="Guilherme Micota Stipp" userId="7d8a6ee1e82349c3" providerId="LiveId" clId="{E9EDB4D9-D8F7-4552-B1D1-AA34B1F3EB7C}" dt="2022-01-14T15:15:32.678" v="5" actId="47"/>
        <pc:sldMkLst>
          <pc:docMk/>
          <pc:sldMk cId="1455387462" sldId="365"/>
        </pc:sldMkLst>
      </pc:sldChg>
      <pc:sldChg chg="del">
        <pc:chgData name="Guilherme Micota Stipp" userId="7d8a6ee1e82349c3" providerId="LiveId" clId="{E9EDB4D9-D8F7-4552-B1D1-AA34B1F3EB7C}" dt="2022-01-14T15:15:33.681" v="6" actId="47"/>
        <pc:sldMkLst>
          <pc:docMk/>
          <pc:sldMk cId="3159474998" sldId="366"/>
        </pc:sldMkLst>
      </pc:sldChg>
      <pc:sldChg chg="addSp delSp modSp mod">
        <pc:chgData name="Guilherme Micota Stipp" userId="7d8a6ee1e82349c3" providerId="LiveId" clId="{E9EDB4D9-D8F7-4552-B1D1-AA34B1F3EB7C}" dt="2022-01-14T17:46:09.159" v="193" actId="14100"/>
        <pc:sldMkLst>
          <pc:docMk/>
          <pc:sldMk cId="3703355201" sldId="367"/>
        </pc:sldMkLst>
        <pc:spChg chg="mod">
          <ac:chgData name="Guilherme Micota Stipp" userId="7d8a6ee1e82349c3" providerId="LiveId" clId="{E9EDB4D9-D8F7-4552-B1D1-AA34B1F3EB7C}" dt="2022-01-14T15:15:42.539" v="27" actId="20577"/>
          <ac:spMkLst>
            <pc:docMk/>
            <pc:sldMk cId="3703355201" sldId="367"/>
            <ac:spMk id="10" creationId="{0DC30F15-2778-418E-A2EF-BEAEC6F95C4E}"/>
          </ac:spMkLst>
        </pc:spChg>
        <pc:picChg chg="add del mod">
          <ac:chgData name="Guilherme Micota Stipp" userId="7d8a6ee1e82349c3" providerId="LiveId" clId="{E9EDB4D9-D8F7-4552-B1D1-AA34B1F3EB7C}" dt="2022-01-14T17:46:00.952" v="169" actId="478"/>
          <ac:picMkLst>
            <pc:docMk/>
            <pc:sldMk cId="3703355201" sldId="367"/>
            <ac:picMk id="8" creationId="{2924684F-DCD2-4F82-8BEA-DFC37B814382}"/>
          </ac:picMkLst>
        </pc:picChg>
        <pc:picChg chg="add del mod">
          <ac:chgData name="Guilherme Micota Stipp" userId="7d8a6ee1e82349c3" providerId="LiveId" clId="{E9EDB4D9-D8F7-4552-B1D1-AA34B1F3EB7C}" dt="2022-01-14T15:17:47.585" v="59" actId="478"/>
          <ac:picMkLst>
            <pc:docMk/>
            <pc:sldMk cId="3703355201" sldId="367"/>
            <ac:picMk id="8" creationId="{BCAE163E-936B-4B41-9396-329F0992EED1}"/>
          </ac:picMkLst>
        </pc:picChg>
        <pc:picChg chg="del">
          <ac:chgData name="Guilherme Micota Stipp" userId="7d8a6ee1e82349c3" providerId="LiveId" clId="{E9EDB4D9-D8F7-4552-B1D1-AA34B1F3EB7C}" dt="2022-01-14T15:15:44.330" v="28" actId="478"/>
          <ac:picMkLst>
            <pc:docMk/>
            <pc:sldMk cId="3703355201" sldId="367"/>
            <ac:picMk id="11" creationId="{6C3A006C-AFD1-455E-AFE0-3D345C454DD2}"/>
          </ac:picMkLst>
        </pc:picChg>
        <pc:picChg chg="add mod">
          <ac:chgData name="Guilherme Micota Stipp" userId="7d8a6ee1e82349c3" providerId="LiveId" clId="{E9EDB4D9-D8F7-4552-B1D1-AA34B1F3EB7C}" dt="2022-01-14T17:46:09.159" v="193" actId="14100"/>
          <ac:picMkLst>
            <pc:docMk/>
            <pc:sldMk cId="3703355201" sldId="367"/>
            <ac:picMk id="12" creationId="{80473EC2-CCAF-4D42-84E4-1344B71E8FAA}"/>
          </ac:picMkLst>
        </pc:picChg>
        <pc:picChg chg="add del mod">
          <ac:chgData name="Guilherme Micota Stipp" userId="7d8a6ee1e82349c3" providerId="LiveId" clId="{E9EDB4D9-D8F7-4552-B1D1-AA34B1F3EB7C}" dt="2022-01-14T17:45:16.864" v="143" actId="478"/>
          <ac:picMkLst>
            <pc:docMk/>
            <pc:sldMk cId="3703355201" sldId="367"/>
            <ac:picMk id="13" creationId="{AAE2B4AF-40D8-4F5C-AC2E-05CEDDDD34CF}"/>
          </ac:picMkLst>
        </pc:picChg>
      </pc:sldChg>
      <pc:sldChg chg="del">
        <pc:chgData name="Guilherme Micota Stipp" userId="7d8a6ee1e82349c3" providerId="LiveId" clId="{E9EDB4D9-D8F7-4552-B1D1-AA34B1F3EB7C}" dt="2022-01-14T15:51:08.885" v="139" actId="47"/>
        <pc:sldMkLst>
          <pc:docMk/>
          <pc:sldMk cId="2808294949" sldId="368"/>
        </pc:sldMkLst>
      </pc:sldChg>
      <pc:sldChg chg="addSp delSp modSp add mod">
        <pc:chgData name="Guilherme Micota Stipp" userId="7d8a6ee1e82349c3" providerId="LiveId" clId="{E9EDB4D9-D8F7-4552-B1D1-AA34B1F3EB7C}" dt="2022-01-14T17:46:23.572" v="216" actId="14100"/>
        <pc:sldMkLst>
          <pc:docMk/>
          <pc:sldMk cId="936443012" sldId="369"/>
        </pc:sldMkLst>
        <pc:picChg chg="add del mod">
          <ac:chgData name="Guilherme Micota Stipp" userId="7d8a6ee1e82349c3" providerId="LiveId" clId="{E9EDB4D9-D8F7-4552-B1D1-AA34B1F3EB7C}" dt="2022-01-14T17:45:31.930" v="163" actId="478"/>
          <ac:picMkLst>
            <pc:docMk/>
            <pc:sldMk cId="936443012" sldId="369"/>
            <ac:picMk id="8" creationId="{BA7AEDD9-90D3-4C81-9509-00A6AC1BE2C2}"/>
          </ac:picMkLst>
        </pc:picChg>
        <pc:picChg chg="add del mod">
          <ac:chgData name="Guilherme Micota Stipp" userId="7d8a6ee1e82349c3" providerId="LiveId" clId="{E9EDB4D9-D8F7-4552-B1D1-AA34B1F3EB7C}" dt="2022-01-14T17:46:14.348" v="194" actId="478"/>
          <ac:picMkLst>
            <pc:docMk/>
            <pc:sldMk cId="936443012" sldId="369"/>
            <ac:picMk id="11" creationId="{A6A8920F-CD31-4C98-8F56-B6A1556716D2}"/>
          </ac:picMkLst>
        </pc:picChg>
        <pc:picChg chg="add mod">
          <ac:chgData name="Guilherme Micota Stipp" userId="7d8a6ee1e82349c3" providerId="LiveId" clId="{E9EDB4D9-D8F7-4552-B1D1-AA34B1F3EB7C}" dt="2022-01-14T17:46:23.572" v="216" actId="14100"/>
          <ac:picMkLst>
            <pc:docMk/>
            <pc:sldMk cId="936443012" sldId="369"/>
            <ac:picMk id="13" creationId="{84BB2491-A46C-4F74-A8C4-F9DF6FD3AD83}"/>
          </ac:picMkLst>
        </pc:picChg>
        <pc:picChg chg="del">
          <ac:chgData name="Guilherme Micota Stipp" userId="7d8a6ee1e82349c3" providerId="LiveId" clId="{E9EDB4D9-D8F7-4552-B1D1-AA34B1F3EB7C}" dt="2022-01-14T15:18:00.475" v="79" actId="478"/>
          <ac:picMkLst>
            <pc:docMk/>
            <pc:sldMk cId="936443012" sldId="369"/>
            <ac:picMk id="13" creationId="{AAE2B4AF-40D8-4F5C-AC2E-05CEDDDD34CF}"/>
          </ac:picMkLst>
        </pc:picChg>
      </pc:sldChg>
      <pc:sldChg chg="addSp delSp modSp add mod">
        <pc:chgData name="Guilherme Micota Stipp" userId="7d8a6ee1e82349c3" providerId="LiveId" clId="{E9EDB4D9-D8F7-4552-B1D1-AA34B1F3EB7C}" dt="2022-01-14T17:46:44.155" v="236" actId="14100"/>
        <pc:sldMkLst>
          <pc:docMk/>
          <pc:sldMk cId="2229717314" sldId="370"/>
        </pc:sldMkLst>
        <pc:picChg chg="add del mod">
          <ac:chgData name="Guilherme Micota Stipp" userId="7d8a6ee1e82349c3" providerId="LiveId" clId="{E9EDB4D9-D8F7-4552-B1D1-AA34B1F3EB7C}" dt="2022-01-14T17:46:29.657" v="217" actId="478"/>
          <ac:picMkLst>
            <pc:docMk/>
            <pc:sldMk cId="2229717314" sldId="370"/>
            <ac:picMk id="8" creationId="{560F82EF-9EF1-4462-BDBB-6B0CA9AEEAA1}"/>
          </ac:picMkLst>
        </pc:picChg>
        <pc:picChg chg="add mod">
          <ac:chgData name="Guilherme Micota Stipp" userId="7d8a6ee1e82349c3" providerId="LiveId" clId="{E9EDB4D9-D8F7-4552-B1D1-AA34B1F3EB7C}" dt="2022-01-14T17:46:44.155" v="236" actId="14100"/>
          <ac:picMkLst>
            <pc:docMk/>
            <pc:sldMk cId="2229717314" sldId="370"/>
            <ac:picMk id="11" creationId="{3EA622A5-1E91-4CC9-9466-D9700E2AFBC0}"/>
          </ac:picMkLst>
        </pc:picChg>
        <pc:picChg chg="del">
          <ac:chgData name="Guilherme Micota Stipp" userId="7d8a6ee1e82349c3" providerId="LiveId" clId="{E9EDB4D9-D8F7-4552-B1D1-AA34B1F3EB7C}" dt="2022-01-14T15:18:01.498" v="80" actId="478"/>
          <ac:picMkLst>
            <pc:docMk/>
            <pc:sldMk cId="2229717314" sldId="370"/>
            <ac:picMk id="13" creationId="{AAE2B4AF-40D8-4F5C-AC2E-05CEDDDD34CF}"/>
          </ac:picMkLst>
        </pc:picChg>
      </pc:sldChg>
      <pc:sldChg chg="addSp delSp modSp add mod">
        <pc:chgData name="Guilherme Micota Stipp" userId="7d8a6ee1e82349c3" providerId="LiveId" clId="{E9EDB4D9-D8F7-4552-B1D1-AA34B1F3EB7C}" dt="2022-01-14T18:19:17.885" v="405" actId="14100"/>
        <pc:sldMkLst>
          <pc:docMk/>
          <pc:sldMk cId="982102360" sldId="371"/>
        </pc:sldMkLst>
        <pc:picChg chg="del">
          <ac:chgData name="Guilherme Micota Stipp" userId="7d8a6ee1e82349c3" providerId="LiveId" clId="{E9EDB4D9-D8F7-4552-B1D1-AA34B1F3EB7C}" dt="2022-01-14T15:51:23.609" v="141" actId="478"/>
          <ac:picMkLst>
            <pc:docMk/>
            <pc:sldMk cId="982102360" sldId="371"/>
            <ac:picMk id="8" creationId="{560F82EF-9EF1-4462-BDBB-6B0CA9AEEAA1}"/>
          </ac:picMkLst>
        </pc:picChg>
        <pc:picChg chg="add del mod">
          <ac:chgData name="Guilherme Micota Stipp" userId="7d8a6ee1e82349c3" providerId="LiveId" clId="{E9EDB4D9-D8F7-4552-B1D1-AA34B1F3EB7C}" dt="2022-01-14T17:47:49.606" v="243" actId="478"/>
          <ac:picMkLst>
            <pc:docMk/>
            <pc:sldMk cId="982102360" sldId="371"/>
            <ac:picMk id="8" creationId="{F4DF88A2-D9EC-4750-A200-A8A4114C0476}"/>
          </ac:picMkLst>
        </pc:picChg>
        <pc:picChg chg="add del mod">
          <ac:chgData name="Guilherme Micota Stipp" userId="7d8a6ee1e82349c3" providerId="LiveId" clId="{E9EDB4D9-D8F7-4552-B1D1-AA34B1F3EB7C}" dt="2022-01-14T17:48:56.056" v="276" actId="478"/>
          <ac:picMkLst>
            <pc:docMk/>
            <pc:sldMk cId="982102360" sldId="371"/>
            <ac:picMk id="12" creationId="{2ECBEA3B-CAC1-4EB1-9589-CAAB04A636BB}"/>
          </ac:picMkLst>
        </pc:picChg>
        <pc:picChg chg="add del mod">
          <ac:chgData name="Guilherme Micota Stipp" userId="7d8a6ee1e82349c3" providerId="LiveId" clId="{E9EDB4D9-D8F7-4552-B1D1-AA34B1F3EB7C}" dt="2022-01-14T18:19:09.543" v="393" actId="478"/>
          <ac:picMkLst>
            <pc:docMk/>
            <pc:sldMk cId="982102360" sldId="371"/>
            <ac:picMk id="14" creationId="{C9426AE9-9C62-469A-917D-B3D64DE586E8}"/>
          </ac:picMkLst>
        </pc:picChg>
        <pc:picChg chg="add mod">
          <ac:chgData name="Guilherme Micota Stipp" userId="7d8a6ee1e82349c3" providerId="LiveId" clId="{E9EDB4D9-D8F7-4552-B1D1-AA34B1F3EB7C}" dt="2022-01-14T18:19:17.885" v="405" actId="14100"/>
          <ac:picMkLst>
            <pc:docMk/>
            <pc:sldMk cId="982102360" sldId="371"/>
            <ac:picMk id="16" creationId="{EA92D1D6-7E27-4181-844E-65072F946DC5}"/>
          </ac:picMkLst>
        </pc:picChg>
      </pc:sldChg>
      <pc:sldChg chg="addSp delSp modSp add mod ord">
        <pc:chgData name="Guilherme Micota Stipp" userId="7d8a6ee1e82349c3" providerId="LiveId" clId="{E9EDB4D9-D8F7-4552-B1D1-AA34B1F3EB7C}" dt="2022-01-14T18:45:58.617" v="536"/>
        <pc:sldMkLst>
          <pc:docMk/>
          <pc:sldMk cId="1582058062" sldId="372"/>
        </pc:sldMkLst>
        <pc:picChg chg="add del mod">
          <ac:chgData name="Guilherme Micota Stipp" userId="7d8a6ee1e82349c3" providerId="LiveId" clId="{E9EDB4D9-D8F7-4552-B1D1-AA34B1F3EB7C}" dt="2022-01-14T18:00:05.573" v="310" actId="478"/>
          <ac:picMkLst>
            <pc:docMk/>
            <pc:sldMk cId="1582058062" sldId="372"/>
            <ac:picMk id="8" creationId="{35503C18-6174-4EAC-9F54-307EC10FAD03}"/>
          </ac:picMkLst>
        </pc:picChg>
        <pc:picChg chg="add del mod">
          <ac:chgData name="Guilherme Micota Stipp" userId="7d8a6ee1e82349c3" providerId="LiveId" clId="{E9EDB4D9-D8F7-4552-B1D1-AA34B1F3EB7C}" dt="2022-01-14T18:30:42.083" v="410" actId="478"/>
          <ac:picMkLst>
            <pc:docMk/>
            <pc:sldMk cId="1582058062" sldId="372"/>
            <ac:picMk id="12" creationId="{4FDE7749-9331-431E-A840-00BCD06F7F26}"/>
          </ac:picMkLst>
        </pc:picChg>
        <pc:picChg chg="add mod">
          <ac:chgData name="Guilherme Micota Stipp" userId="7d8a6ee1e82349c3" providerId="LiveId" clId="{E9EDB4D9-D8F7-4552-B1D1-AA34B1F3EB7C}" dt="2022-01-14T18:30:54.603" v="438" actId="14100"/>
          <ac:picMkLst>
            <pc:docMk/>
            <pc:sldMk cId="1582058062" sldId="372"/>
            <ac:picMk id="14" creationId="{F545A48A-B0E1-40B8-B105-6056C4EA5646}"/>
          </ac:picMkLst>
        </pc:picChg>
      </pc:sldChg>
      <pc:sldChg chg="addSp delSp modSp add mod">
        <pc:chgData name="Guilherme Micota Stipp" userId="7d8a6ee1e82349c3" providerId="LiveId" clId="{E9EDB4D9-D8F7-4552-B1D1-AA34B1F3EB7C}" dt="2022-01-14T18:16:58.650" v="392" actId="14100"/>
        <pc:sldMkLst>
          <pc:docMk/>
          <pc:sldMk cId="3223908926" sldId="373"/>
        </pc:sldMkLst>
        <pc:spChg chg="mod">
          <ac:chgData name="Guilherme Micota Stipp" userId="7d8a6ee1e82349c3" providerId="LiveId" clId="{E9EDB4D9-D8F7-4552-B1D1-AA34B1F3EB7C}" dt="2022-01-14T18:00:42.566" v="364" actId="20577"/>
          <ac:spMkLst>
            <pc:docMk/>
            <pc:sldMk cId="3223908926" sldId="373"/>
            <ac:spMk id="10" creationId="{0DC30F15-2778-418E-A2EF-BEAEC6F95C4E}"/>
          </ac:spMkLst>
        </pc:spChg>
        <pc:picChg chg="add mod">
          <ac:chgData name="Guilherme Micota Stipp" userId="7d8a6ee1e82349c3" providerId="LiveId" clId="{E9EDB4D9-D8F7-4552-B1D1-AA34B1F3EB7C}" dt="2022-01-14T18:16:58.650" v="392" actId="14100"/>
          <ac:picMkLst>
            <pc:docMk/>
            <pc:sldMk cId="3223908926" sldId="373"/>
            <ac:picMk id="8" creationId="{BA8EEF50-24A1-43AC-B8CE-09DEB96E3137}"/>
          </ac:picMkLst>
        </pc:picChg>
        <pc:picChg chg="del">
          <ac:chgData name="Guilherme Micota Stipp" userId="7d8a6ee1e82349c3" providerId="LiveId" clId="{E9EDB4D9-D8F7-4552-B1D1-AA34B1F3EB7C}" dt="2022-01-14T18:00:33.980" v="344" actId="478"/>
          <ac:picMkLst>
            <pc:docMk/>
            <pc:sldMk cId="3223908926" sldId="373"/>
            <ac:picMk id="12" creationId="{4FDE7749-9331-431E-A840-00BCD06F7F26}"/>
          </ac:picMkLst>
        </pc:picChg>
      </pc:sldChg>
      <pc:sldChg chg="addSp delSp modSp add mod">
        <pc:chgData name="Guilherme Micota Stipp" userId="7d8a6ee1e82349c3" providerId="LiveId" clId="{E9EDB4D9-D8F7-4552-B1D1-AA34B1F3EB7C}" dt="2022-01-17T17:17:04.523" v="662" actId="14100"/>
        <pc:sldMkLst>
          <pc:docMk/>
          <pc:sldMk cId="2392125781" sldId="374"/>
        </pc:sldMkLst>
        <pc:picChg chg="add mod">
          <ac:chgData name="Guilherme Micota Stipp" userId="7d8a6ee1e82349c3" providerId="LiveId" clId="{E9EDB4D9-D8F7-4552-B1D1-AA34B1F3EB7C}" dt="2022-01-17T17:17:04.523" v="662" actId="14100"/>
          <ac:picMkLst>
            <pc:docMk/>
            <pc:sldMk cId="2392125781" sldId="374"/>
            <ac:picMk id="8" creationId="{70964489-D735-4491-9B72-0E6D4BCE6DC3}"/>
          </ac:picMkLst>
        </pc:picChg>
        <pc:picChg chg="del">
          <ac:chgData name="Guilherme Micota Stipp" userId="7d8a6ee1e82349c3" providerId="LiveId" clId="{E9EDB4D9-D8F7-4552-B1D1-AA34B1F3EB7C}" dt="2022-01-14T18:19:29.641" v="409" actId="478"/>
          <ac:picMkLst>
            <pc:docMk/>
            <pc:sldMk cId="2392125781" sldId="374"/>
            <ac:picMk id="8" creationId="{BA8EEF50-24A1-43AC-B8CE-09DEB96E3137}"/>
          </ac:picMkLst>
        </pc:picChg>
        <pc:picChg chg="add del mod">
          <ac:chgData name="Guilherme Micota Stipp" userId="7d8a6ee1e82349c3" providerId="LiveId" clId="{E9EDB4D9-D8F7-4552-B1D1-AA34B1F3EB7C}" dt="2022-01-14T18:33:47.597" v="456" actId="478"/>
          <ac:picMkLst>
            <pc:docMk/>
            <pc:sldMk cId="2392125781" sldId="374"/>
            <ac:picMk id="11" creationId="{069C18F3-635E-4A7A-BFA2-D4F3F06382CD}"/>
          </ac:picMkLst>
        </pc:picChg>
        <pc:picChg chg="add del mod">
          <ac:chgData name="Guilherme Micota Stipp" userId="7d8a6ee1e82349c3" providerId="LiveId" clId="{E9EDB4D9-D8F7-4552-B1D1-AA34B1F3EB7C}" dt="2022-01-17T17:16:55.299" v="643" actId="478"/>
          <ac:picMkLst>
            <pc:docMk/>
            <pc:sldMk cId="2392125781" sldId="374"/>
            <ac:picMk id="13" creationId="{FFF46A25-1C29-4925-AC21-9A82764816C8}"/>
          </ac:picMkLst>
        </pc:picChg>
      </pc:sldChg>
      <pc:sldChg chg="addSp delSp modSp add mod">
        <pc:chgData name="Guilherme Micota Stipp" userId="7d8a6ee1e82349c3" providerId="LiveId" clId="{E9EDB4D9-D8F7-4552-B1D1-AA34B1F3EB7C}" dt="2022-01-17T17:18:52.280" v="746" actId="1037"/>
        <pc:sldMkLst>
          <pc:docMk/>
          <pc:sldMk cId="2681605066" sldId="375"/>
        </pc:sldMkLst>
        <pc:spChg chg="mod">
          <ac:chgData name="Guilherme Micota Stipp" userId="7d8a6ee1e82349c3" providerId="LiveId" clId="{E9EDB4D9-D8F7-4552-B1D1-AA34B1F3EB7C}" dt="2022-01-14T19:10:02.158" v="600" actId="20577"/>
          <ac:spMkLst>
            <pc:docMk/>
            <pc:sldMk cId="2681605066" sldId="375"/>
            <ac:spMk id="10" creationId="{0DC30F15-2778-418E-A2EF-BEAEC6F95C4E}"/>
          </ac:spMkLst>
        </pc:spChg>
        <pc:picChg chg="add mod">
          <ac:chgData name="Guilherme Micota Stipp" userId="7d8a6ee1e82349c3" providerId="LiveId" clId="{E9EDB4D9-D8F7-4552-B1D1-AA34B1F3EB7C}" dt="2022-01-17T17:18:40.755" v="705" actId="14100"/>
          <ac:picMkLst>
            <pc:docMk/>
            <pc:sldMk cId="2681605066" sldId="375"/>
            <ac:picMk id="8" creationId="{33D0D32D-0D5A-41FA-A55E-BB3ED91713DB}"/>
          </ac:picMkLst>
        </pc:picChg>
        <pc:picChg chg="del">
          <ac:chgData name="Guilherme Micota Stipp" userId="7d8a6ee1e82349c3" providerId="LiveId" clId="{E9EDB4D9-D8F7-4552-B1D1-AA34B1F3EB7C}" dt="2022-01-14T18:19:28.529" v="408" actId="478"/>
          <ac:picMkLst>
            <pc:docMk/>
            <pc:sldMk cId="2681605066" sldId="375"/>
            <ac:picMk id="8" creationId="{BA8EEF50-24A1-43AC-B8CE-09DEB96E3137}"/>
          </ac:picMkLst>
        </pc:picChg>
        <pc:picChg chg="add del mod">
          <ac:chgData name="Guilherme Micota Stipp" userId="7d8a6ee1e82349c3" providerId="LiveId" clId="{E9EDB4D9-D8F7-4552-B1D1-AA34B1F3EB7C}" dt="2022-01-14T19:10:05.568" v="607" actId="478"/>
          <ac:picMkLst>
            <pc:docMk/>
            <pc:sldMk cId="2681605066" sldId="375"/>
            <ac:picMk id="11" creationId="{0F037EF0-2FCB-4B0E-8207-98FBC9EEC176}"/>
          </ac:picMkLst>
        </pc:picChg>
        <pc:picChg chg="add mod">
          <ac:chgData name="Guilherme Micota Stipp" userId="7d8a6ee1e82349c3" providerId="LiveId" clId="{E9EDB4D9-D8F7-4552-B1D1-AA34B1F3EB7C}" dt="2022-01-17T17:18:52.280" v="746" actId="1037"/>
          <ac:picMkLst>
            <pc:docMk/>
            <pc:sldMk cId="2681605066" sldId="375"/>
            <ac:picMk id="12" creationId="{B5DDCEEB-DC80-4938-96D1-2E5EFB951499}"/>
          </ac:picMkLst>
        </pc:picChg>
        <pc:picChg chg="add del mod">
          <ac:chgData name="Guilherme Micota Stipp" userId="7d8a6ee1e82349c3" providerId="LiveId" clId="{E9EDB4D9-D8F7-4552-B1D1-AA34B1F3EB7C}" dt="2022-01-14T19:10:05.052" v="606" actId="478"/>
          <ac:picMkLst>
            <pc:docMk/>
            <pc:sldMk cId="2681605066" sldId="375"/>
            <ac:picMk id="13" creationId="{F2BAA1E2-F3B2-4B54-8E7B-2F40E0379531}"/>
          </ac:picMkLst>
        </pc:picChg>
        <pc:picChg chg="add del mod">
          <ac:chgData name="Guilherme Micota Stipp" userId="7d8a6ee1e82349c3" providerId="LiveId" clId="{E9EDB4D9-D8F7-4552-B1D1-AA34B1F3EB7C}" dt="2022-01-17T17:18:17.578" v="667" actId="478"/>
          <ac:picMkLst>
            <pc:docMk/>
            <pc:sldMk cId="2681605066" sldId="375"/>
            <ac:picMk id="15" creationId="{A2737A73-BB1A-4917-9A4C-F63F1DFD0DC0}"/>
          </ac:picMkLst>
        </pc:picChg>
        <pc:picChg chg="add del mod">
          <ac:chgData name="Guilherme Micota Stipp" userId="7d8a6ee1e82349c3" providerId="LiveId" clId="{E9EDB4D9-D8F7-4552-B1D1-AA34B1F3EB7C}" dt="2022-01-17T17:18:18.017" v="668" actId="478"/>
          <ac:picMkLst>
            <pc:docMk/>
            <pc:sldMk cId="2681605066" sldId="375"/>
            <ac:picMk id="17" creationId="{DB2C72BF-735C-4A34-A394-D50D3C157F70}"/>
          </ac:picMkLst>
        </pc:picChg>
      </pc:sldChg>
      <pc:sldChg chg="addSp delSp modSp add mod ord">
        <pc:chgData name="Guilherme Micota Stipp" userId="7d8a6ee1e82349c3" providerId="LiveId" clId="{E9EDB4D9-D8F7-4552-B1D1-AA34B1F3EB7C}" dt="2022-01-14T18:42:50.469" v="532"/>
        <pc:sldMkLst>
          <pc:docMk/>
          <pc:sldMk cId="3989258479" sldId="376"/>
        </pc:sldMkLst>
        <pc:picChg chg="add del mod">
          <ac:chgData name="Guilherme Micota Stipp" userId="7d8a6ee1e82349c3" providerId="LiveId" clId="{E9EDB4D9-D8F7-4552-B1D1-AA34B1F3EB7C}" dt="2022-01-14T18:33:50.337" v="457" actId="478"/>
          <ac:picMkLst>
            <pc:docMk/>
            <pc:sldMk cId="3989258479" sldId="376"/>
            <ac:picMk id="8" creationId="{6C4F0639-40F3-42EB-AE5E-69AEC0E7C578}"/>
          </ac:picMkLst>
        </pc:picChg>
        <pc:picChg chg="del">
          <ac:chgData name="Guilherme Micota Stipp" userId="7d8a6ee1e82349c3" providerId="LiveId" clId="{E9EDB4D9-D8F7-4552-B1D1-AA34B1F3EB7C}" dt="2022-01-14T18:31:11.743" v="440" actId="478"/>
          <ac:picMkLst>
            <pc:docMk/>
            <pc:sldMk cId="3989258479" sldId="376"/>
            <ac:picMk id="11" creationId="{3EA622A5-1E91-4CC9-9466-D9700E2AFBC0}"/>
          </ac:picMkLst>
        </pc:picChg>
        <pc:picChg chg="add mod">
          <ac:chgData name="Guilherme Micota Stipp" userId="7d8a6ee1e82349c3" providerId="LiveId" clId="{E9EDB4D9-D8F7-4552-B1D1-AA34B1F3EB7C}" dt="2022-01-14T18:34:03.416" v="495" actId="14100"/>
          <ac:picMkLst>
            <pc:docMk/>
            <pc:sldMk cId="3989258479" sldId="376"/>
            <ac:picMk id="13" creationId="{4485D122-0182-4CD4-9438-75DD2C6A36D8}"/>
          </ac:picMkLst>
        </pc:picChg>
      </pc:sldChg>
      <pc:sldChg chg="addSp delSp modSp add mod ord">
        <pc:chgData name="Guilherme Micota Stipp" userId="7d8a6ee1e82349c3" providerId="LiveId" clId="{E9EDB4D9-D8F7-4552-B1D1-AA34B1F3EB7C}" dt="2022-01-14T18:43:02.792" v="534"/>
        <pc:sldMkLst>
          <pc:docMk/>
          <pc:sldMk cId="28923105" sldId="377"/>
        </pc:sldMkLst>
        <pc:picChg chg="add del mod">
          <ac:chgData name="Guilherme Micota Stipp" userId="7d8a6ee1e82349c3" providerId="LiveId" clId="{E9EDB4D9-D8F7-4552-B1D1-AA34B1F3EB7C}" dt="2022-01-14T18:42:26.944" v="504"/>
          <ac:picMkLst>
            <pc:docMk/>
            <pc:sldMk cId="28923105" sldId="377"/>
            <ac:picMk id="8" creationId="{BB5287D8-B767-42F6-A353-604C4B2C6EA7}"/>
          </ac:picMkLst>
        </pc:picChg>
        <pc:picChg chg="add mod">
          <ac:chgData name="Guilherme Micota Stipp" userId="7d8a6ee1e82349c3" providerId="LiveId" clId="{E9EDB4D9-D8F7-4552-B1D1-AA34B1F3EB7C}" dt="2022-01-14T18:42:40.496" v="530" actId="14100"/>
          <ac:picMkLst>
            <pc:docMk/>
            <pc:sldMk cId="28923105" sldId="377"/>
            <ac:picMk id="12" creationId="{172B39F3-61A8-464F-99B7-3A7C2FEBB1F0}"/>
          </ac:picMkLst>
        </pc:picChg>
        <pc:picChg chg="add del">
          <ac:chgData name="Guilherme Micota Stipp" userId="7d8a6ee1e82349c3" providerId="LiveId" clId="{E9EDB4D9-D8F7-4552-B1D1-AA34B1F3EB7C}" dt="2022-01-14T18:42:29.885" v="506" actId="478"/>
          <ac:picMkLst>
            <pc:docMk/>
            <pc:sldMk cId="28923105" sldId="377"/>
            <ac:picMk id="13" creationId="{4485D122-0182-4CD4-9438-75DD2C6A36D8}"/>
          </ac:picMkLst>
        </pc:picChg>
      </pc:sldChg>
    </pc:docChg>
  </pc:docChgLst>
  <pc:docChgLst>
    <pc:chgData name="Guilherme Micota Stipp" userId="7d8a6ee1e82349c3" providerId="LiveId" clId="{D0FE7477-1CBA-4457-A41C-FAABB1B1B4CD}"/>
    <pc:docChg chg="custSel addSld delSld modSld">
      <pc:chgData name="Guilherme Micota Stipp" userId="7d8a6ee1e82349c3" providerId="LiveId" clId="{D0FE7477-1CBA-4457-A41C-FAABB1B1B4CD}" dt="2021-08-08T14:44:27.987" v="337" actId="14100"/>
      <pc:docMkLst>
        <pc:docMk/>
      </pc:docMkLst>
      <pc:sldChg chg="addSp delSp modSp mod">
        <pc:chgData name="Guilherme Micota Stipp" userId="7d8a6ee1e82349c3" providerId="LiveId" clId="{D0FE7477-1CBA-4457-A41C-FAABB1B1B4CD}" dt="2021-08-08T02:36:00.248" v="159" actId="14100"/>
        <pc:sldMkLst>
          <pc:docMk/>
          <pc:sldMk cId="1259924771" sldId="299"/>
        </pc:sldMkLst>
        <pc:picChg chg="add mod">
          <ac:chgData name="Guilherme Micota Stipp" userId="7d8a6ee1e82349c3" providerId="LiveId" clId="{D0FE7477-1CBA-4457-A41C-FAABB1B1B4CD}" dt="2021-08-08T02:36:00.248" v="159" actId="14100"/>
          <ac:picMkLst>
            <pc:docMk/>
            <pc:sldMk cId="1259924771" sldId="299"/>
            <ac:picMk id="8" creationId="{5593F4D3-53C4-4376-B9A5-469D77CA4CF3}"/>
          </ac:picMkLst>
        </pc:picChg>
        <pc:picChg chg="del">
          <ac:chgData name="Guilherme Micota Stipp" userId="7d8a6ee1e82349c3" providerId="LiveId" clId="{D0FE7477-1CBA-4457-A41C-FAABB1B1B4CD}" dt="2021-08-08T02:35:52.857" v="155" actId="478"/>
          <ac:picMkLst>
            <pc:docMk/>
            <pc:sldMk cId="1259924771" sldId="299"/>
            <ac:picMk id="11" creationId="{A4586471-B521-486A-8718-4AFE16FD89B2}"/>
          </ac:picMkLst>
        </pc:picChg>
      </pc:sldChg>
      <pc:sldChg chg="del">
        <pc:chgData name="Guilherme Micota Stipp" userId="7d8a6ee1e82349c3" providerId="LiveId" clId="{D0FE7477-1CBA-4457-A41C-FAABB1B1B4CD}" dt="2021-08-06T20:36:39.313" v="0" actId="47"/>
        <pc:sldMkLst>
          <pc:docMk/>
          <pc:sldMk cId="2321114233" sldId="300"/>
        </pc:sldMkLst>
      </pc:sldChg>
      <pc:sldChg chg="del">
        <pc:chgData name="Guilherme Micota Stipp" userId="7d8a6ee1e82349c3" providerId="LiveId" clId="{D0FE7477-1CBA-4457-A41C-FAABB1B1B4CD}" dt="2021-08-06T20:36:42.820" v="5" actId="47"/>
        <pc:sldMkLst>
          <pc:docMk/>
          <pc:sldMk cId="2472622703" sldId="301"/>
        </pc:sldMkLst>
      </pc:sldChg>
      <pc:sldChg chg="addSp delSp modSp mod">
        <pc:chgData name="Guilherme Micota Stipp" userId="7d8a6ee1e82349c3" providerId="LiveId" clId="{D0FE7477-1CBA-4457-A41C-FAABB1B1B4CD}" dt="2021-08-08T14:11:54.120" v="242" actId="1036"/>
        <pc:sldMkLst>
          <pc:docMk/>
          <pc:sldMk cId="3761255242" sldId="302"/>
        </pc:sldMkLst>
        <pc:spChg chg="mod">
          <ac:chgData name="Guilherme Micota Stipp" userId="7d8a6ee1e82349c3" providerId="LiveId" clId="{D0FE7477-1CBA-4457-A41C-FAABB1B1B4CD}" dt="2021-08-06T20:37:16.753" v="59" actId="20577"/>
          <ac:spMkLst>
            <pc:docMk/>
            <pc:sldMk cId="3761255242" sldId="302"/>
            <ac:spMk id="10" creationId="{0DC30F15-2778-418E-A2EF-BEAEC6F95C4E}"/>
          </ac:spMkLst>
        </pc:spChg>
        <pc:picChg chg="del">
          <ac:chgData name="Guilherme Micota Stipp" userId="7d8a6ee1e82349c3" providerId="LiveId" clId="{D0FE7477-1CBA-4457-A41C-FAABB1B1B4CD}" dt="2021-08-06T20:37:25.394" v="60" actId="478"/>
          <ac:picMkLst>
            <pc:docMk/>
            <pc:sldMk cId="3761255242" sldId="302"/>
            <ac:picMk id="8" creationId="{53A85B68-3454-43CD-BE6F-95B4F42BCA1D}"/>
          </ac:picMkLst>
        </pc:picChg>
        <pc:picChg chg="add mod">
          <ac:chgData name="Guilherme Micota Stipp" userId="7d8a6ee1e82349c3" providerId="LiveId" clId="{D0FE7477-1CBA-4457-A41C-FAABB1B1B4CD}" dt="2021-08-08T14:11:54.120" v="242" actId="1036"/>
          <ac:picMkLst>
            <pc:docMk/>
            <pc:sldMk cId="3761255242" sldId="302"/>
            <ac:picMk id="11" creationId="{E32958CF-A7F7-41B1-9C63-AD681B6732EE}"/>
          </ac:picMkLst>
        </pc:picChg>
      </pc:sldChg>
      <pc:sldChg chg="del">
        <pc:chgData name="Guilherme Micota Stipp" userId="7d8a6ee1e82349c3" providerId="LiveId" clId="{D0FE7477-1CBA-4457-A41C-FAABB1B1B4CD}" dt="2021-08-06T20:36:40.180" v="2" actId="47"/>
        <pc:sldMkLst>
          <pc:docMk/>
          <pc:sldMk cId="3452283791" sldId="303"/>
        </pc:sldMkLst>
      </pc:sldChg>
      <pc:sldChg chg="addSp delSp modSp add mod">
        <pc:chgData name="Guilherme Micota Stipp" userId="7d8a6ee1e82349c3" providerId="LiveId" clId="{D0FE7477-1CBA-4457-A41C-FAABB1B1B4CD}" dt="2021-08-08T02:35:40.753" v="148" actId="14100"/>
        <pc:sldMkLst>
          <pc:docMk/>
          <pc:sldMk cId="3799452706" sldId="303"/>
        </pc:sldMkLst>
        <pc:picChg chg="del">
          <ac:chgData name="Guilherme Micota Stipp" userId="7d8a6ee1e82349c3" providerId="LiveId" clId="{D0FE7477-1CBA-4457-A41C-FAABB1B1B4CD}" dt="2021-08-08T02:35:30.110" v="137" actId="478"/>
          <ac:picMkLst>
            <pc:docMk/>
            <pc:sldMk cId="3799452706" sldId="303"/>
            <ac:picMk id="8" creationId="{53A85B68-3454-43CD-BE6F-95B4F42BCA1D}"/>
          </ac:picMkLst>
        </pc:picChg>
        <pc:picChg chg="add mod">
          <ac:chgData name="Guilherme Micota Stipp" userId="7d8a6ee1e82349c3" providerId="LiveId" clId="{D0FE7477-1CBA-4457-A41C-FAABB1B1B4CD}" dt="2021-08-08T02:35:40.753" v="148" actId="14100"/>
          <ac:picMkLst>
            <pc:docMk/>
            <pc:sldMk cId="3799452706" sldId="303"/>
            <ac:picMk id="11" creationId="{710CAE9C-4DD7-4751-820B-4EFE0021B6C0}"/>
          </ac:picMkLst>
        </pc:picChg>
      </pc:sldChg>
      <pc:sldChg chg="addSp delSp modSp add mod">
        <pc:chgData name="Guilherme Micota Stipp" userId="7d8a6ee1e82349c3" providerId="LiveId" clId="{D0FE7477-1CBA-4457-A41C-FAABB1B1B4CD}" dt="2021-08-08T02:29:10.887" v="136" actId="14100"/>
        <pc:sldMkLst>
          <pc:docMk/>
          <pc:sldMk cId="138916095" sldId="304"/>
        </pc:sldMkLst>
        <pc:picChg chg="add mod">
          <ac:chgData name="Guilherme Micota Stipp" userId="7d8a6ee1e82349c3" providerId="LiveId" clId="{D0FE7477-1CBA-4457-A41C-FAABB1B1B4CD}" dt="2021-08-08T02:29:10.887" v="136" actId="14100"/>
          <ac:picMkLst>
            <pc:docMk/>
            <pc:sldMk cId="138916095" sldId="304"/>
            <ac:picMk id="8" creationId="{4588474C-84EA-47B0-A2E4-B5E2ACF1941F}"/>
          </ac:picMkLst>
        </pc:picChg>
        <pc:picChg chg="add del mod">
          <ac:chgData name="Guilherme Micota Stipp" userId="7d8a6ee1e82349c3" providerId="LiveId" clId="{D0FE7477-1CBA-4457-A41C-FAABB1B1B4CD}" dt="2021-08-07T14:22:05.813" v="112" actId="478"/>
          <ac:picMkLst>
            <pc:docMk/>
            <pc:sldMk cId="138916095" sldId="304"/>
            <ac:picMk id="8" creationId="{4DFF659F-9A31-466D-BFC8-51D022720885}"/>
          </ac:picMkLst>
        </pc:picChg>
        <pc:picChg chg="add del mod">
          <ac:chgData name="Guilherme Micota Stipp" userId="7d8a6ee1e82349c3" providerId="LiveId" clId="{D0FE7477-1CBA-4457-A41C-FAABB1B1B4CD}" dt="2021-08-06T21:03:09.665" v="107" actId="478"/>
          <ac:picMkLst>
            <pc:docMk/>
            <pc:sldMk cId="138916095" sldId="304"/>
            <ac:picMk id="8" creationId="{EF2419FF-7307-482F-9BDC-5E38FD6AFBDE}"/>
          </ac:picMkLst>
        </pc:picChg>
        <pc:picChg chg="del">
          <ac:chgData name="Guilherme Micota Stipp" userId="7d8a6ee1e82349c3" providerId="LiveId" clId="{D0FE7477-1CBA-4457-A41C-FAABB1B1B4CD}" dt="2021-08-06T20:38:37.947" v="102" actId="478"/>
          <ac:picMkLst>
            <pc:docMk/>
            <pc:sldMk cId="138916095" sldId="304"/>
            <ac:picMk id="11" creationId="{E32958CF-A7F7-41B1-9C63-AD681B6732EE}"/>
          </ac:picMkLst>
        </pc:picChg>
      </pc:sldChg>
      <pc:sldChg chg="del">
        <pc:chgData name="Guilherme Micota Stipp" userId="7d8a6ee1e82349c3" providerId="LiveId" clId="{D0FE7477-1CBA-4457-A41C-FAABB1B1B4CD}" dt="2021-08-06T20:36:39.767" v="1" actId="47"/>
        <pc:sldMkLst>
          <pc:docMk/>
          <pc:sldMk cId="1479667808" sldId="304"/>
        </pc:sldMkLst>
      </pc:sldChg>
      <pc:sldChg chg="del">
        <pc:chgData name="Guilherme Micota Stipp" userId="7d8a6ee1e82349c3" providerId="LiveId" clId="{D0FE7477-1CBA-4457-A41C-FAABB1B1B4CD}" dt="2021-08-06T20:36:40.461" v="3" actId="47"/>
        <pc:sldMkLst>
          <pc:docMk/>
          <pc:sldMk cId="3545023104" sldId="305"/>
        </pc:sldMkLst>
      </pc:sldChg>
      <pc:sldChg chg="addSp delSp modSp add mod">
        <pc:chgData name="Guilherme Micota Stipp" userId="7d8a6ee1e82349c3" providerId="LiveId" clId="{D0FE7477-1CBA-4457-A41C-FAABB1B1B4CD}" dt="2021-08-08T14:24:17.164" v="310" actId="14100"/>
        <pc:sldMkLst>
          <pc:docMk/>
          <pc:sldMk cId="3560387567" sldId="305"/>
        </pc:sldMkLst>
        <pc:spChg chg="mod">
          <ac:chgData name="Guilherme Micota Stipp" userId="7d8a6ee1e82349c3" providerId="LiveId" clId="{D0FE7477-1CBA-4457-A41C-FAABB1B1B4CD}" dt="2021-08-08T14:23:08.351" v="287" actId="20577"/>
          <ac:spMkLst>
            <pc:docMk/>
            <pc:sldMk cId="3560387567" sldId="305"/>
            <ac:spMk id="10" creationId="{0DC30F15-2778-418E-A2EF-BEAEC6F95C4E}"/>
          </ac:spMkLst>
        </pc:spChg>
        <pc:picChg chg="add mod">
          <ac:chgData name="Guilherme Micota Stipp" userId="7d8a6ee1e82349c3" providerId="LiveId" clId="{D0FE7477-1CBA-4457-A41C-FAABB1B1B4CD}" dt="2021-08-08T14:24:17.164" v="310" actId="14100"/>
          <ac:picMkLst>
            <pc:docMk/>
            <pc:sldMk cId="3560387567" sldId="305"/>
            <ac:picMk id="8" creationId="{5E7687EF-96FF-4480-B9A5-CD7A7C156E6F}"/>
          </ac:picMkLst>
        </pc:picChg>
        <pc:picChg chg="add del mod">
          <ac:chgData name="Guilherme Micota Stipp" userId="7d8a6ee1e82349c3" providerId="LiveId" clId="{D0FE7477-1CBA-4457-A41C-FAABB1B1B4CD}" dt="2021-08-08T03:06:56.590" v="166" actId="478"/>
          <ac:picMkLst>
            <pc:docMk/>
            <pc:sldMk cId="3560387567" sldId="305"/>
            <ac:picMk id="8" creationId="{FF61EC5D-CFBB-4D7C-8C4A-08D47C23B288}"/>
          </ac:picMkLst>
        </pc:picChg>
        <pc:picChg chg="del">
          <ac:chgData name="Guilherme Micota Stipp" userId="7d8a6ee1e82349c3" providerId="LiveId" clId="{D0FE7477-1CBA-4457-A41C-FAABB1B1B4CD}" dt="2021-08-08T03:06:48.731" v="161" actId="478"/>
          <ac:picMkLst>
            <pc:docMk/>
            <pc:sldMk cId="3560387567" sldId="305"/>
            <ac:picMk id="11" creationId="{710CAE9C-4DD7-4751-820B-4EFE0021B6C0}"/>
          </ac:picMkLst>
        </pc:picChg>
        <pc:picChg chg="add del mod">
          <ac:chgData name="Guilherme Micota Stipp" userId="7d8a6ee1e82349c3" providerId="LiveId" clId="{D0FE7477-1CBA-4457-A41C-FAABB1B1B4CD}" dt="2021-08-08T14:24:06.302" v="294" actId="478"/>
          <ac:picMkLst>
            <pc:docMk/>
            <pc:sldMk cId="3560387567" sldId="305"/>
            <ac:picMk id="13" creationId="{39D7F0B7-1A63-4572-A498-39F7516DD9A8}"/>
          </ac:picMkLst>
        </pc:picChg>
      </pc:sldChg>
      <pc:sldChg chg="del">
        <pc:chgData name="Guilherme Micota Stipp" userId="7d8a6ee1e82349c3" providerId="LiveId" clId="{D0FE7477-1CBA-4457-A41C-FAABB1B1B4CD}" dt="2021-08-06T20:36:40.885" v="4" actId="47"/>
        <pc:sldMkLst>
          <pc:docMk/>
          <pc:sldMk cId="2937753791" sldId="306"/>
        </pc:sldMkLst>
      </pc:sldChg>
      <pc:sldChg chg="addSp delSp modSp add mod">
        <pc:chgData name="Guilherme Micota Stipp" userId="7d8a6ee1e82349c3" providerId="LiveId" clId="{D0FE7477-1CBA-4457-A41C-FAABB1B1B4CD}" dt="2021-08-08T14:23:13.865" v="293" actId="20577"/>
        <pc:sldMkLst>
          <pc:docMk/>
          <pc:sldMk cId="3185859433" sldId="306"/>
        </pc:sldMkLst>
        <pc:spChg chg="mod">
          <ac:chgData name="Guilherme Micota Stipp" userId="7d8a6ee1e82349c3" providerId="LiveId" clId="{D0FE7477-1CBA-4457-A41C-FAABB1B1B4CD}" dt="2021-08-08T14:23:13.865" v="293" actId="20577"/>
          <ac:spMkLst>
            <pc:docMk/>
            <pc:sldMk cId="3185859433" sldId="306"/>
            <ac:spMk id="10" creationId="{0DC30F15-2778-418E-A2EF-BEAEC6F95C4E}"/>
          </ac:spMkLst>
        </pc:spChg>
        <pc:picChg chg="add del mod">
          <ac:chgData name="Guilherme Micota Stipp" userId="7d8a6ee1e82349c3" providerId="LiveId" clId="{D0FE7477-1CBA-4457-A41C-FAABB1B1B4CD}" dt="2021-08-08T14:21:16.534" v="249" actId="478"/>
          <ac:picMkLst>
            <pc:docMk/>
            <pc:sldMk cId="3185859433" sldId="306"/>
            <ac:picMk id="8" creationId="{A0F04273-E068-469B-B2CF-4C5B6CFF54CD}"/>
          </ac:picMkLst>
        </pc:picChg>
        <pc:picChg chg="add del mod">
          <ac:chgData name="Guilherme Micota Stipp" userId="7d8a6ee1e82349c3" providerId="LiveId" clId="{D0FE7477-1CBA-4457-A41C-FAABB1B1B4CD}" dt="2021-08-08T14:22:12.866" v="261" actId="478"/>
          <ac:picMkLst>
            <pc:docMk/>
            <pc:sldMk cId="3185859433" sldId="306"/>
            <ac:picMk id="12" creationId="{B7798622-5159-4BD5-91DF-5C8583B729B1}"/>
          </ac:picMkLst>
        </pc:picChg>
        <pc:picChg chg="del">
          <ac:chgData name="Guilherme Micota Stipp" userId="7d8a6ee1e82349c3" providerId="LiveId" clId="{D0FE7477-1CBA-4457-A41C-FAABB1B1B4CD}" dt="2021-08-08T14:13:15.044" v="244" actId="478"/>
          <ac:picMkLst>
            <pc:docMk/>
            <pc:sldMk cId="3185859433" sldId="306"/>
            <ac:picMk id="13" creationId="{39D7F0B7-1A63-4572-A498-39F7516DD9A8}"/>
          </ac:picMkLst>
        </pc:picChg>
        <pc:picChg chg="add mod">
          <ac:chgData name="Guilherme Micota Stipp" userId="7d8a6ee1e82349c3" providerId="LiveId" clId="{D0FE7477-1CBA-4457-A41C-FAABB1B1B4CD}" dt="2021-08-08T14:22:32.138" v="278" actId="14100"/>
          <ac:picMkLst>
            <pc:docMk/>
            <pc:sldMk cId="3185859433" sldId="306"/>
            <ac:picMk id="15" creationId="{96406E5E-12FE-4998-A61D-D2616E62E91A}"/>
          </ac:picMkLst>
        </pc:picChg>
      </pc:sldChg>
      <pc:sldChg chg="addSp delSp modSp add mod">
        <pc:chgData name="Guilherme Micota Stipp" userId="7d8a6ee1e82349c3" providerId="LiveId" clId="{D0FE7477-1CBA-4457-A41C-FAABB1B1B4CD}" dt="2021-08-08T14:44:27.987" v="337" actId="14100"/>
        <pc:sldMkLst>
          <pc:docMk/>
          <pc:sldMk cId="390152403" sldId="307"/>
        </pc:sldMkLst>
        <pc:picChg chg="add del mod">
          <ac:chgData name="Guilherme Micota Stipp" userId="7d8a6ee1e82349c3" providerId="LiveId" clId="{D0FE7477-1CBA-4457-A41C-FAABB1B1B4CD}" dt="2021-08-08T14:44:02.133" v="315" actId="478"/>
          <ac:picMkLst>
            <pc:docMk/>
            <pc:sldMk cId="390152403" sldId="307"/>
            <ac:picMk id="8" creationId="{6D5B11D6-3FD1-43C9-A03F-12EF98CF2856}"/>
          </ac:picMkLst>
        </pc:picChg>
        <pc:picChg chg="add mod">
          <ac:chgData name="Guilherme Micota Stipp" userId="7d8a6ee1e82349c3" providerId="LiveId" clId="{D0FE7477-1CBA-4457-A41C-FAABB1B1B4CD}" dt="2021-08-08T14:44:27.987" v="337" actId="14100"/>
          <ac:picMkLst>
            <pc:docMk/>
            <pc:sldMk cId="390152403" sldId="307"/>
            <ac:picMk id="12" creationId="{BFB76A62-7EFA-4AF6-A7E4-DAA4F232836C}"/>
          </ac:picMkLst>
        </pc:picChg>
        <pc:picChg chg="del">
          <ac:chgData name="Guilherme Micota Stipp" userId="7d8a6ee1e82349c3" providerId="LiveId" clId="{D0FE7477-1CBA-4457-A41C-FAABB1B1B4CD}" dt="2021-08-08T14:23:00.938" v="280" actId="478"/>
          <ac:picMkLst>
            <pc:docMk/>
            <pc:sldMk cId="390152403" sldId="307"/>
            <ac:picMk id="15" creationId="{96406E5E-12FE-4998-A61D-D2616E62E91A}"/>
          </ac:picMkLst>
        </pc:picChg>
      </pc:sldChg>
      <pc:sldChg chg="del">
        <pc:chgData name="Guilherme Micota Stipp" userId="7d8a6ee1e82349c3" providerId="LiveId" clId="{D0FE7477-1CBA-4457-A41C-FAABB1B1B4CD}" dt="2021-08-06T20:36:44.357" v="6" actId="47"/>
        <pc:sldMkLst>
          <pc:docMk/>
          <pc:sldMk cId="3035102738" sldId="307"/>
        </pc:sldMkLst>
      </pc:sldChg>
    </pc:docChg>
  </pc:docChgLst>
  <pc:docChgLst>
    <pc:chgData name="Guilherme Micota Stipp" userId="7d8a6ee1e82349c3" providerId="LiveId" clId="{816C9392-DC6B-49F2-BD25-79A89E3350EC}"/>
    <pc:docChg chg="custSel addSld delSld modSld">
      <pc:chgData name="Guilherme Micota Stipp" userId="7d8a6ee1e82349c3" providerId="LiveId" clId="{816C9392-DC6B-49F2-BD25-79A89E3350EC}" dt="2021-08-22T23:33:47.046" v="272" actId="14100"/>
      <pc:docMkLst>
        <pc:docMk/>
      </pc:docMkLst>
      <pc:sldChg chg="addSp delSp modSp mod">
        <pc:chgData name="Guilherme Micota Stipp" userId="7d8a6ee1e82349c3" providerId="LiveId" clId="{816C9392-DC6B-49F2-BD25-79A89E3350EC}" dt="2021-08-22T22:21:15.346" v="28" actId="14100"/>
        <pc:sldMkLst>
          <pc:docMk/>
          <pc:sldMk cId="1259924771" sldId="299"/>
        </pc:sldMkLst>
        <pc:picChg chg="add mod">
          <ac:chgData name="Guilherme Micota Stipp" userId="7d8a6ee1e82349c3" providerId="LiveId" clId="{816C9392-DC6B-49F2-BD25-79A89E3350EC}" dt="2021-08-22T22:21:15.346" v="28" actId="14100"/>
          <ac:picMkLst>
            <pc:docMk/>
            <pc:sldMk cId="1259924771" sldId="299"/>
            <ac:picMk id="8" creationId="{53EFEA50-9ECC-4899-BC9E-FDEE2BFF79A6}"/>
          </ac:picMkLst>
        </pc:picChg>
        <pc:picChg chg="del">
          <ac:chgData name="Guilherme Micota Stipp" userId="7d8a6ee1e82349c3" providerId="LiveId" clId="{816C9392-DC6B-49F2-BD25-79A89E3350EC}" dt="2021-08-22T22:20:55.990" v="16" actId="478"/>
          <ac:picMkLst>
            <pc:docMk/>
            <pc:sldMk cId="1259924771" sldId="299"/>
            <ac:picMk id="13" creationId="{21B52C20-70F2-420D-903C-2D38A7AF706A}"/>
          </ac:picMkLst>
        </pc:picChg>
      </pc:sldChg>
      <pc:sldChg chg="del">
        <pc:chgData name="Guilherme Micota Stipp" userId="7d8a6ee1e82349c3" providerId="LiveId" clId="{816C9392-DC6B-49F2-BD25-79A89E3350EC}" dt="2021-08-22T22:20:05.864" v="0" actId="47"/>
        <pc:sldMkLst>
          <pc:docMk/>
          <pc:sldMk cId="3799452706" sldId="303"/>
        </pc:sldMkLst>
      </pc:sldChg>
      <pc:sldChg chg="addSp delSp modSp mod">
        <pc:chgData name="Guilherme Micota Stipp" userId="7d8a6ee1e82349c3" providerId="LiveId" clId="{816C9392-DC6B-49F2-BD25-79A89E3350EC}" dt="2021-08-22T23:06:34.024" v="109" actId="20577"/>
        <pc:sldMkLst>
          <pc:docMk/>
          <pc:sldMk cId="506162975" sldId="304"/>
        </pc:sldMkLst>
        <pc:spChg chg="mod">
          <ac:chgData name="Guilherme Micota Stipp" userId="7d8a6ee1e82349c3" providerId="LiveId" clId="{816C9392-DC6B-49F2-BD25-79A89E3350EC}" dt="2021-08-22T23:06:34.024" v="109" actId="20577"/>
          <ac:spMkLst>
            <pc:docMk/>
            <pc:sldMk cId="506162975" sldId="304"/>
            <ac:spMk id="10" creationId="{0DC30F15-2778-418E-A2EF-BEAEC6F95C4E}"/>
          </ac:spMkLst>
        </pc:spChg>
        <pc:picChg chg="add del mod">
          <ac:chgData name="Guilherme Micota Stipp" userId="7d8a6ee1e82349c3" providerId="LiveId" clId="{816C9392-DC6B-49F2-BD25-79A89E3350EC}" dt="2021-08-22T23:05:20.327" v="30" actId="478"/>
          <ac:picMkLst>
            <pc:docMk/>
            <pc:sldMk cId="506162975" sldId="304"/>
            <ac:picMk id="8" creationId="{315C4232-7004-409F-A4D7-43390C01853A}"/>
          </ac:picMkLst>
        </pc:picChg>
        <pc:picChg chg="add mod">
          <ac:chgData name="Guilherme Micota Stipp" userId="7d8a6ee1e82349c3" providerId="LiveId" clId="{816C9392-DC6B-49F2-BD25-79A89E3350EC}" dt="2021-08-22T23:05:59.780" v="55" actId="14100"/>
          <ac:picMkLst>
            <pc:docMk/>
            <pc:sldMk cId="506162975" sldId="304"/>
            <ac:picMk id="12" creationId="{EAF6C38C-C361-476A-A9E1-385A6A03955C}"/>
          </ac:picMkLst>
        </pc:picChg>
        <pc:picChg chg="del">
          <ac:chgData name="Guilherme Micota Stipp" userId="7d8a6ee1e82349c3" providerId="LiveId" clId="{816C9392-DC6B-49F2-BD25-79A89E3350EC}" dt="2021-08-22T22:20:17.920" v="4" actId="478"/>
          <ac:picMkLst>
            <pc:docMk/>
            <pc:sldMk cId="506162975" sldId="304"/>
            <ac:picMk id="13" creationId="{3BE7FDFD-ECC9-4329-8C05-9DFC46E0E7F5}"/>
          </ac:picMkLst>
        </pc:picChg>
        <pc:picChg chg="add mod">
          <ac:chgData name="Guilherme Micota Stipp" userId="7d8a6ee1e82349c3" providerId="LiveId" clId="{816C9392-DC6B-49F2-BD25-79A89E3350EC}" dt="2021-08-22T23:05:38.222" v="47" actId="14100"/>
          <ac:picMkLst>
            <pc:docMk/>
            <pc:sldMk cId="506162975" sldId="304"/>
            <ac:picMk id="15" creationId="{86AF9481-F03E-484B-86F5-5D201F00D80C}"/>
          </ac:picMkLst>
        </pc:picChg>
      </pc:sldChg>
      <pc:sldChg chg="add">
        <pc:chgData name="Guilherme Micota Stipp" userId="7d8a6ee1e82349c3" providerId="LiveId" clId="{816C9392-DC6B-49F2-BD25-79A89E3350EC}" dt="2021-08-22T23:05:18.513" v="29" actId="2890"/>
        <pc:sldMkLst>
          <pc:docMk/>
          <pc:sldMk cId="1999761834" sldId="305"/>
        </pc:sldMkLst>
      </pc:sldChg>
      <pc:sldChg chg="del">
        <pc:chgData name="Guilherme Micota Stipp" userId="7d8a6ee1e82349c3" providerId="LiveId" clId="{816C9392-DC6B-49F2-BD25-79A89E3350EC}" dt="2021-08-22T22:20:07.729" v="2" actId="47"/>
        <pc:sldMkLst>
          <pc:docMk/>
          <pc:sldMk cId="2495933832" sldId="305"/>
        </pc:sldMkLst>
      </pc:sldChg>
      <pc:sldChg chg="addSp delSp modSp add mod">
        <pc:chgData name="Guilherme Micota Stipp" userId="7d8a6ee1e82349c3" providerId="LiveId" clId="{816C9392-DC6B-49F2-BD25-79A89E3350EC}" dt="2021-08-22T23:23:04.532" v="165" actId="20577"/>
        <pc:sldMkLst>
          <pc:docMk/>
          <pc:sldMk cId="1648767426" sldId="306"/>
        </pc:sldMkLst>
        <pc:spChg chg="mod">
          <ac:chgData name="Guilherme Micota Stipp" userId="7d8a6ee1e82349c3" providerId="LiveId" clId="{816C9392-DC6B-49F2-BD25-79A89E3350EC}" dt="2021-08-22T23:23:04.532" v="165" actId="20577"/>
          <ac:spMkLst>
            <pc:docMk/>
            <pc:sldMk cId="1648767426" sldId="306"/>
            <ac:spMk id="10" creationId="{0DC30F15-2778-418E-A2EF-BEAEC6F95C4E}"/>
          </ac:spMkLst>
        </pc:spChg>
        <pc:picChg chg="add del mod">
          <ac:chgData name="Guilherme Micota Stipp" userId="7d8a6ee1e82349c3" providerId="LiveId" clId="{816C9392-DC6B-49F2-BD25-79A89E3350EC}" dt="2021-08-22T23:21:59.307" v="124" actId="478"/>
          <ac:picMkLst>
            <pc:docMk/>
            <pc:sldMk cId="1648767426" sldId="306"/>
            <ac:picMk id="8" creationId="{A1692959-A772-4F84-AF00-DA98A6C18ECF}"/>
          </ac:picMkLst>
        </pc:picChg>
        <pc:picChg chg="del">
          <ac:chgData name="Guilherme Micota Stipp" userId="7d8a6ee1e82349c3" providerId="LiveId" clId="{816C9392-DC6B-49F2-BD25-79A89E3350EC}" dt="2021-08-22T23:06:43.483" v="114" actId="478"/>
          <ac:picMkLst>
            <pc:docMk/>
            <pc:sldMk cId="1648767426" sldId="306"/>
            <ac:picMk id="12" creationId="{EAF6C38C-C361-476A-A9E1-385A6A03955C}"/>
          </ac:picMkLst>
        </pc:picChg>
        <pc:picChg chg="add del mod">
          <ac:chgData name="Guilherme Micota Stipp" userId="7d8a6ee1e82349c3" providerId="LiveId" clId="{816C9392-DC6B-49F2-BD25-79A89E3350EC}" dt="2021-08-22T23:22:21.112" v="131" actId="478"/>
          <ac:picMkLst>
            <pc:docMk/>
            <pc:sldMk cId="1648767426" sldId="306"/>
            <ac:picMk id="13" creationId="{8EBBFE87-4C26-407E-BF77-B0E404FCF396}"/>
          </ac:picMkLst>
        </pc:picChg>
        <pc:picChg chg="del">
          <ac:chgData name="Guilherme Micota Stipp" userId="7d8a6ee1e82349c3" providerId="LiveId" clId="{816C9392-DC6B-49F2-BD25-79A89E3350EC}" dt="2021-08-22T23:06:42.920" v="113" actId="478"/>
          <ac:picMkLst>
            <pc:docMk/>
            <pc:sldMk cId="1648767426" sldId="306"/>
            <ac:picMk id="15" creationId="{86AF9481-F03E-484B-86F5-5D201F00D80C}"/>
          </ac:picMkLst>
        </pc:picChg>
        <pc:picChg chg="add mod">
          <ac:chgData name="Guilherme Micota Stipp" userId="7d8a6ee1e82349c3" providerId="LiveId" clId="{816C9392-DC6B-49F2-BD25-79A89E3350EC}" dt="2021-08-22T23:22:48.997" v="145" actId="14100"/>
          <ac:picMkLst>
            <pc:docMk/>
            <pc:sldMk cId="1648767426" sldId="306"/>
            <ac:picMk id="16" creationId="{8E0B5C02-DE32-4B13-B290-B241583A0BFB}"/>
          </ac:picMkLst>
        </pc:picChg>
      </pc:sldChg>
      <pc:sldChg chg="del">
        <pc:chgData name="Guilherme Micota Stipp" userId="7d8a6ee1e82349c3" providerId="LiveId" clId="{816C9392-DC6B-49F2-BD25-79A89E3350EC}" dt="2021-08-22T22:20:06.311" v="1" actId="47"/>
        <pc:sldMkLst>
          <pc:docMk/>
          <pc:sldMk cId="3555568433" sldId="306"/>
        </pc:sldMkLst>
      </pc:sldChg>
      <pc:sldChg chg="addSp delSp modSp add mod">
        <pc:chgData name="Guilherme Micota Stipp" userId="7d8a6ee1e82349c3" providerId="LiveId" clId="{816C9392-DC6B-49F2-BD25-79A89E3350EC}" dt="2021-08-22T23:33:47.046" v="272" actId="14100"/>
        <pc:sldMkLst>
          <pc:docMk/>
          <pc:sldMk cId="977720004" sldId="307"/>
        </pc:sldMkLst>
        <pc:spChg chg="mod">
          <ac:chgData name="Guilherme Micota Stipp" userId="7d8a6ee1e82349c3" providerId="LiveId" clId="{816C9392-DC6B-49F2-BD25-79A89E3350EC}" dt="2021-08-22T23:23:20.958" v="222" actId="20577"/>
          <ac:spMkLst>
            <pc:docMk/>
            <pc:sldMk cId="977720004" sldId="307"/>
            <ac:spMk id="10" creationId="{0DC30F15-2778-418E-A2EF-BEAEC6F95C4E}"/>
          </ac:spMkLst>
        </pc:spChg>
        <pc:picChg chg="add del mod">
          <ac:chgData name="Guilherme Micota Stipp" userId="7d8a6ee1e82349c3" providerId="LiveId" clId="{816C9392-DC6B-49F2-BD25-79A89E3350EC}" dt="2021-08-22T23:33:21.554" v="260" actId="478"/>
          <ac:picMkLst>
            <pc:docMk/>
            <pc:sldMk cId="977720004" sldId="307"/>
            <ac:picMk id="8" creationId="{D6AE9FDB-C7E3-4E5E-AE62-97493C220EC8}"/>
          </ac:picMkLst>
        </pc:picChg>
        <pc:picChg chg="del">
          <ac:chgData name="Guilherme Micota Stipp" userId="7d8a6ee1e82349c3" providerId="LiveId" clId="{816C9392-DC6B-49F2-BD25-79A89E3350EC}" dt="2021-08-22T23:06:45.229" v="116" actId="478"/>
          <ac:picMkLst>
            <pc:docMk/>
            <pc:sldMk cId="977720004" sldId="307"/>
            <ac:picMk id="12" creationId="{EAF6C38C-C361-476A-A9E1-385A6A03955C}"/>
          </ac:picMkLst>
        </pc:picChg>
        <pc:picChg chg="add mod">
          <ac:chgData name="Guilherme Micota Stipp" userId="7d8a6ee1e82349c3" providerId="LiveId" clId="{816C9392-DC6B-49F2-BD25-79A89E3350EC}" dt="2021-08-22T23:33:47.046" v="272" actId="14100"/>
          <ac:picMkLst>
            <pc:docMk/>
            <pc:sldMk cId="977720004" sldId="307"/>
            <ac:picMk id="13" creationId="{C6D1E093-2D36-403B-9CEB-94D1B5A44DA0}"/>
          </ac:picMkLst>
        </pc:picChg>
        <pc:picChg chg="del">
          <ac:chgData name="Guilherme Micota Stipp" userId="7d8a6ee1e82349c3" providerId="LiveId" clId="{816C9392-DC6B-49F2-BD25-79A89E3350EC}" dt="2021-08-22T23:06:44.805" v="115" actId="478"/>
          <ac:picMkLst>
            <pc:docMk/>
            <pc:sldMk cId="977720004" sldId="307"/>
            <ac:picMk id="15" creationId="{86AF9481-F03E-484B-86F5-5D201F00D80C}"/>
          </ac:picMkLst>
        </pc:picChg>
      </pc:sldChg>
      <pc:sldChg chg="del">
        <pc:chgData name="Guilherme Micota Stipp" userId="7d8a6ee1e82349c3" providerId="LiveId" clId="{816C9392-DC6B-49F2-BD25-79A89E3350EC}" dt="2021-08-22T22:20:09.671" v="3" actId="47"/>
        <pc:sldMkLst>
          <pc:docMk/>
          <pc:sldMk cId="1758400221" sldId="307"/>
        </pc:sldMkLst>
      </pc:sldChg>
      <pc:sldChg chg="delSp modSp add del mod">
        <pc:chgData name="Guilherme Micota Stipp" userId="7d8a6ee1e82349c3" providerId="LiveId" clId="{816C9392-DC6B-49F2-BD25-79A89E3350EC}" dt="2021-08-22T23:23:23.377" v="223" actId="47"/>
        <pc:sldMkLst>
          <pc:docMk/>
          <pc:sldMk cId="1237472695" sldId="308"/>
        </pc:sldMkLst>
        <pc:picChg chg="del">
          <ac:chgData name="Guilherme Micota Stipp" userId="7d8a6ee1e82349c3" providerId="LiveId" clId="{816C9392-DC6B-49F2-BD25-79A89E3350EC}" dt="2021-08-22T23:06:47.317" v="119" actId="478"/>
          <ac:picMkLst>
            <pc:docMk/>
            <pc:sldMk cId="1237472695" sldId="308"/>
            <ac:picMk id="12" creationId="{EAF6C38C-C361-476A-A9E1-385A6A03955C}"/>
          </ac:picMkLst>
        </pc:picChg>
        <pc:picChg chg="del mod">
          <ac:chgData name="Guilherme Micota Stipp" userId="7d8a6ee1e82349c3" providerId="LiveId" clId="{816C9392-DC6B-49F2-BD25-79A89E3350EC}" dt="2021-08-22T23:06:46.883" v="118" actId="478"/>
          <ac:picMkLst>
            <pc:docMk/>
            <pc:sldMk cId="1237472695" sldId="308"/>
            <ac:picMk id="15" creationId="{86AF9481-F03E-484B-86F5-5D201F00D80C}"/>
          </ac:picMkLst>
        </pc:picChg>
      </pc:sldChg>
      <pc:sldChg chg="addSp modSp add mod">
        <pc:chgData name="Guilherme Micota Stipp" userId="7d8a6ee1e82349c3" providerId="LiveId" clId="{816C9392-DC6B-49F2-BD25-79A89E3350EC}" dt="2021-08-22T23:33:10.757" v="255" actId="14100"/>
        <pc:sldMkLst>
          <pc:docMk/>
          <pc:sldMk cId="2734755357" sldId="308"/>
        </pc:sldMkLst>
        <pc:spChg chg="mod">
          <ac:chgData name="Guilherme Micota Stipp" userId="7d8a6ee1e82349c3" providerId="LiveId" clId="{816C9392-DC6B-49F2-BD25-79A89E3350EC}" dt="2021-08-22T23:23:31.454" v="238" actId="20577"/>
          <ac:spMkLst>
            <pc:docMk/>
            <pc:sldMk cId="2734755357" sldId="308"/>
            <ac:spMk id="10" creationId="{0DC30F15-2778-418E-A2EF-BEAEC6F95C4E}"/>
          </ac:spMkLst>
        </pc:spChg>
        <pc:picChg chg="add mod">
          <ac:chgData name="Guilherme Micota Stipp" userId="7d8a6ee1e82349c3" providerId="LiveId" clId="{816C9392-DC6B-49F2-BD25-79A89E3350EC}" dt="2021-08-22T23:33:10.757" v="255" actId="14100"/>
          <ac:picMkLst>
            <pc:docMk/>
            <pc:sldMk cId="2734755357" sldId="308"/>
            <ac:picMk id="8" creationId="{DA6EBDA6-9A50-4BCA-AF94-7C0067EF1B87}"/>
          </ac:picMkLst>
        </pc:picChg>
      </pc:sldChg>
    </pc:docChg>
  </pc:docChgLst>
  <pc:docChgLst>
    <pc:chgData name="Guilherme Micota Stipp" userId="7d8a6ee1e82349c3" providerId="LiveId" clId="{52C71215-0410-42CC-91A3-67FB592F1964}"/>
    <pc:docChg chg="undo custSel addSld delSld modSld sldOrd">
      <pc:chgData name="Guilherme Micota Stipp" userId="7d8a6ee1e82349c3" providerId="LiveId" clId="{52C71215-0410-42CC-91A3-67FB592F1964}" dt="2022-03-28T15:00:06.404" v="864"/>
      <pc:docMkLst>
        <pc:docMk/>
      </pc:docMkLst>
      <pc:sldChg chg="modSp mod">
        <pc:chgData name="Guilherme Micota Stipp" userId="7d8a6ee1e82349c3" providerId="LiveId" clId="{52C71215-0410-42CC-91A3-67FB592F1964}" dt="2022-03-23T19:03:15.731" v="3" actId="20577"/>
        <pc:sldMkLst>
          <pc:docMk/>
          <pc:sldMk cId="3178680452" sldId="256"/>
        </pc:sldMkLst>
        <pc:spChg chg="mod">
          <ac:chgData name="Guilherme Micota Stipp" userId="7d8a6ee1e82349c3" providerId="LiveId" clId="{52C71215-0410-42CC-91A3-67FB592F1964}" dt="2022-03-23T19:03:15.731" v="3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52C71215-0410-42CC-91A3-67FB592F1964}" dt="2022-03-28T14:36:52.575" v="762" actId="20577"/>
        <pc:sldMkLst>
          <pc:docMk/>
          <pc:sldMk cId="4068793934" sldId="391"/>
        </pc:sldMkLst>
        <pc:spChg chg="mod">
          <ac:chgData name="Guilherme Micota Stipp" userId="7d8a6ee1e82349c3" providerId="LiveId" clId="{52C71215-0410-42CC-91A3-67FB592F1964}" dt="2022-03-28T14:36:52.575" v="762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addSp delSp modSp mod">
        <pc:chgData name="Guilherme Micota Stipp" userId="7d8a6ee1e82349c3" providerId="LiveId" clId="{52C71215-0410-42CC-91A3-67FB592F1964}" dt="2022-03-28T14:17:37.212" v="517" actId="14100"/>
        <pc:sldMkLst>
          <pc:docMk/>
          <pc:sldMk cId="419424506" sldId="404"/>
        </pc:sldMkLst>
        <pc:spChg chg="mod">
          <ac:chgData name="Guilherme Micota Stipp" userId="7d8a6ee1e82349c3" providerId="LiveId" clId="{52C71215-0410-42CC-91A3-67FB592F1964}" dt="2022-03-23T19:55:22.937" v="277" actId="20577"/>
          <ac:spMkLst>
            <pc:docMk/>
            <pc:sldMk cId="419424506" sldId="404"/>
            <ac:spMk id="10" creationId="{0DC30F15-2778-418E-A2EF-BEAEC6F95C4E}"/>
          </ac:spMkLst>
        </pc:spChg>
        <pc:picChg chg="add del mod">
          <ac:chgData name="Guilherme Micota Stipp" userId="7d8a6ee1e82349c3" providerId="LiveId" clId="{52C71215-0410-42CC-91A3-67FB592F1964}" dt="2022-03-23T19:48:10.203" v="114" actId="478"/>
          <ac:picMkLst>
            <pc:docMk/>
            <pc:sldMk cId="419424506" sldId="404"/>
            <ac:picMk id="8" creationId="{1579D9D6-9957-4BB3-9FCD-E61526BBDD39}"/>
          </ac:picMkLst>
        </pc:picChg>
        <pc:picChg chg="add del mod">
          <ac:chgData name="Guilherme Micota Stipp" userId="7d8a6ee1e82349c3" providerId="LiveId" clId="{52C71215-0410-42CC-91A3-67FB592F1964}" dt="2022-03-28T13:51:07.010" v="482" actId="478"/>
          <ac:picMkLst>
            <pc:docMk/>
            <pc:sldMk cId="419424506" sldId="404"/>
            <ac:picMk id="8" creationId="{572BAD92-BA1A-453E-BD95-FD54E16C925A}"/>
          </ac:picMkLst>
        </pc:picChg>
        <pc:picChg chg="add mod">
          <ac:chgData name="Guilherme Micota Stipp" userId="7d8a6ee1e82349c3" providerId="LiveId" clId="{52C71215-0410-42CC-91A3-67FB592F1964}" dt="2022-03-28T14:17:37.212" v="517" actId="14100"/>
          <ac:picMkLst>
            <pc:docMk/>
            <pc:sldMk cId="419424506" sldId="404"/>
            <ac:picMk id="11" creationId="{007B922B-2EBF-4D28-AB4D-2EF2A206FA7E}"/>
          </ac:picMkLst>
        </pc:picChg>
        <pc:picChg chg="add del mod">
          <ac:chgData name="Guilherme Micota Stipp" userId="7d8a6ee1e82349c3" providerId="LiveId" clId="{52C71215-0410-42CC-91A3-67FB592F1964}" dt="2022-03-23T19:55:14.767" v="266" actId="478"/>
          <ac:picMkLst>
            <pc:docMk/>
            <pc:sldMk cId="419424506" sldId="404"/>
            <ac:picMk id="12" creationId="{57B2CB8E-200A-441B-A6B7-356673F7C7DB}"/>
          </ac:picMkLst>
        </pc:picChg>
        <pc:picChg chg="del">
          <ac:chgData name="Guilherme Micota Stipp" userId="7d8a6ee1e82349c3" providerId="LiveId" clId="{52C71215-0410-42CC-91A3-67FB592F1964}" dt="2022-03-23T19:03:47.730" v="68" actId="478"/>
          <ac:picMkLst>
            <pc:docMk/>
            <pc:sldMk cId="419424506" sldId="404"/>
            <ac:picMk id="13" creationId="{D9E3A8FC-09FB-48C2-9E4F-C9A7E8FC6F47}"/>
          </ac:picMkLst>
        </pc:picChg>
        <pc:picChg chg="add del mod">
          <ac:chgData name="Guilherme Micota Stipp" userId="7d8a6ee1e82349c3" providerId="LiveId" clId="{52C71215-0410-42CC-91A3-67FB592F1964}" dt="2022-03-25T22:14:57.565" v="315" actId="478"/>
          <ac:picMkLst>
            <pc:docMk/>
            <pc:sldMk cId="419424506" sldId="404"/>
            <ac:picMk id="14" creationId="{39DDFFCD-07BA-4288-AE4D-BAE93E91345E}"/>
          </ac:picMkLst>
        </pc:picChg>
      </pc:sldChg>
      <pc:sldChg chg="del">
        <pc:chgData name="Guilherme Micota Stipp" userId="7d8a6ee1e82349c3" providerId="LiveId" clId="{52C71215-0410-42CC-91A3-67FB592F1964}" dt="2022-03-23T19:03:51.060" v="73" actId="47"/>
        <pc:sldMkLst>
          <pc:docMk/>
          <pc:sldMk cId="1235640088" sldId="405"/>
        </pc:sldMkLst>
      </pc:sldChg>
      <pc:sldChg chg="addSp delSp modSp add mod">
        <pc:chgData name="Guilherme Micota Stipp" userId="7d8a6ee1e82349c3" providerId="LiveId" clId="{52C71215-0410-42CC-91A3-67FB592F1964}" dt="2022-03-28T13:31:31.276" v="478" actId="14100"/>
        <pc:sldMkLst>
          <pc:docMk/>
          <pc:sldMk cId="1340940839" sldId="405"/>
        </pc:sldMkLst>
        <pc:spChg chg="del">
          <ac:chgData name="Guilherme Micota Stipp" userId="7d8a6ee1e82349c3" providerId="LiveId" clId="{52C71215-0410-42CC-91A3-67FB592F1964}" dt="2022-03-23T19:54:18.126" v="251" actId="478"/>
          <ac:spMkLst>
            <pc:docMk/>
            <pc:sldMk cId="1340940839" sldId="405"/>
            <ac:spMk id="10" creationId="{0DC30F15-2778-418E-A2EF-BEAEC6F95C4E}"/>
          </ac:spMkLst>
        </pc:spChg>
        <pc:spChg chg="add mod">
          <ac:chgData name="Guilherme Micota Stipp" userId="7d8a6ee1e82349c3" providerId="LiveId" clId="{52C71215-0410-42CC-91A3-67FB592F1964}" dt="2022-03-23T19:54:18.393" v="252"/>
          <ac:spMkLst>
            <pc:docMk/>
            <pc:sldMk cId="1340940839" sldId="405"/>
            <ac:spMk id="13" creationId="{D0C9F8C4-BC80-439D-B398-B468E1969B13}"/>
          </ac:spMkLst>
        </pc:spChg>
        <pc:picChg chg="add del mod">
          <ac:chgData name="Guilherme Micota Stipp" userId="7d8a6ee1e82349c3" providerId="LiveId" clId="{52C71215-0410-42CC-91A3-67FB592F1964}" dt="2022-03-28T13:31:21.232" v="438" actId="478"/>
          <ac:picMkLst>
            <pc:docMk/>
            <pc:sldMk cId="1340940839" sldId="405"/>
            <ac:picMk id="8" creationId="{E7281D68-3909-430D-AA4A-D850C36D4EEE}"/>
          </ac:picMkLst>
        </pc:picChg>
        <pc:picChg chg="add mod">
          <ac:chgData name="Guilherme Micota Stipp" userId="7d8a6ee1e82349c3" providerId="LiveId" clId="{52C71215-0410-42CC-91A3-67FB592F1964}" dt="2022-03-28T13:31:31.276" v="478" actId="14100"/>
          <ac:picMkLst>
            <pc:docMk/>
            <pc:sldMk cId="1340940839" sldId="405"/>
            <ac:picMk id="10" creationId="{0BE85F1A-87E3-438D-B45F-9932AA5320B8}"/>
          </ac:picMkLst>
        </pc:picChg>
        <pc:picChg chg="del">
          <ac:chgData name="Guilherme Micota Stipp" userId="7d8a6ee1e82349c3" providerId="LiveId" clId="{52C71215-0410-42CC-91A3-67FB592F1964}" dt="2022-03-23T19:52:45.429" v="151" actId="478"/>
          <ac:picMkLst>
            <pc:docMk/>
            <pc:sldMk cId="1340940839" sldId="405"/>
            <ac:picMk id="12" creationId="{57B2CB8E-200A-441B-A6B7-356673F7C7DB}"/>
          </ac:picMkLst>
        </pc:picChg>
      </pc:sldChg>
      <pc:sldChg chg="addSp delSp modSp add mod">
        <pc:chgData name="Guilherme Micota Stipp" userId="7d8a6ee1e82349c3" providerId="LiveId" clId="{52C71215-0410-42CC-91A3-67FB592F1964}" dt="2022-03-25T22:21:00.390" v="389" actId="14100"/>
        <pc:sldMkLst>
          <pc:docMk/>
          <pc:sldMk cId="198684347" sldId="406"/>
        </pc:sldMkLst>
        <pc:picChg chg="add mod">
          <ac:chgData name="Guilherme Micota Stipp" userId="7d8a6ee1e82349c3" providerId="LiveId" clId="{52C71215-0410-42CC-91A3-67FB592F1964}" dt="2022-03-25T22:21:00.390" v="389" actId="14100"/>
          <ac:picMkLst>
            <pc:docMk/>
            <pc:sldMk cId="198684347" sldId="406"/>
            <ac:picMk id="8" creationId="{F7303657-319C-43FD-8EB7-B22B3EF201F5}"/>
          </ac:picMkLst>
        </pc:picChg>
        <pc:picChg chg="del">
          <ac:chgData name="Guilherme Micota Stipp" userId="7d8a6ee1e82349c3" providerId="LiveId" clId="{52C71215-0410-42CC-91A3-67FB592F1964}" dt="2022-03-25T22:20:50.930" v="350" actId="478"/>
          <ac:picMkLst>
            <pc:docMk/>
            <pc:sldMk cId="198684347" sldId="406"/>
            <ac:picMk id="12" creationId="{57B2CB8E-200A-441B-A6B7-356673F7C7DB}"/>
          </ac:picMkLst>
        </pc:picChg>
      </pc:sldChg>
      <pc:sldChg chg="del">
        <pc:chgData name="Guilherme Micota Stipp" userId="7d8a6ee1e82349c3" providerId="LiveId" clId="{52C71215-0410-42CC-91A3-67FB592F1964}" dt="2022-03-23T19:03:49.924" v="70" actId="47"/>
        <pc:sldMkLst>
          <pc:docMk/>
          <pc:sldMk cId="1856952310" sldId="406"/>
        </pc:sldMkLst>
      </pc:sldChg>
      <pc:sldChg chg="addSp delSp modSp add mod">
        <pc:chgData name="Guilherme Micota Stipp" userId="7d8a6ee1e82349c3" providerId="LiveId" clId="{52C71215-0410-42CC-91A3-67FB592F1964}" dt="2022-03-28T14:36:16.630" v="708" actId="14100"/>
        <pc:sldMkLst>
          <pc:docMk/>
          <pc:sldMk cId="632053246" sldId="407"/>
        </pc:sldMkLst>
        <pc:spChg chg="mod">
          <ac:chgData name="Guilherme Micota Stipp" userId="7d8a6ee1e82349c3" providerId="LiveId" clId="{52C71215-0410-42CC-91A3-67FB592F1964}" dt="2022-03-28T14:29:12.469" v="606" actId="20577"/>
          <ac:spMkLst>
            <pc:docMk/>
            <pc:sldMk cId="632053246" sldId="407"/>
            <ac:spMk id="13" creationId="{D0C9F8C4-BC80-439D-B398-B468E1969B13}"/>
          </ac:spMkLst>
        </pc:spChg>
        <pc:picChg chg="del">
          <ac:chgData name="Guilherme Micota Stipp" userId="7d8a6ee1e82349c3" providerId="LiveId" clId="{52C71215-0410-42CC-91A3-67FB592F1964}" dt="2022-03-28T13:23:07.807" v="391" actId="478"/>
          <ac:picMkLst>
            <pc:docMk/>
            <pc:sldMk cId="632053246" sldId="407"/>
            <ac:picMk id="8" creationId="{E7281D68-3909-430D-AA4A-D850C36D4EEE}"/>
          </ac:picMkLst>
        </pc:picChg>
        <pc:picChg chg="add del mod">
          <ac:chgData name="Guilherme Micota Stipp" userId="7d8a6ee1e82349c3" providerId="LiveId" clId="{52C71215-0410-42CC-91A3-67FB592F1964}" dt="2022-03-28T14:34:25.978" v="644" actId="478"/>
          <ac:picMkLst>
            <pc:docMk/>
            <pc:sldMk cId="632053246" sldId="407"/>
            <ac:picMk id="10" creationId="{7CBD25CF-A393-4573-A188-BE264A35CADB}"/>
          </ac:picMkLst>
        </pc:picChg>
        <pc:picChg chg="add del mod">
          <ac:chgData name="Guilherme Micota Stipp" userId="7d8a6ee1e82349c3" providerId="LiveId" clId="{52C71215-0410-42CC-91A3-67FB592F1964}" dt="2022-03-28T14:35:36.176" v="649" actId="478"/>
          <ac:picMkLst>
            <pc:docMk/>
            <pc:sldMk cId="632053246" sldId="407"/>
            <ac:picMk id="12" creationId="{47024661-CD1D-4A31-8BE0-DF9CF00C0307}"/>
          </ac:picMkLst>
        </pc:picChg>
        <pc:picChg chg="add del mod">
          <ac:chgData name="Guilherme Micota Stipp" userId="7d8a6ee1e82349c3" providerId="LiveId" clId="{52C71215-0410-42CC-91A3-67FB592F1964}" dt="2022-03-28T14:35:52.438" v="676" actId="478"/>
          <ac:picMkLst>
            <pc:docMk/>
            <pc:sldMk cId="632053246" sldId="407"/>
            <ac:picMk id="15" creationId="{8661F2B1-5BE4-4182-91F2-C8EE93446520}"/>
          </ac:picMkLst>
        </pc:picChg>
        <pc:picChg chg="add mod">
          <ac:chgData name="Guilherme Micota Stipp" userId="7d8a6ee1e82349c3" providerId="LiveId" clId="{52C71215-0410-42CC-91A3-67FB592F1964}" dt="2022-03-28T14:36:16.630" v="708" actId="14100"/>
          <ac:picMkLst>
            <pc:docMk/>
            <pc:sldMk cId="632053246" sldId="407"/>
            <ac:picMk id="17" creationId="{86361065-60D5-417A-B428-9AED42A3D2B0}"/>
          </ac:picMkLst>
        </pc:picChg>
      </pc:sldChg>
      <pc:sldChg chg="del">
        <pc:chgData name="Guilherme Micota Stipp" userId="7d8a6ee1e82349c3" providerId="LiveId" clId="{52C71215-0410-42CC-91A3-67FB592F1964}" dt="2022-03-23T19:03:50.230" v="71" actId="47"/>
        <pc:sldMkLst>
          <pc:docMk/>
          <pc:sldMk cId="4168202849" sldId="407"/>
        </pc:sldMkLst>
      </pc:sldChg>
      <pc:sldChg chg="add del">
        <pc:chgData name="Guilherme Micota Stipp" userId="7d8a6ee1e82349c3" providerId="LiveId" clId="{52C71215-0410-42CC-91A3-67FB592F1964}" dt="2022-03-28T13:50:34.822" v="480" actId="2890"/>
        <pc:sldMkLst>
          <pc:docMk/>
          <pc:sldMk cId="238982319" sldId="408"/>
        </pc:sldMkLst>
      </pc:sldChg>
      <pc:sldChg chg="add ord">
        <pc:chgData name="Guilherme Micota Stipp" userId="7d8a6ee1e82349c3" providerId="LiveId" clId="{52C71215-0410-42CC-91A3-67FB592F1964}" dt="2022-03-28T15:00:06.404" v="864"/>
        <pc:sldMkLst>
          <pc:docMk/>
          <pc:sldMk cId="1237419798" sldId="408"/>
        </pc:sldMkLst>
      </pc:sldChg>
      <pc:sldChg chg="del">
        <pc:chgData name="Guilherme Micota Stipp" userId="7d8a6ee1e82349c3" providerId="LiveId" clId="{52C71215-0410-42CC-91A3-67FB592F1964}" dt="2022-03-23T19:03:50.632" v="72" actId="47"/>
        <pc:sldMkLst>
          <pc:docMk/>
          <pc:sldMk cId="1873474459" sldId="408"/>
        </pc:sldMkLst>
      </pc:sldChg>
      <pc:sldChg chg="addSp delSp modSp add mod ord">
        <pc:chgData name="Guilherme Micota Stipp" userId="7d8a6ee1e82349c3" providerId="LiveId" clId="{52C71215-0410-42CC-91A3-67FB592F1964}" dt="2022-03-28T15:00:02.604" v="862"/>
        <pc:sldMkLst>
          <pc:docMk/>
          <pc:sldMk cId="696936244" sldId="409"/>
        </pc:sldMkLst>
        <pc:picChg chg="add mod">
          <ac:chgData name="Guilherme Micota Stipp" userId="7d8a6ee1e82349c3" providerId="LiveId" clId="{52C71215-0410-42CC-91A3-67FB592F1964}" dt="2022-03-28T14:20:23.254" v="553" actId="14100"/>
          <ac:picMkLst>
            <pc:docMk/>
            <pc:sldMk cId="696936244" sldId="409"/>
            <ac:picMk id="8" creationId="{446F68D4-8B08-4B6E-8FC1-4770714DB767}"/>
          </ac:picMkLst>
        </pc:picChg>
        <pc:picChg chg="del">
          <ac:chgData name="Guilherme Micota Stipp" userId="7d8a6ee1e82349c3" providerId="LiveId" clId="{52C71215-0410-42CC-91A3-67FB592F1964}" dt="2022-03-28T14:17:40.329" v="519" actId="478"/>
          <ac:picMkLst>
            <pc:docMk/>
            <pc:sldMk cId="696936244" sldId="409"/>
            <ac:picMk id="11" creationId="{007B922B-2EBF-4D28-AB4D-2EF2A206FA7E}"/>
          </ac:picMkLst>
        </pc:picChg>
      </pc:sldChg>
      <pc:sldChg chg="del">
        <pc:chgData name="Guilherme Micota Stipp" userId="7d8a6ee1e82349c3" providerId="LiveId" clId="{52C71215-0410-42CC-91A3-67FB592F1964}" dt="2022-03-23T19:03:49.588" v="69" actId="47"/>
        <pc:sldMkLst>
          <pc:docMk/>
          <pc:sldMk cId="2107163000" sldId="409"/>
        </pc:sldMkLst>
      </pc:sldChg>
      <pc:sldChg chg="del">
        <pc:chgData name="Guilherme Micota Stipp" userId="7d8a6ee1e82349c3" providerId="LiveId" clId="{52C71215-0410-42CC-91A3-67FB592F1964}" dt="2022-03-23T19:03:51.439" v="74" actId="47"/>
        <pc:sldMkLst>
          <pc:docMk/>
          <pc:sldMk cId="2121178946" sldId="410"/>
        </pc:sldMkLst>
      </pc:sldChg>
      <pc:sldChg chg="addSp delSp modSp add mod">
        <pc:chgData name="Guilherme Micota Stipp" userId="7d8a6ee1e82349c3" providerId="LiveId" clId="{52C71215-0410-42CC-91A3-67FB592F1964}" dt="2022-03-28T14:22:20.448" v="590" actId="14100"/>
        <pc:sldMkLst>
          <pc:docMk/>
          <pc:sldMk cId="3122947200" sldId="410"/>
        </pc:sldMkLst>
        <pc:picChg chg="del">
          <ac:chgData name="Guilherme Micota Stipp" userId="7d8a6ee1e82349c3" providerId="LiveId" clId="{52C71215-0410-42CC-91A3-67FB592F1964}" dt="2022-03-28T14:20:29.243" v="555" actId="478"/>
          <ac:picMkLst>
            <pc:docMk/>
            <pc:sldMk cId="3122947200" sldId="410"/>
            <ac:picMk id="8" creationId="{446F68D4-8B08-4B6E-8FC1-4770714DB767}"/>
          </ac:picMkLst>
        </pc:picChg>
        <pc:picChg chg="add mod">
          <ac:chgData name="Guilherme Micota Stipp" userId="7d8a6ee1e82349c3" providerId="LiveId" clId="{52C71215-0410-42CC-91A3-67FB592F1964}" dt="2022-03-28T14:22:20.448" v="590" actId="14100"/>
          <ac:picMkLst>
            <pc:docMk/>
            <pc:sldMk cId="3122947200" sldId="410"/>
            <ac:picMk id="11" creationId="{1B9327A1-2A93-4004-A78D-415F930BDE35}"/>
          </ac:picMkLst>
        </pc:picChg>
      </pc:sldChg>
      <pc:sldChg chg="addSp delSp modSp add mod">
        <pc:chgData name="Guilherme Micota Stipp" userId="7d8a6ee1e82349c3" providerId="LiveId" clId="{52C71215-0410-42CC-91A3-67FB592F1964}" dt="2022-03-28T14:56:10.913" v="820" actId="14100"/>
        <pc:sldMkLst>
          <pc:docMk/>
          <pc:sldMk cId="568719039" sldId="411"/>
        </pc:sldMkLst>
        <pc:spChg chg="mod">
          <ac:chgData name="Guilherme Micota Stipp" userId="7d8a6ee1e82349c3" providerId="LiveId" clId="{52C71215-0410-42CC-91A3-67FB592F1964}" dt="2022-03-28T14:36:29.424" v="717" actId="20577"/>
          <ac:spMkLst>
            <pc:docMk/>
            <pc:sldMk cId="568719039" sldId="411"/>
            <ac:spMk id="13" creationId="{D0C9F8C4-BC80-439D-B398-B468E1969B13}"/>
          </ac:spMkLst>
        </pc:spChg>
        <pc:picChg chg="add mod">
          <ac:chgData name="Guilherme Micota Stipp" userId="7d8a6ee1e82349c3" providerId="LiveId" clId="{52C71215-0410-42CC-91A3-67FB592F1964}" dt="2022-03-28T14:56:10.913" v="820" actId="14100"/>
          <ac:picMkLst>
            <pc:docMk/>
            <pc:sldMk cId="568719039" sldId="411"/>
            <ac:picMk id="8" creationId="{03B4D003-44E5-4153-A3C6-C2B89D0CABEB}"/>
          </ac:picMkLst>
        </pc:picChg>
        <pc:picChg chg="del">
          <ac:chgData name="Guilherme Micota Stipp" userId="7d8a6ee1e82349c3" providerId="LiveId" clId="{52C71215-0410-42CC-91A3-67FB592F1964}" dt="2022-03-28T14:36:25.334" v="710" actId="478"/>
          <ac:picMkLst>
            <pc:docMk/>
            <pc:sldMk cId="568719039" sldId="411"/>
            <ac:picMk id="17" creationId="{86361065-60D5-417A-B428-9AED42A3D2B0}"/>
          </ac:picMkLst>
        </pc:picChg>
      </pc:sldChg>
      <pc:sldChg chg="del">
        <pc:chgData name="Guilherme Micota Stipp" userId="7d8a6ee1e82349c3" providerId="LiveId" clId="{52C71215-0410-42CC-91A3-67FB592F1964}" dt="2022-03-23T19:03:52.057" v="75" actId="47"/>
        <pc:sldMkLst>
          <pc:docMk/>
          <pc:sldMk cId="844899349" sldId="411"/>
        </pc:sldMkLst>
      </pc:sldChg>
      <pc:sldChg chg="addSp modSp add mod">
        <pc:chgData name="Guilherme Micota Stipp" userId="7d8a6ee1e82349c3" providerId="LiveId" clId="{52C71215-0410-42CC-91A3-67FB592F1964}" dt="2022-03-28T14:59:51.805" v="858" actId="14100"/>
        <pc:sldMkLst>
          <pc:docMk/>
          <pc:sldMk cId="4052973342" sldId="412"/>
        </pc:sldMkLst>
        <pc:spChg chg="mod">
          <ac:chgData name="Guilherme Micota Stipp" userId="7d8a6ee1e82349c3" providerId="LiveId" clId="{52C71215-0410-42CC-91A3-67FB592F1964}" dt="2022-03-28T14:37:04.322" v="787" actId="20577"/>
          <ac:spMkLst>
            <pc:docMk/>
            <pc:sldMk cId="4052973342" sldId="412"/>
            <ac:spMk id="13" creationId="{D0C9F8C4-BC80-439D-B398-B468E1969B13}"/>
          </ac:spMkLst>
        </pc:spChg>
        <pc:picChg chg="add mod">
          <ac:chgData name="Guilherme Micota Stipp" userId="7d8a6ee1e82349c3" providerId="LiveId" clId="{52C71215-0410-42CC-91A3-67FB592F1964}" dt="2022-03-28T14:59:51.805" v="858" actId="14100"/>
          <ac:picMkLst>
            <pc:docMk/>
            <pc:sldMk cId="4052973342" sldId="412"/>
            <ac:picMk id="8" creationId="{D37880E5-933A-49C1-BD65-74DBBF230047}"/>
          </ac:picMkLst>
        </pc:picChg>
      </pc:sldChg>
    </pc:docChg>
  </pc:docChgLst>
  <pc:docChgLst>
    <pc:chgData name="Guilherme Micota Stipp" userId="7d8a6ee1e82349c3" providerId="LiveId" clId="{135F189D-BB58-4607-9F1E-AB87A77F0DED}"/>
    <pc:docChg chg="custSel addSld modSld sldOrd">
      <pc:chgData name="Guilherme Micota Stipp" userId="7d8a6ee1e82349c3" providerId="LiveId" clId="{135F189D-BB58-4607-9F1E-AB87A77F0DED}" dt="2021-08-09T15:15:39.936" v="109" actId="14100"/>
      <pc:docMkLst>
        <pc:docMk/>
      </pc:docMkLst>
      <pc:sldChg chg="addSp delSp modSp add mod ord">
        <pc:chgData name="Guilherme Micota Stipp" userId="7d8a6ee1e82349c3" providerId="LiveId" clId="{135F189D-BB58-4607-9F1E-AB87A77F0DED}" dt="2021-08-09T15:15:39.936" v="109" actId="14100"/>
        <pc:sldMkLst>
          <pc:docMk/>
          <pc:sldMk cId="3637065003" sldId="308"/>
        </pc:sldMkLst>
        <pc:spChg chg="mod">
          <ac:chgData name="Guilherme Micota Stipp" userId="7d8a6ee1e82349c3" providerId="LiveId" clId="{135F189D-BB58-4607-9F1E-AB87A77F0DED}" dt="2021-08-09T15:14:37.674" v="66" actId="20577"/>
          <ac:spMkLst>
            <pc:docMk/>
            <pc:sldMk cId="3637065003" sldId="308"/>
            <ac:spMk id="10" creationId="{0DC30F15-2778-418E-A2EF-BEAEC6F95C4E}"/>
          </ac:spMkLst>
        </pc:spChg>
        <pc:picChg chg="add del mod">
          <ac:chgData name="Guilherme Micota Stipp" userId="7d8a6ee1e82349c3" providerId="LiveId" clId="{135F189D-BB58-4607-9F1E-AB87A77F0DED}" dt="2021-08-09T15:15:25.763" v="90" actId="478"/>
          <ac:picMkLst>
            <pc:docMk/>
            <pc:sldMk cId="3637065003" sldId="308"/>
            <ac:picMk id="8" creationId="{A8854BFB-1750-4794-86B4-3026FE51BF06}"/>
          </ac:picMkLst>
        </pc:picChg>
        <pc:picChg chg="del">
          <ac:chgData name="Guilherme Micota Stipp" userId="7d8a6ee1e82349c3" providerId="LiveId" clId="{135F189D-BB58-4607-9F1E-AB87A77F0DED}" dt="2021-08-09T15:14:39.072" v="67" actId="478"/>
          <ac:picMkLst>
            <pc:docMk/>
            <pc:sldMk cId="3637065003" sldId="308"/>
            <ac:picMk id="12" creationId="{BFB76A62-7EFA-4AF6-A7E4-DAA4F232836C}"/>
          </ac:picMkLst>
        </pc:picChg>
        <pc:picChg chg="add mod">
          <ac:chgData name="Guilherme Micota Stipp" userId="7d8a6ee1e82349c3" providerId="LiveId" clId="{135F189D-BB58-4607-9F1E-AB87A77F0DED}" dt="2021-08-09T15:15:39.936" v="109" actId="14100"/>
          <ac:picMkLst>
            <pc:docMk/>
            <pc:sldMk cId="3637065003" sldId="308"/>
            <ac:picMk id="13" creationId="{941FD49A-4596-446E-9F2C-477DDCC3E96E}"/>
          </ac:picMkLst>
        </pc:picChg>
      </pc:sldChg>
    </pc:docChg>
  </pc:docChgLst>
  <pc:docChgLst>
    <pc:chgData name="Guilherme Micota Stipp" userId="7d8a6ee1e82349c3" providerId="LiveId" clId="{CA950837-19E7-45E2-B4DC-980383851ED2}"/>
    <pc:docChg chg="custSel addSld delSld modSld sldOrd">
      <pc:chgData name="Guilherme Micota Stipp" userId="7d8a6ee1e82349c3" providerId="LiveId" clId="{CA950837-19E7-45E2-B4DC-980383851ED2}" dt="2022-04-18T18:10:50.789" v="1084" actId="14100"/>
      <pc:docMkLst>
        <pc:docMk/>
      </pc:docMkLst>
      <pc:sldChg chg="modSp mod">
        <pc:chgData name="Guilherme Micota Stipp" userId="7d8a6ee1e82349c3" providerId="LiveId" clId="{CA950837-19E7-45E2-B4DC-980383851ED2}" dt="2022-04-11T20:52:59.403" v="1" actId="20577"/>
        <pc:sldMkLst>
          <pc:docMk/>
          <pc:sldMk cId="3178680452" sldId="256"/>
        </pc:sldMkLst>
        <pc:spChg chg="mod">
          <ac:chgData name="Guilherme Micota Stipp" userId="7d8a6ee1e82349c3" providerId="LiveId" clId="{CA950837-19E7-45E2-B4DC-980383851ED2}" dt="2022-04-11T20:52:59.403" v="1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CA950837-19E7-45E2-B4DC-980383851ED2}" dt="2022-04-18T14:44:27.282" v="1007" actId="20577"/>
        <pc:sldMkLst>
          <pc:docMk/>
          <pc:sldMk cId="4068793934" sldId="391"/>
        </pc:sldMkLst>
        <pc:spChg chg="mod">
          <ac:chgData name="Guilherme Micota Stipp" userId="7d8a6ee1e82349c3" providerId="LiveId" clId="{CA950837-19E7-45E2-B4DC-980383851ED2}" dt="2022-04-18T14:44:27.282" v="1007" actId="20577"/>
          <ac:spMkLst>
            <pc:docMk/>
            <pc:sldMk cId="4068793934" sldId="391"/>
            <ac:spMk id="4" creationId="{2A67854E-8517-42A3-8969-210A77F2C314}"/>
          </ac:spMkLst>
        </pc:spChg>
        <pc:spChg chg="mod">
          <ac:chgData name="Guilherme Micota Stipp" userId="7d8a6ee1e82349c3" providerId="LiveId" clId="{CA950837-19E7-45E2-B4DC-980383851ED2}" dt="2022-04-18T14:44:17.716" v="1002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del">
        <pc:chgData name="Guilherme Micota Stipp" userId="7d8a6ee1e82349c3" providerId="LiveId" clId="{CA950837-19E7-45E2-B4DC-980383851ED2}" dt="2022-04-11T20:53:19.974" v="22" actId="47"/>
        <pc:sldMkLst>
          <pc:docMk/>
          <pc:sldMk cId="4052973342" sldId="412"/>
        </pc:sldMkLst>
      </pc:sldChg>
      <pc:sldChg chg="del">
        <pc:chgData name="Guilherme Micota Stipp" userId="7d8a6ee1e82349c3" providerId="LiveId" clId="{CA950837-19E7-45E2-B4DC-980383851ED2}" dt="2022-04-11T20:53:21.113" v="24" actId="47"/>
        <pc:sldMkLst>
          <pc:docMk/>
          <pc:sldMk cId="843748332" sldId="413"/>
        </pc:sldMkLst>
      </pc:sldChg>
      <pc:sldChg chg="del">
        <pc:chgData name="Guilherme Micota Stipp" userId="7d8a6ee1e82349c3" providerId="LiveId" clId="{CA950837-19E7-45E2-B4DC-980383851ED2}" dt="2022-04-11T20:53:21.320" v="25" actId="47"/>
        <pc:sldMkLst>
          <pc:docMk/>
          <pc:sldMk cId="1904193970" sldId="414"/>
        </pc:sldMkLst>
      </pc:sldChg>
      <pc:sldChg chg="del">
        <pc:chgData name="Guilherme Micota Stipp" userId="7d8a6ee1e82349c3" providerId="LiveId" clId="{CA950837-19E7-45E2-B4DC-980383851ED2}" dt="2022-04-11T20:53:21.796" v="27" actId="47"/>
        <pc:sldMkLst>
          <pc:docMk/>
          <pc:sldMk cId="2432580426" sldId="415"/>
        </pc:sldMkLst>
      </pc:sldChg>
      <pc:sldChg chg="del">
        <pc:chgData name="Guilherme Micota Stipp" userId="7d8a6ee1e82349c3" providerId="LiveId" clId="{CA950837-19E7-45E2-B4DC-980383851ED2}" dt="2022-04-11T20:53:25.063" v="31" actId="47"/>
        <pc:sldMkLst>
          <pc:docMk/>
          <pc:sldMk cId="2440547869" sldId="416"/>
        </pc:sldMkLst>
      </pc:sldChg>
      <pc:sldChg chg="del">
        <pc:chgData name="Guilherme Micota Stipp" userId="7d8a6ee1e82349c3" providerId="LiveId" clId="{CA950837-19E7-45E2-B4DC-980383851ED2}" dt="2022-04-11T20:53:21.538" v="26" actId="47"/>
        <pc:sldMkLst>
          <pc:docMk/>
          <pc:sldMk cId="2047603373" sldId="417"/>
        </pc:sldMkLst>
      </pc:sldChg>
      <pc:sldChg chg="del">
        <pc:chgData name="Guilherme Micota Stipp" userId="7d8a6ee1e82349c3" providerId="LiveId" clId="{CA950837-19E7-45E2-B4DC-980383851ED2}" dt="2022-04-11T20:53:22.303" v="28" actId="47"/>
        <pc:sldMkLst>
          <pc:docMk/>
          <pc:sldMk cId="2207789214" sldId="418"/>
        </pc:sldMkLst>
      </pc:sldChg>
      <pc:sldChg chg="del">
        <pc:chgData name="Guilherme Micota Stipp" userId="7d8a6ee1e82349c3" providerId="LiveId" clId="{CA950837-19E7-45E2-B4DC-980383851ED2}" dt="2022-04-11T20:53:22.745" v="29" actId="47"/>
        <pc:sldMkLst>
          <pc:docMk/>
          <pc:sldMk cId="1041936525" sldId="419"/>
        </pc:sldMkLst>
      </pc:sldChg>
      <pc:sldChg chg="del">
        <pc:chgData name="Guilherme Micota Stipp" userId="7d8a6ee1e82349c3" providerId="LiveId" clId="{CA950837-19E7-45E2-B4DC-980383851ED2}" dt="2022-04-11T20:53:20.874" v="23" actId="47"/>
        <pc:sldMkLst>
          <pc:docMk/>
          <pc:sldMk cId="80572833" sldId="420"/>
        </pc:sldMkLst>
      </pc:sldChg>
      <pc:sldChg chg="del">
        <pc:chgData name="Guilherme Micota Stipp" userId="7d8a6ee1e82349c3" providerId="LiveId" clId="{CA950837-19E7-45E2-B4DC-980383851ED2}" dt="2022-04-11T20:53:23.562" v="30" actId="47"/>
        <pc:sldMkLst>
          <pc:docMk/>
          <pc:sldMk cId="3432167272" sldId="421"/>
        </pc:sldMkLst>
      </pc:sldChg>
      <pc:sldChg chg="addSp delSp modSp mod ord">
        <pc:chgData name="Guilherme Micota Stipp" userId="7d8a6ee1e82349c3" providerId="LiveId" clId="{CA950837-19E7-45E2-B4DC-980383851ED2}" dt="2022-04-18T18:10:50.789" v="1084" actId="14100"/>
        <pc:sldMkLst>
          <pc:docMk/>
          <pc:sldMk cId="1764788455" sldId="422"/>
        </pc:sldMkLst>
        <pc:spChg chg="mod">
          <ac:chgData name="Guilherme Micota Stipp" userId="7d8a6ee1e82349c3" providerId="LiveId" clId="{CA950837-19E7-45E2-B4DC-980383851ED2}" dt="2022-04-18T02:10:38.029" v="591" actId="20577"/>
          <ac:spMkLst>
            <pc:docMk/>
            <pc:sldMk cId="1764788455" sldId="422"/>
            <ac:spMk id="13" creationId="{D0C9F8C4-BC80-439D-B398-B468E1969B13}"/>
          </ac:spMkLst>
        </pc:spChg>
        <pc:picChg chg="add del mod">
          <ac:chgData name="Guilherme Micota Stipp" userId="7d8a6ee1e82349c3" providerId="LiveId" clId="{CA950837-19E7-45E2-B4DC-980383851ED2}" dt="2022-04-18T01:35:11.194" v="392" actId="478"/>
          <ac:picMkLst>
            <pc:docMk/>
            <pc:sldMk cId="1764788455" sldId="422"/>
            <ac:picMk id="8" creationId="{2D56FD9E-BD4E-4A71-8A56-6F6C67C616C2}"/>
          </ac:picMkLst>
        </pc:picChg>
        <pc:picChg chg="del">
          <ac:chgData name="Guilherme Micota Stipp" userId="7d8a6ee1e82349c3" providerId="LiveId" clId="{CA950837-19E7-45E2-B4DC-980383851ED2}" dt="2022-04-11T20:53:34.466" v="72" actId="478"/>
          <ac:picMkLst>
            <pc:docMk/>
            <pc:sldMk cId="1764788455" sldId="422"/>
            <ac:picMk id="8" creationId="{BA79C18D-9229-4C38-BD31-0E09EA9F9C2D}"/>
          </ac:picMkLst>
        </pc:picChg>
        <pc:picChg chg="add del mod">
          <ac:chgData name="Guilherme Micota Stipp" userId="7d8a6ee1e82349c3" providerId="LiveId" clId="{CA950837-19E7-45E2-B4DC-980383851ED2}" dt="2022-04-16T14:29:13.134" v="213" actId="478"/>
          <ac:picMkLst>
            <pc:docMk/>
            <pc:sldMk cId="1764788455" sldId="422"/>
            <ac:picMk id="8" creationId="{E13E6307-FCED-46D7-899F-912C14BD0666}"/>
          </ac:picMkLst>
        </pc:picChg>
        <pc:picChg chg="add del mod">
          <ac:chgData name="Guilherme Micota Stipp" userId="7d8a6ee1e82349c3" providerId="LiveId" clId="{CA950837-19E7-45E2-B4DC-980383851ED2}" dt="2022-04-18T18:10:30.356" v="1044" actId="478"/>
          <ac:picMkLst>
            <pc:docMk/>
            <pc:sldMk cId="1764788455" sldId="422"/>
            <ac:picMk id="8" creationId="{E3F7EC0A-F72C-4FB0-933E-1B4877A44E58}"/>
          </ac:picMkLst>
        </pc:picChg>
        <pc:picChg chg="add del mod">
          <ac:chgData name="Guilherme Micota Stipp" userId="7d8a6ee1e82349c3" providerId="LiveId" clId="{CA950837-19E7-45E2-B4DC-980383851ED2}" dt="2022-04-16T14:29:54.125" v="260" actId="478"/>
          <ac:picMkLst>
            <pc:docMk/>
            <pc:sldMk cId="1764788455" sldId="422"/>
            <ac:picMk id="10" creationId="{726AF323-8412-4A2C-82C2-EA1AB7C2AC8A}"/>
          </ac:picMkLst>
        </pc:picChg>
        <pc:picChg chg="add del mod">
          <ac:chgData name="Guilherme Micota Stipp" userId="7d8a6ee1e82349c3" providerId="LiveId" clId="{CA950837-19E7-45E2-B4DC-980383851ED2}" dt="2022-04-18T18:10:36.173" v="1046" actId="21"/>
          <ac:picMkLst>
            <pc:docMk/>
            <pc:sldMk cId="1764788455" sldId="422"/>
            <ac:picMk id="10" creationId="{897486B0-A202-43C3-96E9-BC684A773252}"/>
          </ac:picMkLst>
        </pc:picChg>
        <pc:picChg chg="add del mod">
          <ac:chgData name="Guilherme Micota Stipp" userId="7d8a6ee1e82349c3" providerId="LiveId" clId="{CA950837-19E7-45E2-B4DC-980383851ED2}" dt="2022-04-18T02:10:40.594" v="593" actId="478"/>
          <ac:picMkLst>
            <pc:docMk/>
            <pc:sldMk cId="1764788455" sldId="422"/>
            <ac:picMk id="11" creationId="{5D8DEC60-5810-4088-A07B-B640E1A08DD6}"/>
          </ac:picMkLst>
        </pc:picChg>
        <pc:picChg chg="add del mod">
          <ac:chgData name="Guilherme Micota Stipp" userId="7d8a6ee1e82349c3" providerId="LiveId" clId="{CA950837-19E7-45E2-B4DC-980383851ED2}" dt="2022-04-18T01:18:15.321" v="299" actId="478"/>
          <ac:picMkLst>
            <pc:docMk/>
            <pc:sldMk cId="1764788455" sldId="422"/>
            <ac:picMk id="12" creationId="{2B243C24-D68C-4CBC-BDE7-5F6ADF194EA3}"/>
          </ac:picMkLst>
        </pc:picChg>
        <pc:picChg chg="add mod">
          <ac:chgData name="Guilherme Micota Stipp" userId="7d8a6ee1e82349c3" providerId="LiveId" clId="{CA950837-19E7-45E2-B4DC-980383851ED2}" dt="2022-04-18T18:10:50.789" v="1084" actId="14100"/>
          <ac:picMkLst>
            <pc:docMk/>
            <pc:sldMk cId="1764788455" sldId="422"/>
            <ac:picMk id="12" creationId="{943056C3-A7E1-4517-A791-9D853E020D65}"/>
          </ac:picMkLst>
        </pc:picChg>
      </pc:sldChg>
      <pc:sldChg chg="modSp add mod">
        <pc:chgData name="Guilherme Micota Stipp" userId="7d8a6ee1e82349c3" providerId="LiveId" clId="{CA950837-19E7-45E2-B4DC-980383851ED2}" dt="2022-04-18T01:19:01.576" v="389" actId="20577"/>
        <pc:sldMkLst>
          <pc:docMk/>
          <pc:sldMk cId="4043828389" sldId="423"/>
        </pc:sldMkLst>
        <pc:spChg chg="mod">
          <ac:chgData name="Guilherme Micota Stipp" userId="7d8a6ee1e82349c3" providerId="LiveId" clId="{CA950837-19E7-45E2-B4DC-980383851ED2}" dt="2022-04-18T01:19:01.576" v="389" actId="20577"/>
          <ac:spMkLst>
            <pc:docMk/>
            <pc:sldMk cId="4043828389" sldId="423"/>
            <ac:spMk id="13" creationId="{D0C9F8C4-BC80-439D-B398-B468E1969B13}"/>
          </ac:spMkLst>
        </pc:spChg>
      </pc:sldChg>
      <pc:sldChg chg="addSp delSp modSp add mod">
        <pc:chgData name="Guilherme Micota Stipp" userId="7d8a6ee1e82349c3" providerId="LiveId" clId="{CA950837-19E7-45E2-B4DC-980383851ED2}" dt="2022-04-18T13:22:30.361" v="684" actId="20577"/>
        <pc:sldMkLst>
          <pc:docMk/>
          <pc:sldMk cId="3022939018" sldId="424"/>
        </pc:sldMkLst>
        <pc:spChg chg="mod">
          <ac:chgData name="Guilherme Micota Stipp" userId="7d8a6ee1e82349c3" providerId="LiveId" clId="{CA950837-19E7-45E2-B4DC-980383851ED2}" dt="2022-04-18T13:22:30.361" v="684" actId="20577"/>
          <ac:spMkLst>
            <pc:docMk/>
            <pc:sldMk cId="3022939018" sldId="424"/>
            <ac:spMk id="13" creationId="{D0C9F8C4-BC80-439D-B398-B468E1969B13}"/>
          </ac:spMkLst>
        </pc:spChg>
        <pc:picChg chg="add del mod">
          <ac:chgData name="Guilherme Micota Stipp" userId="7d8a6ee1e82349c3" providerId="LiveId" clId="{CA950837-19E7-45E2-B4DC-980383851ED2}" dt="2022-04-18T02:00:53.313" v="472" actId="478"/>
          <ac:picMkLst>
            <pc:docMk/>
            <pc:sldMk cId="3022939018" sldId="424"/>
            <ac:picMk id="8" creationId="{79D36E2F-2AE9-4568-AAC6-B0C446567E97}"/>
          </ac:picMkLst>
        </pc:picChg>
        <pc:picChg chg="add mod">
          <ac:chgData name="Guilherme Micota Stipp" userId="7d8a6ee1e82349c3" providerId="LiveId" clId="{CA950837-19E7-45E2-B4DC-980383851ED2}" dt="2022-04-18T02:01:16.626" v="507" actId="14100"/>
          <ac:picMkLst>
            <pc:docMk/>
            <pc:sldMk cId="3022939018" sldId="424"/>
            <ac:picMk id="11" creationId="{CB5946D6-B17D-4A2D-BE90-7ED39B6ED906}"/>
          </ac:picMkLst>
        </pc:picChg>
        <pc:picChg chg="del">
          <ac:chgData name="Guilherme Micota Stipp" userId="7d8a6ee1e82349c3" providerId="LiveId" clId="{CA950837-19E7-45E2-B4DC-980383851ED2}" dt="2022-04-18T01:58:01.692" v="434" actId="478"/>
          <ac:picMkLst>
            <pc:docMk/>
            <pc:sldMk cId="3022939018" sldId="424"/>
            <ac:picMk id="12" creationId="{2B243C24-D68C-4CBC-BDE7-5F6ADF194EA3}"/>
          </ac:picMkLst>
        </pc:picChg>
      </pc:sldChg>
      <pc:sldChg chg="delSp add del mod">
        <pc:chgData name="Guilherme Micota Stipp" userId="7d8a6ee1e82349c3" providerId="LiveId" clId="{CA950837-19E7-45E2-B4DC-980383851ED2}" dt="2022-04-18T01:36:40.365" v="432" actId="47"/>
        <pc:sldMkLst>
          <pc:docMk/>
          <pc:sldMk cId="3396228591" sldId="424"/>
        </pc:sldMkLst>
        <pc:picChg chg="del">
          <ac:chgData name="Guilherme Micota Stipp" userId="7d8a6ee1e82349c3" providerId="LiveId" clId="{CA950837-19E7-45E2-B4DC-980383851ED2}" dt="2022-04-18T01:19:07.378" v="391" actId="478"/>
          <ac:picMkLst>
            <pc:docMk/>
            <pc:sldMk cId="3396228591" sldId="424"/>
            <ac:picMk id="8" creationId="{2D56FD9E-BD4E-4A71-8A56-6F6C67C616C2}"/>
          </ac:picMkLst>
        </pc:picChg>
      </pc:sldChg>
      <pc:sldChg chg="addSp delSp modSp add mod">
        <pc:chgData name="Guilherme Micota Stipp" userId="7d8a6ee1e82349c3" providerId="LiveId" clId="{CA950837-19E7-45E2-B4DC-980383851ED2}" dt="2022-04-18T13:52:03.703" v="862" actId="14100"/>
        <pc:sldMkLst>
          <pc:docMk/>
          <pc:sldMk cId="3943345589" sldId="425"/>
        </pc:sldMkLst>
        <pc:spChg chg="mod">
          <ac:chgData name="Guilherme Micota Stipp" userId="7d8a6ee1e82349c3" providerId="LiveId" clId="{CA950837-19E7-45E2-B4DC-980383851ED2}" dt="2022-04-18T13:31:23.772" v="785" actId="20577"/>
          <ac:spMkLst>
            <pc:docMk/>
            <pc:sldMk cId="3943345589" sldId="425"/>
            <ac:spMk id="13" creationId="{D0C9F8C4-BC80-439D-B398-B468E1969B13}"/>
          </ac:spMkLst>
        </pc:spChg>
        <pc:picChg chg="add del mod">
          <ac:chgData name="Guilherme Micota Stipp" userId="7d8a6ee1e82349c3" providerId="LiveId" clId="{CA950837-19E7-45E2-B4DC-980383851ED2}" dt="2022-04-18T13:51:54.349" v="823" actId="478"/>
          <ac:picMkLst>
            <pc:docMk/>
            <pc:sldMk cId="3943345589" sldId="425"/>
            <ac:picMk id="8" creationId="{967774BC-B4CF-4F3F-91AF-7C3FB74E646B}"/>
          </ac:picMkLst>
        </pc:picChg>
        <pc:picChg chg="del">
          <ac:chgData name="Guilherme Micota Stipp" userId="7d8a6ee1e82349c3" providerId="LiveId" clId="{CA950837-19E7-45E2-B4DC-980383851ED2}" dt="2022-04-18T02:02:22.247" v="544" actId="478"/>
          <ac:picMkLst>
            <pc:docMk/>
            <pc:sldMk cId="3943345589" sldId="425"/>
            <ac:picMk id="11" creationId="{CB5946D6-B17D-4A2D-BE90-7ED39B6ED906}"/>
          </ac:picMkLst>
        </pc:picChg>
        <pc:picChg chg="add mod">
          <ac:chgData name="Guilherme Micota Stipp" userId="7d8a6ee1e82349c3" providerId="LiveId" clId="{CA950837-19E7-45E2-B4DC-980383851ED2}" dt="2022-04-18T13:52:03.703" v="862" actId="14100"/>
          <ac:picMkLst>
            <pc:docMk/>
            <pc:sldMk cId="3943345589" sldId="425"/>
            <ac:picMk id="11" creationId="{EFA18AF9-3097-4298-A030-3F9F3D9742C9}"/>
          </ac:picMkLst>
        </pc:picChg>
      </pc:sldChg>
      <pc:sldChg chg="add">
        <pc:chgData name="Guilherme Micota Stipp" userId="7d8a6ee1e82349c3" providerId="LiveId" clId="{CA950837-19E7-45E2-B4DC-980383851ED2}" dt="2022-04-18T02:10:23.167" v="557" actId="2890"/>
        <pc:sldMkLst>
          <pc:docMk/>
          <pc:sldMk cId="2114036910" sldId="426"/>
        </pc:sldMkLst>
      </pc:sldChg>
      <pc:sldChg chg="delSp modSp add del mod">
        <pc:chgData name="Guilherme Micota Stipp" userId="7d8a6ee1e82349c3" providerId="LiveId" clId="{CA950837-19E7-45E2-B4DC-980383851ED2}" dt="2022-04-18T13:24:57.281" v="711" actId="47"/>
        <pc:sldMkLst>
          <pc:docMk/>
          <pc:sldMk cId="1403680870" sldId="427"/>
        </pc:sldMkLst>
        <pc:spChg chg="mod">
          <ac:chgData name="Guilherme Micota Stipp" userId="7d8a6ee1e82349c3" providerId="LiveId" clId="{CA950837-19E7-45E2-B4DC-980383851ED2}" dt="2022-04-18T13:23:37.286" v="710"/>
          <ac:spMkLst>
            <pc:docMk/>
            <pc:sldMk cId="1403680870" sldId="427"/>
            <ac:spMk id="13" creationId="{D0C9F8C4-BC80-439D-B398-B468E1969B13}"/>
          </ac:spMkLst>
        </pc:spChg>
        <pc:picChg chg="del">
          <ac:chgData name="Guilherme Micota Stipp" userId="7d8a6ee1e82349c3" providerId="LiveId" clId="{CA950837-19E7-45E2-B4DC-980383851ED2}" dt="2022-04-18T13:23:22.262" v="686" actId="478"/>
          <ac:picMkLst>
            <pc:docMk/>
            <pc:sldMk cId="1403680870" sldId="427"/>
            <ac:picMk id="11" creationId="{CB5946D6-B17D-4A2D-BE90-7ED39B6ED906}"/>
          </ac:picMkLst>
        </pc:picChg>
      </pc:sldChg>
      <pc:sldChg chg="addSp modSp add mod">
        <pc:chgData name="Guilherme Micota Stipp" userId="7d8a6ee1e82349c3" providerId="LiveId" clId="{CA950837-19E7-45E2-B4DC-980383851ED2}" dt="2022-04-18T14:04:36.518" v="904" actId="14100"/>
        <pc:sldMkLst>
          <pc:docMk/>
          <pc:sldMk cId="2703827896" sldId="427"/>
        </pc:sldMkLst>
        <pc:picChg chg="add mod">
          <ac:chgData name="Guilherme Micota Stipp" userId="7d8a6ee1e82349c3" providerId="LiveId" clId="{CA950837-19E7-45E2-B4DC-980383851ED2}" dt="2022-04-18T14:04:36.518" v="904" actId="14100"/>
          <ac:picMkLst>
            <pc:docMk/>
            <pc:sldMk cId="2703827896" sldId="427"/>
            <ac:picMk id="8" creationId="{B2A606C0-E969-4C85-8A93-8E5C0714CB2F}"/>
          </ac:picMkLst>
        </pc:picChg>
      </pc:sldChg>
      <pc:sldChg chg="addSp delSp modSp add mod">
        <pc:chgData name="Guilherme Micota Stipp" userId="7d8a6ee1e82349c3" providerId="LiveId" clId="{CA950837-19E7-45E2-B4DC-980383851ED2}" dt="2022-04-18T14:43:24.467" v="969" actId="14100"/>
        <pc:sldMkLst>
          <pc:docMk/>
          <pc:sldMk cId="2597204670" sldId="428"/>
        </pc:sldMkLst>
        <pc:spChg chg="mod">
          <ac:chgData name="Guilherme Micota Stipp" userId="7d8a6ee1e82349c3" providerId="LiveId" clId="{CA950837-19E7-45E2-B4DC-980383851ED2}" dt="2022-04-18T14:06:36.398" v="931" actId="20577"/>
          <ac:spMkLst>
            <pc:docMk/>
            <pc:sldMk cId="2597204670" sldId="428"/>
            <ac:spMk id="13" creationId="{D0C9F8C4-BC80-439D-B398-B468E1969B13}"/>
          </ac:spMkLst>
        </pc:spChg>
        <pc:picChg chg="del">
          <ac:chgData name="Guilherme Micota Stipp" userId="7d8a6ee1e82349c3" providerId="LiveId" clId="{CA950837-19E7-45E2-B4DC-980383851ED2}" dt="2022-04-18T14:06:29.356" v="906" actId="478"/>
          <ac:picMkLst>
            <pc:docMk/>
            <pc:sldMk cId="2597204670" sldId="428"/>
            <ac:picMk id="8" creationId="{B2A606C0-E969-4C85-8A93-8E5C0714CB2F}"/>
          </ac:picMkLst>
        </pc:picChg>
        <pc:picChg chg="add mod">
          <ac:chgData name="Guilherme Micota Stipp" userId="7d8a6ee1e82349c3" providerId="LiveId" clId="{CA950837-19E7-45E2-B4DC-980383851ED2}" dt="2022-04-18T14:43:24.467" v="969" actId="14100"/>
          <ac:picMkLst>
            <pc:docMk/>
            <pc:sldMk cId="2597204670" sldId="428"/>
            <ac:picMk id="10" creationId="{3D58E193-878B-463F-B884-7D77FF206B24}"/>
          </ac:picMkLst>
        </pc:picChg>
      </pc:sldChg>
      <pc:sldChg chg="addSp delSp modSp add mod">
        <pc:chgData name="Guilherme Micota Stipp" userId="7d8a6ee1e82349c3" providerId="LiveId" clId="{CA950837-19E7-45E2-B4DC-980383851ED2}" dt="2022-04-18T18:08:22.965" v="1043" actId="14100"/>
        <pc:sldMkLst>
          <pc:docMk/>
          <pc:sldMk cId="2029549892" sldId="429"/>
        </pc:sldMkLst>
        <pc:picChg chg="add mod">
          <ac:chgData name="Guilherme Micota Stipp" userId="7d8a6ee1e82349c3" providerId="LiveId" clId="{CA950837-19E7-45E2-B4DC-980383851ED2}" dt="2022-04-18T18:08:22.965" v="1043" actId="14100"/>
          <ac:picMkLst>
            <pc:docMk/>
            <pc:sldMk cId="2029549892" sldId="429"/>
            <ac:picMk id="8" creationId="{CB6D3D75-3831-4CE0-899D-9DAE102D4FD2}"/>
          </ac:picMkLst>
        </pc:picChg>
        <pc:picChg chg="del">
          <ac:chgData name="Guilherme Micota Stipp" userId="7d8a6ee1e82349c3" providerId="LiveId" clId="{CA950837-19E7-45E2-B4DC-980383851ED2}" dt="2022-04-18T18:08:14.529" v="1009" actId="478"/>
          <ac:picMkLst>
            <pc:docMk/>
            <pc:sldMk cId="2029549892" sldId="429"/>
            <ac:picMk id="11" creationId="{5D8DEC60-5810-4088-A07B-B640E1A08DD6}"/>
          </ac:picMkLst>
        </pc:picChg>
      </pc:sldChg>
    </pc:docChg>
  </pc:docChgLst>
  <pc:docChgLst>
    <pc:chgData name="Guilherme Micota Stipp" userId="7d8a6ee1e82349c3" providerId="LiveId" clId="{CA88066A-11AB-4FE9-B1C2-8150FB1E6072}"/>
    <pc:docChg chg="custSel addSld delSld modSld sldOrd">
      <pc:chgData name="Guilherme Micota Stipp" userId="7d8a6ee1e82349c3" providerId="LiveId" clId="{CA88066A-11AB-4FE9-B1C2-8150FB1E6072}" dt="2022-01-03T14:53:18.543" v="1206" actId="14100"/>
      <pc:docMkLst>
        <pc:docMk/>
      </pc:docMkLst>
      <pc:sldChg chg="modSp mod">
        <pc:chgData name="Guilherme Micota Stipp" userId="7d8a6ee1e82349c3" providerId="LiveId" clId="{CA88066A-11AB-4FE9-B1C2-8150FB1E6072}" dt="2021-12-29T01:55:54.708" v="8" actId="20577"/>
        <pc:sldMkLst>
          <pc:docMk/>
          <pc:sldMk cId="3178680452" sldId="256"/>
        </pc:sldMkLst>
        <pc:spChg chg="mod">
          <ac:chgData name="Guilherme Micota Stipp" userId="7d8a6ee1e82349c3" providerId="LiveId" clId="{CA88066A-11AB-4FE9-B1C2-8150FB1E6072}" dt="2021-12-29T01:55:54.708" v="8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del">
        <pc:chgData name="Guilherme Micota Stipp" userId="7d8a6ee1e82349c3" providerId="LiveId" clId="{CA88066A-11AB-4FE9-B1C2-8150FB1E6072}" dt="2021-12-29T01:56:02.837" v="16" actId="47"/>
        <pc:sldMkLst>
          <pc:docMk/>
          <pc:sldMk cId="498397642" sldId="331"/>
        </pc:sldMkLst>
      </pc:sldChg>
      <pc:sldChg chg="addSp delSp modSp mod">
        <pc:chgData name="Guilherme Micota Stipp" userId="7d8a6ee1e82349c3" providerId="LiveId" clId="{CA88066A-11AB-4FE9-B1C2-8150FB1E6072}" dt="2022-01-03T13:59:58.758" v="1003" actId="14100"/>
        <pc:sldMkLst>
          <pc:docMk/>
          <pc:sldMk cId="2303623379" sldId="359"/>
        </pc:sldMkLst>
        <pc:spChg chg="mod">
          <ac:chgData name="Guilherme Micota Stipp" userId="7d8a6ee1e82349c3" providerId="LiveId" clId="{CA88066A-11AB-4FE9-B1C2-8150FB1E6072}" dt="2021-12-29T01:56:16.645" v="33" actId="20577"/>
          <ac:spMkLst>
            <pc:docMk/>
            <pc:sldMk cId="2303623379" sldId="359"/>
            <ac:spMk id="4" creationId="{2A67854E-8517-42A3-8969-210A77F2C314}"/>
          </ac:spMkLst>
        </pc:spChg>
        <pc:spChg chg="mod">
          <ac:chgData name="Guilherme Micota Stipp" userId="7d8a6ee1e82349c3" providerId="LiveId" clId="{CA88066A-11AB-4FE9-B1C2-8150FB1E6072}" dt="2021-12-29T02:53:36.946" v="267" actId="20577"/>
          <ac:spMkLst>
            <pc:docMk/>
            <pc:sldMk cId="2303623379" sldId="359"/>
            <ac:spMk id="10" creationId="{0DC30F15-2778-418E-A2EF-BEAEC6F95C4E}"/>
          </ac:spMkLst>
        </pc:spChg>
        <pc:picChg chg="add mod">
          <ac:chgData name="Guilherme Micota Stipp" userId="7d8a6ee1e82349c3" providerId="LiveId" clId="{CA88066A-11AB-4FE9-B1C2-8150FB1E6072}" dt="2022-01-03T13:59:58.758" v="1003" actId="14100"/>
          <ac:picMkLst>
            <pc:docMk/>
            <pc:sldMk cId="2303623379" sldId="359"/>
            <ac:picMk id="8" creationId="{82EBFAB2-2085-467B-B7A9-4949E200D89C}"/>
          </ac:picMkLst>
        </pc:picChg>
        <pc:picChg chg="add del mod ord">
          <ac:chgData name="Guilherme Micota Stipp" userId="7d8a6ee1e82349c3" providerId="LiveId" clId="{CA88066A-11AB-4FE9-B1C2-8150FB1E6072}" dt="2021-12-29T02:40:34.120" v="107" actId="478"/>
          <ac:picMkLst>
            <pc:docMk/>
            <pc:sldMk cId="2303623379" sldId="359"/>
            <ac:picMk id="8" creationId="{9D43E8AA-882C-4D7F-82F6-64EB5F601494}"/>
          </ac:picMkLst>
        </pc:picChg>
        <pc:picChg chg="add del mod ord">
          <ac:chgData name="Guilherme Micota Stipp" userId="7d8a6ee1e82349c3" providerId="LiveId" clId="{CA88066A-11AB-4FE9-B1C2-8150FB1E6072}" dt="2021-12-30T13:22:10.283" v="943" actId="478"/>
          <ac:picMkLst>
            <pc:docMk/>
            <pc:sldMk cId="2303623379" sldId="359"/>
            <ac:picMk id="8" creationId="{C9359574-71A7-4E8C-9751-D73291492F82}"/>
          </ac:picMkLst>
        </pc:picChg>
        <pc:picChg chg="add del mod">
          <ac:chgData name="Guilherme Micota Stipp" userId="7d8a6ee1e82349c3" providerId="LiveId" clId="{CA88066A-11AB-4FE9-B1C2-8150FB1E6072}" dt="2022-01-03T13:59:48.624" v="986" actId="478"/>
          <ac:picMkLst>
            <pc:docMk/>
            <pc:sldMk cId="2303623379" sldId="359"/>
            <ac:picMk id="11" creationId="{93240716-A165-4E85-ACD6-320F69C7F180}"/>
          </ac:picMkLst>
        </pc:picChg>
        <pc:picChg chg="del mod">
          <ac:chgData name="Guilherme Micota Stipp" userId="7d8a6ee1e82349c3" providerId="LiveId" clId="{CA88066A-11AB-4FE9-B1C2-8150FB1E6072}" dt="2021-12-29T01:56:25.504" v="35" actId="478"/>
          <ac:picMkLst>
            <pc:docMk/>
            <pc:sldMk cId="2303623379" sldId="359"/>
            <ac:picMk id="12" creationId="{F82C1D58-998B-465F-80D9-9173E9730D78}"/>
          </ac:picMkLst>
        </pc:picChg>
        <pc:picChg chg="add del mod ord">
          <ac:chgData name="Guilherme Micota Stipp" userId="7d8a6ee1e82349c3" providerId="LiveId" clId="{CA88066A-11AB-4FE9-B1C2-8150FB1E6072}" dt="2021-12-29T02:41:39.658" v="135" actId="478"/>
          <ac:picMkLst>
            <pc:docMk/>
            <pc:sldMk cId="2303623379" sldId="359"/>
            <ac:picMk id="13" creationId="{9239569E-DF09-465D-B62A-D3C2C984E7C8}"/>
          </ac:picMkLst>
        </pc:picChg>
        <pc:picChg chg="add del mod ord">
          <ac:chgData name="Guilherme Micota Stipp" userId="7d8a6ee1e82349c3" providerId="LiveId" clId="{CA88066A-11AB-4FE9-B1C2-8150FB1E6072}" dt="2021-12-29T02:43:02.736" v="173" actId="478"/>
          <ac:picMkLst>
            <pc:docMk/>
            <pc:sldMk cId="2303623379" sldId="359"/>
            <ac:picMk id="15" creationId="{E5AA3290-438F-4FD7-9CCE-4C0BC9AC0A11}"/>
          </ac:picMkLst>
        </pc:picChg>
        <pc:picChg chg="add del mod ord">
          <ac:chgData name="Guilherme Micota Stipp" userId="7d8a6ee1e82349c3" providerId="LiveId" clId="{CA88066A-11AB-4FE9-B1C2-8150FB1E6072}" dt="2021-12-29T02:45:13.977" v="216" actId="478"/>
          <ac:picMkLst>
            <pc:docMk/>
            <pc:sldMk cId="2303623379" sldId="359"/>
            <ac:picMk id="17" creationId="{9E44B201-65A2-474F-8DB4-D29614C9471C}"/>
          </ac:picMkLst>
        </pc:picChg>
        <pc:picChg chg="add del mod ord">
          <ac:chgData name="Guilherme Micota Stipp" userId="7d8a6ee1e82349c3" providerId="LiveId" clId="{CA88066A-11AB-4FE9-B1C2-8150FB1E6072}" dt="2021-12-29T17:12:59.795" v="291" actId="478"/>
          <ac:picMkLst>
            <pc:docMk/>
            <pc:sldMk cId="2303623379" sldId="359"/>
            <ac:picMk id="19" creationId="{F67AFC11-7651-4443-A10E-8761EEA8EB6E}"/>
          </ac:picMkLst>
        </pc:picChg>
      </pc:sldChg>
      <pc:sldChg chg="addSp delSp modSp add mod ord">
        <pc:chgData name="Guilherme Micota Stipp" userId="7d8a6ee1e82349c3" providerId="LiveId" clId="{CA88066A-11AB-4FE9-B1C2-8150FB1E6072}" dt="2022-01-03T13:59:36.101" v="985" actId="14100"/>
        <pc:sldMkLst>
          <pc:docMk/>
          <pc:sldMk cId="1205252436" sldId="360"/>
        </pc:sldMkLst>
        <pc:spChg chg="mod">
          <ac:chgData name="Guilherme Micota Stipp" userId="7d8a6ee1e82349c3" providerId="LiveId" clId="{CA88066A-11AB-4FE9-B1C2-8150FB1E6072}" dt="2021-12-30T02:31:59.990" v="447" actId="20577"/>
          <ac:spMkLst>
            <pc:docMk/>
            <pc:sldMk cId="1205252436" sldId="360"/>
            <ac:spMk id="10" creationId="{0DC30F15-2778-418E-A2EF-BEAEC6F95C4E}"/>
          </ac:spMkLst>
        </pc:spChg>
        <pc:picChg chg="add del mod ord">
          <ac:chgData name="Guilherme Micota Stipp" userId="7d8a6ee1e82349c3" providerId="LiveId" clId="{CA88066A-11AB-4FE9-B1C2-8150FB1E6072}" dt="2021-12-29T17:24:37.435" v="358" actId="478"/>
          <ac:picMkLst>
            <pc:docMk/>
            <pc:sldMk cId="1205252436" sldId="360"/>
            <ac:picMk id="8" creationId="{4B0504F6-84C8-427B-B9EE-43B5DD17E6AC}"/>
          </ac:picMkLst>
        </pc:picChg>
        <pc:picChg chg="add mod">
          <ac:chgData name="Guilherme Micota Stipp" userId="7d8a6ee1e82349c3" providerId="LiveId" clId="{CA88066A-11AB-4FE9-B1C2-8150FB1E6072}" dt="2022-01-03T13:59:36.101" v="985" actId="14100"/>
          <ac:picMkLst>
            <pc:docMk/>
            <pc:sldMk cId="1205252436" sldId="360"/>
            <ac:picMk id="8" creationId="{B5710F19-262B-4DA5-BE59-3CCF29C2E6A0}"/>
          </ac:picMkLst>
        </pc:picChg>
        <pc:picChg chg="add del mod ord">
          <ac:chgData name="Guilherme Micota Stipp" userId="7d8a6ee1e82349c3" providerId="LiveId" clId="{CA88066A-11AB-4FE9-B1C2-8150FB1E6072}" dt="2021-12-30T13:19:06.552" v="789" actId="478"/>
          <ac:picMkLst>
            <pc:docMk/>
            <pc:sldMk cId="1205252436" sldId="360"/>
            <ac:picMk id="8" creationId="{F2B44EC2-6CED-42F3-AFE8-ADB0C23D7C3F}"/>
          </ac:picMkLst>
        </pc:picChg>
        <pc:picChg chg="add del mod ord">
          <ac:chgData name="Guilherme Micota Stipp" userId="7d8a6ee1e82349c3" providerId="LiveId" clId="{CA88066A-11AB-4FE9-B1C2-8150FB1E6072}" dt="2021-12-30T13:19:20.311" v="813" actId="478"/>
          <ac:picMkLst>
            <pc:docMk/>
            <pc:sldMk cId="1205252436" sldId="360"/>
            <ac:picMk id="11" creationId="{01DAD4D5-B8B6-4198-8733-C2A1D682DE79}"/>
          </ac:picMkLst>
        </pc:picChg>
        <pc:picChg chg="add del mod ord">
          <ac:chgData name="Guilherme Micota Stipp" userId="7d8a6ee1e82349c3" providerId="LiveId" clId="{CA88066A-11AB-4FE9-B1C2-8150FB1E6072}" dt="2021-12-29T17:32:03.242" v="398" actId="478"/>
          <ac:picMkLst>
            <pc:docMk/>
            <pc:sldMk cId="1205252436" sldId="360"/>
            <ac:picMk id="12" creationId="{50C8B7FE-935D-44A0-B04F-57978F007DFD}"/>
          </ac:picMkLst>
        </pc:picChg>
        <pc:picChg chg="add del mod">
          <ac:chgData name="Guilherme Micota Stipp" userId="7d8a6ee1e82349c3" providerId="LiveId" clId="{CA88066A-11AB-4FE9-B1C2-8150FB1E6072}" dt="2021-12-30T13:20:00.832" v="846" actId="478"/>
          <ac:picMkLst>
            <pc:docMk/>
            <pc:sldMk cId="1205252436" sldId="360"/>
            <ac:picMk id="13" creationId="{B68C9DCB-AE7F-4B0C-A246-3B6E24A6AB5C}"/>
          </ac:picMkLst>
        </pc:picChg>
        <pc:picChg chg="add del mod ord">
          <ac:chgData name="Guilherme Micota Stipp" userId="7d8a6ee1e82349c3" providerId="LiveId" clId="{CA88066A-11AB-4FE9-B1C2-8150FB1E6072}" dt="2021-12-30T02:32:01.800" v="448" actId="478"/>
          <ac:picMkLst>
            <pc:docMk/>
            <pc:sldMk cId="1205252436" sldId="360"/>
            <ac:picMk id="14" creationId="{602C9B8B-DB3A-4E00-BE0F-C805A016D37C}"/>
          </ac:picMkLst>
        </pc:picChg>
        <pc:picChg chg="add del mod">
          <ac:chgData name="Guilherme Micota Stipp" userId="7d8a6ee1e82349c3" providerId="LiveId" clId="{CA88066A-11AB-4FE9-B1C2-8150FB1E6072}" dt="2022-01-03T13:59:25.757" v="965" actId="478"/>
          <ac:picMkLst>
            <pc:docMk/>
            <pc:sldMk cId="1205252436" sldId="360"/>
            <ac:picMk id="15" creationId="{D66B8DA8-754C-4FC1-A9C8-114ED662A065}"/>
          </ac:picMkLst>
        </pc:picChg>
        <pc:picChg chg="del">
          <ac:chgData name="Guilherme Micota Stipp" userId="7d8a6ee1e82349c3" providerId="LiveId" clId="{CA88066A-11AB-4FE9-B1C2-8150FB1E6072}" dt="2021-12-29T16:25:47.448" v="288" actId="478"/>
          <ac:picMkLst>
            <pc:docMk/>
            <pc:sldMk cId="1205252436" sldId="360"/>
            <ac:picMk id="19" creationId="{F67AFC11-7651-4443-A10E-8761EEA8EB6E}"/>
          </ac:picMkLst>
        </pc:picChg>
      </pc:sldChg>
      <pc:sldChg chg="addSp delSp modSp add mod">
        <pc:chgData name="Guilherme Micota Stipp" userId="7d8a6ee1e82349c3" providerId="LiveId" clId="{CA88066A-11AB-4FE9-B1C2-8150FB1E6072}" dt="2022-01-03T14:26:06.212" v="1046" actId="14100"/>
        <pc:sldMkLst>
          <pc:docMk/>
          <pc:sldMk cId="2212600484" sldId="361"/>
        </pc:sldMkLst>
        <pc:spChg chg="mod">
          <ac:chgData name="Guilherme Micota Stipp" userId="7d8a6ee1e82349c3" providerId="LiveId" clId="{CA88066A-11AB-4FE9-B1C2-8150FB1E6072}" dt="2022-01-03T14:11:17.713" v="1015" actId="20577"/>
          <ac:spMkLst>
            <pc:docMk/>
            <pc:sldMk cId="2212600484" sldId="361"/>
            <ac:spMk id="10" creationId="{0DC30F15-2778-418E-A2EF-BEAEC6F95C4E}"/>
          </ac:spMkLst>
        </pc:spChg>
        <pc:picChg chg="add del mod">
          <ac:chgData name="Guilherme Micota Stipp" userId="7d8a6ee1e82349c3" providerId="LiveId" clId="{CA88066A-11AB-4FE9-B1C2-8150FB1E6072}" dt="2022-01-03T14:11:19.870" v="1016" actId="478"/>
          <ac:picMkLst>
            <pc:docMk/>
            <pc:sldMk cId="2212600484" sldId="361"/>
            <ac:picMk id="8" creationId="{075E3D52-327D-4DAC-9106-EBAD6270B442}"/>
          </ac:picMkLst>
        </pc:picChg>
        <pc:picChg chg="add del mod">
          <ac:chgData name="Guilherme Micota Stipp" userId="7d8a6ee1e82349c3" providerId="LiveId" clId="{CA88066A-11AB-4FE9-B1C2-8150FB1E6072}" dt="2022-01-03T14:25:59.828" v="1037" actId="478"/>
          <ac:picMkLst>
            <pc:docMk/>
            <pc:sldMk cId="2212600484" sldId="361"/>
            <ac:picMk id="11" creationId="{11840005-1207-4376-BBA9-6B9E588EDF54}"/>
          </ac:picMkLst>
        </pc:picChg>
        <pc:picChg chg="add mod">
          <ac:chgData name="Guilherme Micota Stipp" userId="7d8a6ee1e82349c3" providerId="LiveId" clId="{CA88066A-11AB-4FE9-B1C2-8150FB1E6072}" dt="2022-01-03T14:26:06.212" v="1046" actId="14100"/>
          <ac:picMkLst>
            <pc:docMk/>
            <pc:sldMk cId="2212600484" sldId="361"/>
            <ac:picMk id="13" creationId="{B27C0A05-1287-426F-BACE-1C67EE089D45}"/>
          </ac:picMkLst>
        </pc:picChg>
        <pc:picChg chg="del">
          <ac:chgData name="Guilherme Micota Stipp" userId="7d8a6ee1e82349c3" providerId="LiveId" clId="{CA88066A-11AB-4FE9-B1C2-8150FB1E6072}" dt="2021-12-30T13:20:46.294" v="857" actId="478"/>
          <ac:picMkLst>
            <pc:docMk/>
            <pc:sldMk cId="2212600484" sldId="361"/>
            <ac:picMk id="14" creationId="{602C9B8B-DB3A-4E00-BE0F-C805A016D37C}"/>
          </ac:picMkLst>
        </pc:picChg>
      </pc:sldChg>
      <pc:sldChg chg="addSp delSp modSp add mod">
        <pc:chgData name="Guilherme Micota Stipp" userId="7d8a6ee1e82349c3" providerId="LiveId" clId="{CA88066A-11AB-4FE9-B1C2-8150FB1E6072}" dt="2021-12-30T13:21:11.113" v="886" actId="14100"/>
        <pc:sldMkLst>
          <pc:docMk/>
          <pc:sldMk cId="1906749985" sldId="362"/>
        </pc:sldMkLst>
        <pc:spChg chg="mod">
          <ac:chgData name="Guilherme Micota Stipp" userId="7d8a6ee1e82349c3" providerId="LiveId" clId="{CA88066A-11AB-4FE9-B1C2-8150FB1E6072}" dt="2021-12-30T03:33:01.301" v="517" actId="20577"/>
          <ac:spMkLst>
            <pc:docMk/>
            <pc:sldMk cId="1906749985" sldId="362"/>
            <ac:spMk id="10" creationId="{0DC30F15-2778-418E-A2EF-BEAEC6F95C4E}"/>
          </ac:spMkLst>
        </pc:spChg>
        <pc:picChg chg="add del mod ord">
          <ac:chgData name="Guilherme Micota Stipp" userId="7d8a6ee1e82349c3" providerId="LiveId" clId="{CA88066A-11AB-4FE9-B1C2-8150FB1E6072}" dt="2021-12-30T03:48:24.481" v="692" actId="478"/>
          <ac:picMkLst>
            <pc:docMk/>
            <pc:sldMk cId="1906749985" sldId="362"/>
            <ac:picMk id="8" creationId="{4D84EB51-2D79-460C-8D9E-C68FA7006FC3}"/>
          </ac:picMkLst>
        </pc:picChg>
        <pc:picChg chg="add mod">
          <ac:chgData name="Guilherme Micota Stipp" userId="7d8a6ee1e82349c3" providerId="LiveId" clId="{CA88066A-11AB-4FE9-B1C2-8150FB1E6072}" dt="2021-12-30T13:21:11.113" v="886" actId="14100"/>
          <ac:picMkLst>
            <pc:docMk/>
            <pc:sldMk cId="1906749985" sldId="362"/>
            <ac:picMk id="8" creationId="{EBDB1A95-FAF5-4CE5-B754-94DA6FAD008E}"/>
          </ac:picMkLst>
        </pc:picChg>
        <pc:picChg chg="add del mod ord">
          <ac:chgData name="Guilherme Micota Stipp" userId="7d8a6ee1e82349c3" providerId="LiveId" clId="{CA88066A-11AB-4FE9-B1C2-8150FB1E6072}" dt="2021-12-30T13:21:04.260" v="876" actId="478"/>
          <ac:picMkLst>
            <pc:docMk/>
            <pc:sldMk cId="1906749985" sldId="362"/>
            <ac:picMk id="11" creationId="{D60E8565-8C33-4F48-93BD-7B73327E4208}"/>
          </ac:picMkLst>
        </pc:picChg>
        <pc:picChg chg="del mod">
          <ac:chgData name="Guilherme Micota Stipp" userId="7d8a6ee1e82349c3" providerId="LiveId" clId="{CA88066A-11AB-4FE9-B1C2-8150FB1E6072}" dt="2021-12-30T03:33:03.206" v="519" actId="478"/>
          <ac:picMkLst>
            <pc:docMk/>
            <pc:sldMk cId="1906749985" sldId="362"/>
            <ac:picMk id="14" creationId="{602C9B8B-DB3A-4E00-BE0F-C805A016D37C}"/>
          </ac:picMkLst>
        </pc:picChg>
      </pc:sldChg>
      <pc:sldChg chg="addSp delSp modSp add del mod">
        <pc:chgData name="Guilherme Micota Stipp" userId="7d8a6ee1e82349c3" providerId="LiveId" clId="{CA88066A-11AB-4FE9-B1C2-8150FB1E6072}" dt="2022-01-03T14:36:57.980" v="1093" actId="47"/>
        <pc:sldMkLst>
          <pc:docMk/>
          <pc:sldMk cId="4158603420" sldId="363"/>
        </pc:sldMkLst>
        <pc:picChg chg="add del mod ord">
          <ac:chgData name="Guilherme Micota Stipp" userId="7d8a6ee1e82349c3" providerId="LiveId" clId="{CA88066A-11AB-4FE9-B1C2-8150FB1E6072}" dt="2021-12-30T13:21:17.556" v="887" actId="478"/>
          <ac:picMkLst>
            <pc:docMk/>
            <pc:sldMk cId="4158603420" sldId="363"/>
            <ac:picMk id="8" creationId="{0806A150-BABB-4902-A8BD-935088FA3F60}"/>
          </ac:picMkLst>
        </pc:picChg>
        <pc:picChg chg="del mod">
          <ac:chgData name="Guilherme Micota Stipp" userId="7d8a6ee1e82349c3" providerId="LiveId" clId="{CA88066A-11AB-4FE9-B1C2-8150FB1E6072}" dt="2021-12-30T03:33:17.935" v="560" actId="478"/>
          <ac:picMkLst>
            <pc:docMk/>
            <pc:sldMk cId="4158603420" sldId="363"/>
            <ac:picMk id="8" creationId="{4D84EB51-2D79-460C-8D9E-C68FA7006FC3}"/>
          </ac:picMkLst>
        </pc:picChg>
        <pc:picChg chg="add mod">
          <ac:chgData name="Guilherme Micota Stipp" userId="7d8a6ee1e82349c3" providerId="LiveId" clId="{CA88066A-11AB-4FE9-B1C2-8150FB1E6072}" dt="2021-12-30T13:21:25.699" v="904" actId="14100"/>
          <ac:picMkLst>
            <pc:docMk/>
            <pc:sldMk cId="4158603420" sldId="363"/>
            <ac:picMk id="11" creationId="{AF4E3472-DC46-454D-83B9-7C3071F67968}"/>
          </ac:picMkLst>
        </pc:picChg>
        <pc:picChg chg="add del mod ord">
          <ac:chgData name="Guilherme Micota Stipp" userId="7d8a6ee1e82349c3" providerId="LiveId" clId="{CA88066A-11AB-4FE9-B1C2-8150FB1E6072}" dt="2021-12-30T03:40:11.293" v="655" actId="478"/>
          <ac:picMkLst>
            <pc:docMk/>
            <pc:sldMk cId="4158603420" sldId="363"/>
            <ac:picMk id="11" creationId="{B5D4D614-B14E-477B-B29D-008445E3FB6F}"/>
          </ac:picMkLst>
        </pc:picChg>
        <pc:picChg chg="add del mod ord">
          <ac:chgData name="Guilherme Micota Stipp" userId="7d8a6ee1e82349c3" providerId="LiveId" clId="{CA88066A-11AB-4FE9-B1C2-8150FB1E6072}" dt="2021-12-30T03:48:49.477" v="721" actId="478"/>
          <ac:picMkLst>
            <pc:docMk/>
            <pc:sldMk cId="4158603420" sldId="363"/>
            <ac:picMk id="13" creationId="{CFB83EFE-C269-4862-8976-EC82BD576A15}"/>
          </ac:picMkLst>
        </pc:picChg>
      </pc:sldChg>
      <pc:sldChg chg="addSp delSp modSp add mod">
        <pc:chgData name="Guilherme Micota Stipp" userId="7d8a6ee1e82349c3" providerId="LiveId" clId="{CA88066A-11AB-4FE9-B1C2-8150FB1E6072}" dt="2022-01-03T14:27:46.720" v="1059" actId="14100"/>
        <pc:sldMkLst>
          <pc:docMk/>
          <pc:sldMk cId="1527682639" sldId="364"/>
        </pc:sldMkLst>
        <pc:picChg chg="add del mod ord">
          <ac:chgData name="Guilherme Micota Stipp" userId="7d8a6ee1e82349c3" providerId="LiveId" clId="{CA88066A-11AB-4FE9-B1C2-8150FB1E6072}" dt="2021-12-30T03:49:11.375" v="755" actId="478"/>
          <ac:picMkLst>
            <pc:docMk/>
            <pc:sldMk cId="1527682639" sldId="364"/>
            <ac:picMk id="8" creationId="{BB42479C-81E1-4150-B117-C8D1D1BF19CF}"/>
          </ac:picMkLst>
        </pc:picChg>
        <pc:picChg chg="add del mod">
          <ac:chgData name="Guilherme Micota Stipp" userId="7d8a6ee1e82349c3" providerId="LiveId" clId="{CA88066A-11AB-4FE9-B1C2-8150FB1E6072}" dt="2022-01-03T14:27:39.475" v="1049" actId="478"/>
          <ac:picMkLst>
            <pc:docMk/>
            <pc:sldMk cId="1527682639" sldId="364"/>
            <ac:picMk id="8" creationId="{CA47201B-97E0-4D65-B545-64FCE2DB9B4E}"/>
          </ac:picMkLst>
        </pc:picChg>
        <pc:picChg chg="add mod">
          <ac:chgData name="Guilherme Micota Stipp" userId="7d8a6ee1e82349c3" providerId="LiveId" clId="{CA88066A-11AB-4FE9-B1C2-8150FB1E6072}" dt="2022-01-03T14:27:46.720" v="1059" actId="14100"/>
          <ac:picMkLst>
            <pc:docMk/>
            <pc:sldMk cId="1527682639" sldId="364"/>
            <ac:picMk id="11" creationId="{8975A2D0-4F50-4438-91E9-75922132CA24}"/>
          </ac:picMkLst>
        </pc:picChg>
        <pc:picChg chg="del mod">
          <ac:chgData name="Guilherme Micota Stipp" userId="7d8a6ee1e82349c3" providerId="LiveId" clId="{CA88066A-11AB-4FE9-B1C2-8150FB1E6072}" dt="2021-12-30T03:33:45.818" v="593" actId="478"/>
          <ac:picMkLst>
            <pc:docMk/>
            <pc:sldMk cId="1527682639" sldId="364"/>
            <ac:picMk id="11" creationId="{B5D4D614-B14E-477B-B29D-008445E3FB6F}"/>
          </ac:picMkLst>
        </pc:picChg>
        <pc:picChg chg="add del mod ord">
          <ac:chgData name="Guilherme Micota Stipp" userId="7d8a6ee1e82349c3" providerId="LiveId" clId="{CA88066A-11AB-4FE9-B1C2-8150FB1E6072}" dt="2021-12-30T13:21:33.211" v="905" actId="478"/>
          <ac:picMkLst>
            <pc:docMk/>
            <pc:sldMk cId="1527682639" sldId="364"/>
            <ac:picMk id="11" creationId="{ED026C61-5539-40EC-91D0-DEF936300DDC}"/>
          </ac:picMkLst>
        </pc:picChg>
      </pc:sldChg>
      <pc:sldChg chg="del">
        <pc:chgData name="Guilherme Micota Stipp" userId="7d8a6ee1e82349c3" providerId="LiveId" clId="{CA88066A-11AB-4FE9-B1C2-8150FB1E6072}" dt="2021-12-29T01:55:58.621" v="10" actId="47"/>
        <pc:sldMkLst>
          <pc:docMk/>
          <pc:sldMk cId="2464364083" sldId="364"/>
        </pc:sldMkLst>
      </pc:sldChg>
      <pc:sldChg chg="del">
        <pc:chgData name="Guilherme Micota Stipp" userId="7d8a6ee1e82349c3" providerId="LiveId" clId="{CA88066A-11AB-4FE9-B1C2-8150FB1E6072}" dt="2021-12-29T01:55:58.200" v="9" actId="47"/>
        <pc:sldMkLst>
          <pc:docMk/>
          <pc:sldMk cId="425884988" sldId="365"/>
        </pc:sldMkLst>
      </pc:sldChg>
      <pc:sldChg chg="addSp delSp modSp add mod">
        <pc:chgData name="Guilherme Micota Stipp" userId="7d8a6ee1e82349c3" providerId="LiveId" clId="{CA88066A-11AB-4FE9-B1C2-8150FB1E6072}" dt="2022-01-03T14:30:59.225" v="1092" actId="14100"/>
        <pc:sldMkLst>
          <pc:docMk/>
          <pc:sldMk cId="2026391802" sldId="365"/>
        </pc:sldMkLst>
        <pc:picChg chg="del mod">
          <ac:chgData name="Guilherme Micota Stipp" userId="7d8a6ee1e82349c3" providerId="LiveId" clId="{CA88066A-11AB-4FE9-B1C2-8150FB1E6072}" dt="2021-12-30T03:34:19.003" v="626" actId="478"/>
          <ac:picMkLst>
            <pc:docMk/>
            <pc:sldMk cId="2026391802" sldId="365"/>
            <ac:picMk id="8" creationId="{BB42479C-81E1-4150-B117-C8D1D1BF19CF}"/>
          </ac:picMkLst>
        </pc:picChg>
        <pc:picChg chg="add del mod">
          <ac:chgData name="Guilherme Micota Stipp" userId="7d8a6ee1e82349c3" providerId="LiveId" clId="{CA88066A-11AB-4FE9-B1C2-8150FB1E6072}" dt="2022-01-03T14:30:49.322" v="1060" actId="478"/>
          <ac:picMkLst>
            <pc:docMk/>
            <pc:sldMk cId="2026391802" sldId="365"/>
            <ac:picMk id="8" creationId="{FA700AFC-76D1-43DA-B3FE-F378011B9CB7}"/>
          </ac:picMkLst>
        </pc:picChg>
        <pc:picChg chg="add del mod ord">
          <ac:chgData name="Guilherme Micota Stipp" userId="7d8a6ee1e82349c3" providerId="LiveId" clId="{CA88066A-11AB-4FE9-B1C2-8150FB1E6072}" dt="2021-12-30T13:21:49.966" v="925" actId="478"/>
          <ac:picMkLst>
            <pc:docMk/>
            <pc:sldMk cId="2026391802" sldId="365"/>
            <ac:picMk id="11" creationId="{91F67EED-10BF-4BB2-9606-7204D85C23B2}"/>
          </ac:picMkLst>
        </pc:picChg>
        <pc:picChg chg="add mod">
          <ac:chgData name="Guilherme Micota Stipp" userId="7d8a6ee1e82349c3" providerId="LiveId" clId="{CA88066A-11AB-4FE9-B1C2-8150FB1E6072}" dt="2022-01-03T14:30:59.225" v="1092" actId="14100"/>
          <ac:picMkLst>
            <pc:docMk/>
            <pc:sldMk cId="2026391802" sldId="365"/>
            <ac:picMk id="11" creationId="{F8E52C5E-68E6-4FD9-8E1A-FFD1EC8D8CE8}"/>
          </ac:picMkLst>
        </pc:picChg>
      </pc:sldChg>
      <pc:sldChg chg="del">
        <pc:chgData name="Guilherme Micota Stipp" userId="7d8a6ee1e82349c3" providerId="LiveId" clId="{CA88066A-11AB-4FE9-B1C2-8150FB1E6072}" dt="2021-12-29T01:55:59.357" v="12" actId="47"/>
        <pc:sldMkLst>
          <pc:docMk/>
          <pc:sldMk cId="355139325" sldId="366"/>
        </pc:sldMkLst>
      </pc:sldChg>
      <pc:sldChg chg="add ord">
        <pc:chgData name="Guilherme Micota Stipp" userId="7d8a6ee1e82349c3" providerId="LiveId" clId="{CA88066A-11AB-4FE9-B1C2-8150FB1E6072}" dt="2022-01-03T14:26:17.921" v="1048"/>
        <pc:sldMkLst>
          <pc:docMk/>
          <pc:sldMk cId="4199212434" sldId="366"/>
        </pc:sldMkLst>
      </pc:sldChg>
      <pc:sldChg chg="addSp delSp modSp add mod">
        <pc:chgData name="Guilherme Micota Stipp" userId="7d8a6ee1e82349c3" providerId="LiveId" clId="{CA88066A-11AB-4FE9-B1C2-8150FB1E6072}" dt="2022-01-03T14:53:18.543" v="1206" actId="14100"/>
        <pc:sldMkLst>
          <pc:docMk/>
          <pc:sldMk cId="1477072506" sldId="367"/>
        </pc:sldMkLst>
        <pc:spChg chg="mod">
          <ac:chgData name="Guilherme Micota Stipp" userId="7d8a6ee1e82349c3" providerId="LiveId" clId="{CA88066A-11AB-4FE9-B1C2-8150FB1E6072}" dt="2022-01-03T14:52:34.990" v="1158" actId="20577"/>
          <ac:spMkLst>
            <pc:docMk/>
            <pc:sldMk cId="1477072506" sldId="367"/>
            <ac:spMk id="10" creationId="{0DC30F15-2778-418E-A2EF-BEAEC6F95C4E}"/>
          </ac:spMkLst>
        </pc:spChg>
        <pc:picChg chg="del">
          <ac:chgData name="Guilherme Micota Stipp" userId="7d8a6ee1e82349c3" providerId="LiveId" clId="{CA88066A-11AB-4FE9-B1C2-8150FB1E6072}" dt="2022-01-03T14:37:28.566" v="1113" actId="478"/>
          <ac:picMkLst>
            <pc:docMk/>
            <pc:sldMk cId="1477072506" sldId="367"/>
            <ac:picMk id="8" creationId="{82EBFAB2-2085-467B-B7A9-4949E200D89C}"/>
          </ac:picMkLst>
        </pc:picChg>
        <pc:picChg chg="add del mod">
          <ac:chgData name="Guilherme Micota Stipp" userId="7d8a6ee1e82349c3" providerId="LiveId" clId="{CA88066A-11AB-4FE9-B1C2-8150FB1E6072}" dt="2022-01-03T14:53:02.377" v="1193" actId="478"/>
          <ac:picMkLst>
            <pc:docMk/>
            <pc:sldMk cId="1477072506" sldId="367"/>
            <ac:picMk id="11" creationId="{B88B13CE-BFE1-4B99-925B-4CFBB158F01D}"/>
          </ac:picMkLst>
        </pc:picChg>
        <pc:picChg chg="add mod">
          <ac:chgData name="Guilherme Micota Stipp" userId="7d8a6ee1e82349c3" providerId="LiveId" clId="{CA88066A-11AB-4FE9-B1C2-8150FB1E6072}" dt="2022-01-03T14:53:18.543" v="1206" actId="14100"/>
          <ac:picMkLst>
            <pc:docMk/>
            <pc:sldMk cId="1477072506" sldId="367"/>
            <ac:picMk id="13" creationId="{F2F0D979-B294-441E-A05E-6330E11A56D6}"/>
          </ac:picMkLst>
        </pc:picChg>
      </pc:sldChg>
      <pc:sldChg chg="del">
        <pc:chgData name="Guilherme Micota Stipp" userId="7d8a6ee1e82349c3" providerId="LiveId" clId="{CA88066A-11AB-4FE9-B1C2-8150FB1E6072}" dt="2021-12-29T01:55:58.967" v="11" actId="47"/>
        <pc:sldMkLst>
          <pc:docMk/>
          <pc:sldMk cId="3039734873" sldId="367"/>
        </pc:sldMkLst>
      </pc:sldChg>
      <pc:sldChg chg="del">
        <pc:chgData name="Guilherme Micota Stipp" userId="7d8a6ee1e82349c3" providerId="LiveId" clId="{CA88066A-11AB-4FE9-B1C2-8150FB1E6072}" dt="2021-12-29T01:56:01.460" v="15" actId="47"/>
        <pc:sldMkLst>
          <pc:docMk/>
          <pc:sldMk cId="3900721849" sldId="368"/>
        </pc:sldMkLst>
      </pc:sldChg>
      <pc:sldChg chg="del">
        <pc:chgData name="Guilherme Micota Stipp" userId="7d8a6ee1e82349c3" providerId="LiveId" clId="{CA88066A-11AB-4FE9-B1C2-8150FB1E6072}" dt="2021-12-29T01:55:59.699" v="13" actId="47"/>
        <pc:sldMkLst>
          <pc:docMk/>
          <pc:sldMk cId="4167660124" sldId="369"/>
        </pc:sldMkLst>
      </pc:sldChg>
      <pc:sldChg chg="del">
        <pc:chgData name="Guilherme Micota Stipp" userId="7d8a6ee1e82349c3" providerId="LiveId" clId="{CA88066A-11AB-4FE9-B1C2-8150FB1E6072}" dt="2021-12-29T01:56:00.089" v="14" actId="47"/>
        <pc:sldMkLst>
          <pc:docMk/>
          <pc:sldMk cId="2968589190" sldId="370"/>
        </pc:sldMkLst>
      </pc:sldChg>
    </pc:docChg>
  </pc:docChgLst>
  <pc:docChgLst>
    <pc:chgData name="Guilherme Micota Stipp" userId="7d8a6ee1e82349c3" providerId="LiveId" clId="{12215C4D-53DE-4B91-96A1-CE31F99F68D5}"/>
    <pc:docChg chg="undo custSel addSld delSld modSld sldOrd">
      <pc:chgData name="Guilherme Micota Stipp" userId="7d8a6ee1e82349c3" providerId="LiveId" clId="{12215C4D-53DE-4B91-96A1-CE31F99F68D5}" dt="2022-02-21T17:33:52.679" v="1602" actId="1036"/>
      <pc:docMkLst>
        <pc:docMk/>
      </pc:docMkLst>
      <pc:sldChg chg="modSp mod">
        <pc:chgData name="Guilherme Micota Stipp" userId="7d8a6ee1e82349c3" providerId="LiveId" clId="{12215C4D-53DE-4B91-96A1-CE31F99F68D5}" dt="2022-02-14T23:06:28.614" v="65" actId="20577"/>
        <pc:sldMkLst>
          <pc:docMk/>
          <pc:sldMk cId="3178680452" sldId="256"/>
        </pc:sldMkLst>
        <pc:spChg chg="mod">
          <ac:chgData name="Guilherme Micota Stipp" userId="7d8a6ee1e82349c3" providerId="LiveId" clId="{12215C4D-53DE-4B91-96A1-CE31F99F68D5}" dt="2022-02-14T23:06:28.614" v="65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12215C4D-53DE-4B91-96A1-CE31F99F68D5}" dt="2022-02-20T22:23:46.791" v="1401" actId="20577"/>
        <pc:sldMkLst>
          <pc:docMk/>
          <pc:sldMk cId="4068793934" sldId="391"/>
        </pc:sldMkLst>
        <pc:spChg chg="mod">
          <ac:chgData name="Guilherme Micota Stipp" userId="7d8a6ee1e82349c3" providerId="LiveId" clId="{12215C4D-53DE-4B91-96A1-CE31F99F68D5}" dt="2022-02-20T22:23:46.791" v="1401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addSp delSp modSp mod">
        <pc:chgData name="Guilherme Micota Stipp" userId="7d8a6ee1e82349c3" providerId="LiveId" clId="{12215C4D-53DE-4B91-96A1-CE31F99F68D5}" dt="2022-02-18T18:50:31.029" v="476" actId="14100"/>
        <pc:sldMkLst>
          <pc:docMk/>
          <pc:sldMk cId="961888503" sldId="393"/>
        </pc:sldMkLst>
        <pc:spChg chg="mod">
          <ac:chgData name="Guilherme Micota Stipp" userId="7d8a6ee1e82349c3" providerId="LiveId" clId="{12215C4D-53DE-4B91-96A1-CE31F99F68D5}" dt="2022-02-18T18:26:47.307" v="360" actId="20577"/>
          <ac:spMkLst>
            <pc:docMk/>
            <pc:sldMk cId="961888503" sldId="393"/>
            <ac:spMk id="10" creationId="{0DC30F15-2778-418E-A2EF-BEAEC6F95C4E}"/>
          </ac:spMkLst>
        </pc:spChg>
        <pc:graphicFrameChg chg="add del mod">
          <ac:chgData name="Guilherme Micota Stipp" userId="7d8a6ee1e82349c3" providerId="LiveId" clId="{12215C4D-53DE-4B91-96A1-CE31F99F68D5}" dt="2022-02-18T13:50:13.345" v="83"/>
          <ac:graphicFrameMkLst>
            <pc:docMk/>
            <pc:sldMk cId="961888503" sldId="393"/>
            <ac:graphicFrameMk id="2" creationId="{71F4C172-E3F1-4A68-ABEB-54092D3F0CB8}"/>
          </ac:graphicFrameMkLst>
        </pc:graphicFrameChg>
        <pc:graphicFrameChg chg="add del mod modGraphic">
          <ac:chgData name="Guilherme Micota Stipp" userId="7d8a6ee1e82349c3" providerId="LiveId" clId="{12215C4D-53DE-4B91-96A1-CE31F99F68D5}" dt="2022-02-18T13:50:49.076" v="89" actId="478"/>
          <ac:graphicFrameMkLst>
            <pc:docMk/>
            <pc:sldMk cId="961888503" sldId="393"/>
            <ac:graphicFrameMk id="8" creationId="{F2C92635-1599-40FD-BBA0-D59880845EE1}"/>
          </ac:graphicFrameMkLst>
        </pc:graphicFrameChg>
        <pc:graphicFrameChg chg="add del mod">
          <ac:chgData name="Guilherme Micota Stipp" userId="7d8a6ee1e82349c3" providerId="LiveId" clId="{12215C4D-53DE-4B91-96A1-CE31F99F68D5}" dt="2022-02-18T13:57:41.131" v="91"/>
          <ac:graphicFrameMkLst>
            <pc:docMk/>
            <pc:sldMk cId="961888503" sldId="393"/>
            <ac:graphicFrameMk id="11" creationId="{D0E113DD-CF42-474A-87EF-ACC2F7D6130C}"/>
          </ac:graphicFrameMkLst>
        </pc:graphicFrameChg>
        <pc:graphicFrameChg chg="add del mod modGraphic">
          <ac:chgData name="Guilherme Micota Stipp" userId="7d8a6ee1e82349c3" providerId="LiveId" clId="{12215C4D-53DE-4B91-96A1-CE31F99F68D5}" dt="2022-02-18T13:58:40.527" v="101" actId="478"/>
          <ac:graphicFrameMkLst>
            <pc:docMk/>
            <pc:sldMk cId="961888503" sldId="393"/>
            <ac:graphicFrameMk id="12" creationId="{C2CFA551-B386-416E-9410-E254D1CC1FC1}"/>
          </ac:graphicFrameMkLst>
        </pc:graphicFrameChg>
        <pc:graphicFrameChg chg="add del mod">
          <ac:chgData name="Guilherme Micota Stipp" userId="7d8a6ee1e82349c3" providerId="LiveId" clId="{12215C4D-53DE-4B91-96A1-CE31F99F68D5}" dt="2022-02-18T14:00:56.139" v="103"/>
          <ac:graphicFrameMkLst>
            <pc:docMk/>
            <pc:sldMk cId="961888503" sldId="393"/>
            <ac:graphicFrameMk id="13" creationId="{A8636A40-4274-495C-BEE3-77BAE78B757D}"/>
          </ac:graphicFrameMkLst>
        </pc:graphicFrameChg>
        <pc:graphicFrameChg chg="add del mod modGraphic">
          <ac:chgData name="Guilherme Micota Stipp" userId="7d8a6ee1e82349c3" providerId="LiveId" clId="{12215C4D-53DE-4B91-96A1-CE31F99F68D5}" dt="2022-02-18T14:22:13.041" v="147" actId="478"/>
          <ac:graphicFrameMkLst>
            <pc:docMk/>
            <pc:sldMk cId="961888503" sldId="393"/>
            <ac:graphicFrameMk id="14" creationId="{651C1B53-CBDD-4A64-A6AA-959882373D12}"/>
          </ac:graphicFrameMkLst>
        </pc:graphicFrameChg>
        <pc:graphicFrameChg chg="add del mod">
          <ac:chgData name="Guilherme Micota Stipp" userId="7d8a6ee1e82349c3" providerId="LiveId" clId="{12215C4D-53DE-4B91-96A1-CE31F99F68D5}" dt="2022-02-18T14:22:17.313" v="149"/>
          <ac:graphicFrameMkLst>
            <pc:docMk/>
            <pc:sldMk cId="961888503" sldId="393"/>
            <ac:graphicFrameMk id="15" creationId="{ED9F5272-E5A2-4D85-8664-AB510977D272}"/>
          </ac:graphicFrameMkLst>
        </pc:graphicFrameChg>
        <pc:graphicFrameChg chg="add del mod modGraphic">
          <ac:chgData name="Guilherme Micota Stipp" userId="7d8a6ee1e82349c3" providerId="LiveId" clId="{12215C4D-53DE-4B91-96A1-CE31F99F68D5}" dt="2022-02-18T18:06:51.422" v="193" actId="478"/>
          <ac:graphicFrameMkLst>
            <pc:docMk/>
            <pc:sldMk cId="961888503" sldId="393"/>
            <ac:graphicFrameMk id="16" creationId="{79367A1A-201F-4E49-BDB9-38F26A8642FD}"/>
          </ac:graphicFrameMkLst>
        </pc:graphicFrameChg>
        <pc:picChg chg="add del mod">
          <ac:chgData name="Guilherme Micota Stipp" userId="7d8a6ee1e82349c3" providerId="LiveId" clId="{12215C4D-53DE-4B91-96A1-CE31F99F68D5}" dt="2022-02-18T18:26:33.111" v="328" actId="478"/>
          <ac:picMkLst>
            <pc:docMk/>
            <pc:sldMk cId="961888503" sldId="393"/>
            <ac:picMk id="8" creationId="{4A09E2BB-CACA-456B-9953-2012D5A49AEE}"/>
          </ac:picMkLst>
        </pc:picChg>
        <pc:picChg chg="add del mod">
          <ac:chgData name="Guilherme Micota Stipp" userId="7d8a6ee1e82349c3" providerId="LiveId" clId="{12215C4D-53DE-4B91-96A1-CE31F99F68D5}" dt="2022-02-18T18:47:42.889" v="405" actId="478"/>
          <ac:picMkLst>
            <pc:docMk/>
            <pc:sldMk cId="961888503" sldId="393"/>
            <ac:picMk id="12" creationId="{FE44AA8F-CF16-485C-ABFF-C4C5EB0A5F9B}"/>
          </ac:picMkLst>
        </pc:picChg>
        <pc:picChg chg="add del mod">
          <ac:chgData name="Guilherme Micota Stipp" userId="7d8a6ee1e82349c3" providerId="LiveId" clId="{12215C4D-53DE-4B91-96A1-CE31F99F68D5}" dt="2022-02-18T18:50:20.853" v="440" actId="478"/>
          <ac:picMkLst>
            <pc:docMk/>
            <pc:sldMk cId="961888503" sldId="393"/>
            <ac:picMk id="14" creationId="{6E9A9B30-AA89-48D0-8C8F-4A27CD0B8183}"/>
          </ac:picMkLst>
        </pc:picChg>
        <pc:picChg chg="del">
          <ac:chgData name="Guilherme Micota Stipp" userId="7d8a6ee1e82349c3" providerId="LiveId" clId="{12215C4D-53DE-4B91-96A1-CE31F99F68D5}" dt="2022-02-14T23:06:16.960" v="52" actId="478"/>
          <ac:picMkLst>
            <pc:docMk/>
            <pc:sldMk cId="961888503" sldId="393"/>
            <ac:picMk id="14" creationId="{90D5DCF8-5E63-4319-8755-B61F6AA9F318}"/>
          </ac:picMkLst>
        </pc:picChg>
        <pc:picChg chg="add mod">
          <ac:chgData name="Guilherme Micota Stipp" userId="7d8a6ee1e82349c3" providerId="LiveId" clId="{12215C4D-53DE-4B91-96A1-CE31F99F68D5}" dt="2022-02-18T18:50:31.029" v="476" actId="14100"/>
          <ac:picMkLst>
            <pc:docMk/>
            <pc:sldMk cId="961888503" sldId="393"/>
            <ac:picMk id="17" creationId="{D27CF244-6A0C-493D-B436-09767C01CD2B}"/>
          </ac:picMkLst>
        </pc:picChg>
      </pc:sldChg>
      <pc:sldChg chg="del">
        <pc:chgData name="Guilherme Micota Stipp" userId="7d8a6ee1e82349c3" providerId="LiveId" clId="{12215C4D-53DE-4B91-96A1-CE31F99F68D5}" dt="2022-02-14T23:06:19.638" v="54" actId="47"/>
        <pc:sldMkLst>
          <pc:docMk/>
          <pc:sldMk cId="2823821333" sldId="394"/>
        </pc:sldMkLst>
      </pc:sldChg>
      <pc:sldChg chg="addSp delSp modSp add mod ord">
        <pc:chgData name="Guilherme Micota Stipp" userId="7d8a6ee1e82349c3" providerId="LiveId" clId="{12215C4D-53DE-4B91-96A1-CE31F99F68D5}" dt="2022-02-20T22:16:29.269" v="1330" actId="14100"/>
        <pc:sldMkLst>
          <pc:docMk/>
          <pc:sldMk cId="3708193429" sldId="394"/>
        </pc:sldMkLst>
        <pc:spChg chg="mod">
          <ac:chgData name="Guilherme Micota Stipp" userId="7d8a6ee1e82349c3" providerId="LiveId" clId="{12215C4D-53DE-4B91-96A1-CE31F99F68D5}" dt="2022-02-20T14:01:47.188" v="881"/>
          <ac:spMkLst>
            <pc:docMk/>
            <pc:sldMk cId="3708193429" sldId="394"/>
            <ac:spMk id="10" creationId="{0DC30F15-2778-418E-A2EF-BEAEC6F95C4E}"/>
          </ac:spMkLst>
        </pc:spChg>
        <pc:spChg chg="add del mod">
          <ac:chgData name="Guilherme Micota Stipp" userId="7d8a6ee1e82349c3" providerId="LiveId" clId="{12215C4D-53DE-4B91-96A1-CE31F99F68D5}" dt="2022-02-20T22:15:08.413" v="1243" actId="478"/>
          <ac:spMkLst>
            <pc:docMk/>
            <pc:sldMk cId="3708193429" sldId="394"/>
            <ac:spMk id="11" creationId="{7899D6C6-3F93-401B-B08A-FB8C25390AD4}"/>
          </ac:spMkLst>
        </pc:spChg>
        <pc:picChg chg="add del mod">
          <ac:chgData name="Guilherme Micota Stipp" userId="7d8a6ee1e82349c3" providerId="LiveId" clId="{12215C4D-53DE-4B91-96A1-CE31F99F68D5}" dt="2022-02-18T19:15:47.518" v="512" actId="478"/>
          <ac:picMkLst>
            <pc:docMk/>
            <pc:sldMk cId="3708193429" sldId="394"/>
            <ac:picMk id="8" creationId="{47081A3A-4013-43DF-AFDA-1EF0B11E4733}"/>
          </ac:picMkLst>
        </pc:picChg>
        <pc:picChg chg="add del mod">
          <ac:chgData name="Guilherme Micota Stipp" userId="7d8a6ee1e82349c3" providerId="LiveId" clId="{12215C4D-53DE-4B91-96A1-CE31F99F68D5}" dt="2022-02-20T22:16:15.359" v="1282" actId="478"/>
          <ac:picMkLst>
            <pc:docMk/>
            <pc:sldMk cId="3708193429" sldId="394"/>
            <ac:picMk id="8" creationId="{73E435A0-B942-421E-B624-98EB16A8A148}"/>
          </ac:picMkLst>
        </pc:picChg>
        <pc:picChg chg="add del mod">
          <ac:chgData name="Guilherme Micota Stipp" userId="7d8a6ee1e82349c3" providerId="LiveId" clId="{12215C4D-53DE-4B91-96A1-CE31F99F68D5}" dt="2022-02-20T14:01:53.769" v="882" actId="478"/>
          <ac:picMkLst>
            <pc:docMk/>
            <pc:sldMk cId="3708193429" sldId="394"/>
            <ac:picMk id="12" creationId="{2DAE6DF7-EAB8-454A-A441-F5311F1FF4D3}"/>
          </ac:picMkLst>
        </pc:picChg>
        <pc:picChg chg="add mod">
          <ac:chgData name="Guilherme Micota Stipp" userId="7d8a6ee1e82349c3" providerId="LiveId" clId="{12215C4D-53DE-4B91-96A1-CE31F99F68D5}" dt="2022-02-20T22:16:29.269" v="1330" actId="14100"/>
          <ac:picMkLst>
            <pc:docMk/>
            <pc:sldMk cId="3708193429" sldId="394"/>
            <ac:picMk id="13" creationId="{43675C2F-D141-43B0-AC71-681B16059B75}"/>
          </ac:picMkLst>
        </pc:picChg>
        <pc:picChg chg="del">
          <ac:chgData name="Guilherme Micota Stipp" userId="7d8a6ee1e82349c3" providerId="LiveId" clId="{12215C4D-53DE-4B91-96A1-CE31F99F68D5}" dt="2022-02-18T19:11:56.166" v="478" actId="478"/>
          <ac:picMkLst>
            <pc:docMk/>
            <pc:sldMk cId="3708193429" sldId="394"/>
            <ac:picMk id="17" creationId="{D27CF244-6A0C-493D-B436-09767C01CD2B}"/>
          </ac:picMkLst>
        </pc:picChg>
      </pc:sldChg>
      <pc:sldChg chg="addSp delSp modSp add mod ord">
        <pc:chgData name="Guilherme Micota Stipp" userId="7d8a6ee1e82349c3" providerId="LiveId" clId="{12215C4D-53DE-4B91-96A1-CE31F99F68D5}" dt="2022-02-20T14:00:38.166" v="760" actId="20577"/>
        <pc:sldMkLst>
          <pc:docMk/>
          <pc:sldMk cId="312470006" sldId="395"/>
        </pc:sldMkLst>
        <pc:spChg chg="mod">
          <ac:chgData name="Guilherme Micota Stipp" userId="7d8a6ee1e82349c3" providerId="LiveId" clId="{12215C4D-53DE-4B91-96A1-CE31F99F68D5}" dt="2022-02-20T14:00:38.166" v="760" actId="20577"/>
          <ac:spMkLst>
            <pc:docMk/>
            <pc:sldMk cId="312470006" sldId="395"/>
            <ac:spMk id="10" creationId="{0DC30F15-2778-418E-A2EF-BEAEC6F95C4E}"/>
          </ac:spMkLst>
        </pc:spChg>
        <pc:picChg chg="add mod">
          <ac:chgData name="Guilherme Micota Stipp" userId="7d8a6ee1e82349c3" providerId="LiveId" clId="{12215C4D-53DE-4B91-96A1-CE31F99F68D5}" dt="2022-02-20T12:59:21.679" v="596" actId="14100"/>
          <ac:picMkLst>
            <pc:docMk/>
            <pc:sldMk cId="312470006" sldId="395"/>
            <ac:picMk id="8" creationId="{166610AB-A184-4D3F-8315-0E6DC43044C8}"/>
          </ac:picMkLst>
        </pc:picChg>
        <pc:picChg chg="del">
          <ac:chgData name="Guilherme Micota Stipp" userId="7d8a6ee1e82349c3" providerId="LiveId" clId="{12215C4D-53DE-4B91-96A1-CE31F99F68D5}" dt="2022-02-18T19:20:00.352" v="559" actId="478"/>
          <ac:picMkLst>
            <pc:docMk/>
            <pc:sldMk cId="312470006" sldId="395"/>
            <ac:picMk id="12" creationId="{2DAE6DF7-EAB8-454A-A441-F5311F1FF4D3}"/>
          </ac:picMkLst>
        </pc:picChg>
      </pc:sldChg>
      <pc:sldChg chg="del">
        <pc:chgData name="Guilherme Micota Stipp" userId="7d8a6ee1e82349c3" providerId="LiveId" clId="{12215C4D-53DE-4B91-96A1-CE31F99F68D5}" dt="2022-02-14T23:06:20.055" v="55" actId="47"/>
        <pc:sldMkLst>
          <pc:docMk/>
          <pc:sldMk cId="2332706512" sldId="395"/>
        </pc:sldMkLst>
      </pc:sldChg>
      <pc:sldChg chg="del">
        <pc:chgData name="Guilherme Micota Stipp" userId="7d8a6ee1e82349c3" providerId="LiveId" clId="{12215C4D-53DE-4B91-96A1-CE31F99F68D5}" dt="2022-02-14T23:06:21.770" v="59" actId="47"/>
        <pc:sldMkLst>
          <pc:docMk/>
          <pc:sldMk cId="822187012" sldId="396"/>
        </pc:sldMkLst>
      </pc:sldChg>
      <pc:sldChg chg="addSp delSp modSp add mod">
        <pc:chgData name="Guilherme Micota Stipp" userId="7d8a6ee1e82349c3" providerId="LiveId" clId="{12215C4D-53DE-4B91-96A1-CE31F99F68D5}" dt="2022-02-20T21:51:12.052" v="1207" actId="14100"/>
        <pc:sldMkLst>
          <pc:docMk/>
          <pc:sldMk cId="1916886176" sldId="396"/>
        </pc:sldMkLst>
        <pc:spChg chg="add del mod">
          <ac:chgData name="Guilherme Micota Stipp" userId="7d8a6ee1e82349c3" providerId="LiveId" clId="{12215C4D-53DE-4B91-96A1-CE31F99F68D5}" dt="2022-02-20T21:51:02.072" v="1169" actId="478"/>
          <ac:spMkLst>
            <pc:docMk/>
            <pc:sldMk cId="1916886176" sldId="396"/>
            <ac:spMk id="2" creationId="{AD4BF92D-27BB-4114-BC97-68A45A5473C4}"/>
          </ac:spMkLst>
        </pc:spChg>
        <pc:picChg chg="del">
          <ac:chgData name="Guilherme Micota Stipp" userId="7d8a6ee1e82349c3" providerId="LiveId" clId="{12215C4D-53DE-4B91-96A1-CE31F99F68D5}" dt="2022-02-20T14:00:50.249" v="764" actId="478"/>
          <ac:picMkLst>
            <pc:docMk/>
            <pc:sldMk cId="1916886176" sldId="396"/>
            <ac:picMk id="8" creationId="{166610AB-A184-4D3F-8315-0E6DC43044C8}"/>
          </ac:picMkLst>
        </pc:picChg>
        <pc:picChg chg="add mod">
          <ac:chgData name="Guilherme Micota Stipp" userId="7d8a6ee1e82349c3" providerId="LiveId" clId="{12215C4D-53DE-4B91-96A1-CE31F99F68D5}" dt="2022-02-20T21:51:12.052" v="1207" actId="14100"/>
          <ac:picMkLst>
            <pc:docMk/>
            <pc:sldMk cId="1916886176" sldId="396"/>
            <ac:picMk id="11" creationId="{6D86B9E2-B256-4513-8D16-8819B3E90A48}"/>
          </ac:picMkLst>
        </pc:picChg>
      </pc:sldChg>
      <pc:sldChg chg="del">
        <pc:chgData name="Guilherme Micota Stipp" userId="7d8a6ee1e82349c3" providerId="LiveId" clId="{12215C4D-53DE-4B91-96A1-CE31F99F68D5}" dt="2022-02-14T23:06:21.333" v="58" actId="47"/>
        <pc:sldMkLst>
          <pc:docMk/>
          <pc:sldMk cId="999006715" sldId="397"/>
        </pc:sldMkLst>
      </pc:sldChg>
      <pc:sldChg chg="addSp delSp modSp add mod">
        <pc:chgData name="Guilherme Micota Stipp" userId="7d8a6ee1e82349c3" providerId="LiveId" clId="{12215C4D-53DE-4B91-96A1-CE31F99F68D5}" dt="2022-02-20T16:32:47.350" v="1123" actId="14100"/>
        <pc:sldMkLst>
          <pc:docMk/>
          <pc:sldMk cId="1349606946" sldId="397"/>
        </pc:sldMkLst>
        <pc:spChg chg="add del mod">
          <ac:chgData name="Guilherme Micota Stipp" userId="7d8a6ee1e82349c3" providerId="LiveId" clId="{12215C4D-53DE-4B91-96A1-CE31F99F68D5}" dt="2022-02-20T16:32:35.235" v="1081" actId="478"/>
          <ac:spMkLst>
            <pc:docMk/>
            <pc:sldMk cId="1349606946" sldId="397"/>
            <ac:spMk id="11" creationId="{E46AEA60-EEA3-4715-B826-7A1F3524626A}"/>
          </ac:spMkLst>
        </pc:spChg>
        <pc:picChg chg="del">
          <ac:chgData name="Guilherme Micota Stipp" userId="7d8a6ee1e82349c3" providerId="LiveId" clId="{12215C4D-53DE-4B91-96A1-CE31F99F68D5}" dt="2022-02-20T14:00:48.735" v="763" actId="478"/>
          <ac:picMkLst>
            <pc:docMk/>
            <pc:sldMk cId="1349606946" sldId="397"/>
            <ac:picMk id="8" creationId="{166610AB-A184-4D3F-8315-0E6DC43044C8}"/>
          </ac:picMkLst>
        </pc:picChg>
        <pc:picChg chg="add mod">
          <ac:chgData name="Guilherme Micota Stipp" userId="7d8a6ee1e82349c3" providerId="LiveId" clId="{12215C4D-53DE-4B91-96A1-CE31F99F68D5}" dt="2022-02-20T16:32:47.350" v="1123" actId="14100"/>
          <ac:picMkLst>
            <pc:docMk/>
            <pc:sldMk cId="1349606946" sldId="397"/>
            <ac:picMk id="12" creationId="{C30C985D-EAA1-458A-B8DA-AC886628D0C3}"/>
          </ac:picMkLst>
        </pc:picChg>
      </pc:sldChg>
      <pc:sldChg chg="modSp add mod">
        <pc:chgData name="Guilherme Micota Stipp" userId="7d8a6ee1e82349c3" providerId="LiveId" clId="{12215C4D-53DE-4B91-96A1-CE31F99F68D5}" dt="2022-02-20T14:01:41.851" v="880" actId="20577"/>
        <pc:sldMkLst>
          <pc:docMk/>
          <pc:sldMk cId="1640118045" sldId="398"/>
        </pc:sldMkLst>
        <pc:spChg chg="mod">
          <ac:chgData name="Guilherme Micota Stipp" userId="7d8a6ee1e82349c3" providerId="LiveId" clId="{12215C4D-53DE-4B91-96A1-CE31F99F68D5}" dt="2022-02-20T14:01:41.851" v="880" actId="20577"/>
          <ac:spMkLst>
            <pc:docMk/>
            <pc:sldMk cId="1640118045" sldId="398"/>
            <ac:spMk id="10" creationId="{0DC30F15-2778-418E-A2EF-BEAEC6F95C4E}"/>
          </ac:spMkLst>
        </pc:spChg>
      </pc:sldChg>
      <pc:sldChg chg="del">
        <pc:chgData name="Guilherme Micota Stipp" userId="7d8a6ee1e82349c3" providerId="LiveId" clId="{12215C4D-53DE-4B91-96A1-CE31F99F68D5}" dt="2022-02-14T23:06:20.828" v="57" actId="47"/>
        <pc:sldMkLst>
          <pc:docMk/>
          <pc:sldMk cId="2517064219" sldId="398"/>
        </pc:sldMkLst>
      </pc:sldChg>
      <pc:sldChg chg="addSp delSp modSp add mod">
        <pc:chgData name="Guilherme Micota Stipp" userId="7d8a6ee1e82349c3" providerId="LiveId" clId="{12215C4D-53DE-4B91-96A1-CE31F99F68D5}" dt="2022-02-20T22:23:19.245" v="1375" actId="14100"/>
        <pc:sldMkLst>
          <pc:docMk/>
          <pc:sldMk cId="236232426" sldId="399"/>
        </pc:sldMkLst>
        <pc:spChg chg="mod">
          <ac:chgData name="Guilherme Micota Stipp" userId="7d8a6ee1e82349c3" providerId="LiveId" clId="{12215C4D-53DE-4B91-96A1-CE31F99F68D5}" dt="2022-02-20T14:02:47.386" v="945" actId="20577"/>
          <ac:spMkLst>
            <pc:docMk/>
            <pc:sldMk cId="236232426" sldId="399"/>
            <ac:spMk id="10" creationId="{0DC30F15-2778-418E-A2EF-BEAEC6F95C4E}"/>
          </ac:spMkLst>
        </pc:spChg>
        <pc:spChg chg="add del mod">
          <ac:chgData name="Guilherme Micota Stipp" userId="7d8a6ee1e82349c3" providerId="LiveId" clId="{12215C4D-53DE-4B91-96A1-CE31F99F68D5}" dt="2022-02-20T22:23:09.193" v="1331" actId="478"/>
          <ac:spMkLst>
            <pc:docMk/>
            <pc:sldMk cId="236232426" sldId="399"/>
            <ac:spMk id="11" creationId="{005204C6-779A-4335-9CE8-1A3C91B26E31}"/>
          </ac:spMkLst>
        </pc:spChg>
        <pc:picChg chg="add mod">
          <ac:chgData name="Guilherme Micota Stipp" userId="7d8a6ee1e82349c3" providerId="LiveId" clId="{12215C4D-53DE-4B91-96A1-CE31F99F68D5}" dt="2022-02-20T22:23:19.245" v="1375" actId="14100"/>
          <ac:picMkLst>
            <pc:docMk/>
            <pc:sldMk cId="236232426" sldId="399"/>
            <ac:picMk id="8" creationId="{522E2ECB-1BF4-444A-9254-FC7F2851870C}"/>
          </ac:picMkLst>
        </pc:picChg>
        <pc:picChg chg="del">
          <ac:chgData name="Guilherme Micota Stipp" userId="7d8a6ee1e82349c3" providerId="LiveId" clId="{12215C4D-53DE-4B91-96A1-CE31F99F68D5}" dt="2022-02-20T14:02:31.803" v="900" actId="478"/>
          <ac:picMkLst>
            <pc:docMk/>
            <pc:sldMk cId="236232426" sldId="399"/>
            <ac:picMk id="17" creationId="{D27CF244-6A0C-493D-B436-09767C01CD2B}"/>
          </ac:picMkLst>
        </pc:picChg>
      </pc:sldChg>
      <pc:sldChg chg="del">
        <pc:chgData name="Guilherme Micota Stipp" userId="7d8a6ee1e82349c3" providerId="LiveId" clId="{12215C4D-53DE-4B91-96A1-CE31F99F68D5}" dt="2022-02-14T23:06:20.427" v="56" actId="47"/>
        <pc:sldMkLst>
          <pc:docMk/>
          <pc:sldMk cId="1938730161" sldId="399"/>
        </pc:sldMkLst>
      </pc:sldChg>
      <pc:sldChg chg="addSp delSp modSp add mod">
        <pc:chgData name="Guilherme Micota Stipp" userId="7d8a6ee1e82349c3" providerId="LiveId" clId="{12215C4D-53DE-4B91-96A1-CE31F99F68D5}" dt="2022-02-21T17:29:02.498" v="1476" actId="14100"/>
        <pc:sldMkLst>
          <pc:docMk/>
          <pc:sldMk cId="963751770" sldId="400"/>
        </pc:sldMkLst>
        <pc:spChg chg="mod">
          <ac:chgData name="Guilherme Micota Stipp" userId="7d8a6ee1e82349c3" providerId="LiveId" clId="{12215C4D-53DE-4B91-96A1-CE31F99F68D5}" dt="2022-02-20T14:03:28.053" v="1002" actId="20577"/>
          <ac:spMkLst>
            <pc:docMk/>
            <pc:sldMk cId="963751770" sldId="400"/>
            <ac:spMk id="10" creationId="{0DC30F15-2778-418E-A2EF-BEAEC6F95C4E}"/>
          </ac:spMkLst>
        </pc:spChg>
        <pc:spChg chg="del mod">
          <ac:chgData name="Guilherme Micota Stipp" userId="7d8a6ee1e82349c3" providerId="LiveId" clId="{12215C4D-53DE-4B91-96A1-CE31F99F68D5}" dt="2022-02-20T22:38:42.455" v="1402" actId="478"/>
          <ac:spMkLst>
            <pc:docMk/>
            <pc:sldMk cId="963751770" sldId="400"/>
            <ac:spMk id="11" creationId="{005204C6-779A-4335-9CE8-1A3C91B26E31}"/>
          </ac:spMkLst>
        </pc:spChg>
        <pc:picChg chg="add del mod">
          <ac:chgData name="Guilherme Micota Stipp" userId="7d8a6ee1e82349c3" providerId="LiveId" clId="{12215C4D-53DE-4B91-96A1-CE31F99F68D5}" dt="2022-02-21T17:28:52.843" v="1437" actId="478"/>
          <ac:picMkLst>
            <pc:docMk/>
            <pc:sldMk cId="963751770" sldId="400"/>
            <ac:picMk id="8" creationId="{120DFFE5-6A37-4FE7-AA37-9B2BDE5D791B}"/>
          </ac:picMkLst>
        </pc:picChg>
        <pc:picChg chg="add mod">
          <ac:chgData name="Guilherme Micota Stipp" userId="7d8a6ee1e82349c3" providerId="LiveId" clId="{12215C4D-53DE-4B91-96A1-CE31F99F68D5}" dt="2022-02-21T17:29:02.498" v="1476" actId="14100"/>
          <ac:picMkLst>
            <pc:docMk/>
            <pc:sldMk cId="963751770" sldId="400"/>
            <ac:picMk id="11" creationId="{84A348FE-A319-4CA7-A0E3-5C5C69F34EFB}"/>
          </ac:picMkLst>
        </pc:picChg>
      </pc:sldChg>
      <pc:sldChg chg="del">
        <pc:chgData name="Guilherme Micota Stipp" userId="7d8a6ee1e82349c3" providerId="LiveId" clId="{12215C4D-53DE-4B91-96A1-CE31F99F68D5}" dt="2022-02-14T23:06:22.169" v="60" actId="47"/>
        <pc:sldMkLst>
          <pc:docMk/>
          <pc:sldMk cId="3071426572" sldId="400"/>
        </pc:sldMkLst>
      </pc:sldChg>
      <pc:sldChg chg="addSp delSp modSp add mod">
        <pc:chgData name="Guilherme Micota Stipp" userId="7d8a6ee1e82349c3" providerId="LiveId" clId="{12215C4D-53DE-4B91-96A1-CE31F99F68D5}" dt="2022-02-21T17:33:52.679" v="1602" actId="1036"/>
        <pc:sldMkLst>
          <pc:docMk/>
          <pc:sldMk cId="1221778533" sldId="401"/>
        </pc:sldMkLst>
        <pc:spChg chg="mod">
          <ac:chgData name="Guilherme Micota Stipp" userId="7d8a6ee1e82349c3" providerId="LiveId" clId="{12215C4D-53DE-4B91-96A1-CE31F99F68D5}" dt="2022-02-20T14:03:48.303" v="1032"/>
          <ac:spMkLst>
            <pc:docMk/>
            <pc:sldMk cId="1221778533" sldId="401"/>
            <ac:spMk id="10" creationId="{0DC30F15-2778-418E-A2EF-BEAEC6F95C4E}"/>
          </ac:spMkLst>
        </pc:spChg>
        <pc:spChg chg="del mod">
          <ac:chgData name="Guilherme Micota Stipp" userId="7d8a6ee1e82349c3" providerId="LiveId" clId="{12215C4D-53DE-4B91-96A1-CE31F99F68D5}" dt="2022-02-21T17:33:10.104" v="1477" actId="478"/>
          <ac:spMkLst>
            <pc:docMk/>
            <pc:sldMk cId="1221778533" sldId="401"/>
            <ac:spMk id="11" creationId="{005204C6-779A-4335-9CE8-1A3C91B26E31}"/>
          </ac:spMkLst>
        </pc:spChg>
        <pc:picChg chg="add mod">
          <ac:chgData name="Guilherme Micota Stipp" userId="7d8a6ee1e82349c3" providerId="LiveId" clId="{12215C4D-53DE-4B91-96A1-CE31F99F68D5}" dt="2022-02-21T17:33:31.612" v="1530" actId="14100"/>
          <ac:picMkLst>
            <pc:docMk/>
            <pc:sldMk cId="1221778533" sldId="401"/>
            <ac:picMk id="8" creationId="{DB60620D-9CA9-4DD1-9829-529D8EE82670}"/>
          </ac:picMkLst>
        </pc:picChg>
        <pc:picChg chg="add mod">
          <ac:chgData name="Guilherme Micota Stipp" userId="7d8a6ee1e82349c3" providerId="LiveId" clId="{12215C4D-53DE-4B91-96A1-CE31F99F68D5}" dt="2022-02-21T17:33:40.927" v="1558" actId="1038"/>
          <ac:picMkLst>
            <pc:docMk/>
            <pc:sldMk cId="1221778533" sldId="401"/>
            <ac:picMk id="13" creationId="{5C0DFFAA-B6AA-4983-AD06-3C7A7626D92F}"/>
          </ac:picMkLst>
        </pc:picChg>
        <pc:picChg chg="add mod">
          <ac:chgData name="Guilherme Micota Stipp" userId="7d8a6ee1e82349c3" providerId="LiveId" clId="{12215C4D-53DE-4B91-96A1-CE31F99F68D5}" dt="2022-02-21T17:33:52.679" v="1602" actId="1036"/>
          <ac:picMkLst>
            <pc:docMk/>
            <pc:sldMk cId="1221778533" sldId="401"/>
            <ac:picMk id="15" creationId="{CFDEE0EF-CF75-409E-B7F4-ACEB7005BABE}"/>
          </ac:picMkLst>
        </pc:picChg>
      </pc:sldChg>
      <pc:sldChg chg="del">
        <pc:chgData name="Guilherme Micota Stipp" userId="7d8a6ee1e82349c3" providerId="LiveId" clId="{12215C4D-53DE-4B91-96A1-CE31F99F68D5}" dt="2022-02-14T23:06:22.844" v="61" actId="47"/>
        <pc:sldMkLst>
          <pc:docMk/>
          <pc:sldMk cId="1748101202" sldId="401"/>
        </pc:sldMkLst>
      </pc:sldChg>
      <pc:sldChg chg="add del">
        <pc:chgData name="Guilherme Micota Stipp" userId="7d8a6ee1e82349c3" providerId="LiveId" clId="{12215C4D-53DE-4B91-96A1-CE31F99F68D5}" dt="2022-02-20T16:46:09.904" v="1125" actId="2890"/>
        <pc:sldMkLst>
          <pc:docMk/>
          <pc:sldMk cId="675396865" sldId="402"/>
        </pc:sldMkLst>
      </pc:sldChg>
      <pc:sldChg chg="addSp delSp modSp add mod ord">
        <pc:chgData name="Guilherme Micota Stipp" userId="7d8a6ee1e82349c3" providerId="LiveId" clId="{12215C4D-53DE-4B91-96A1-CE31F99F68D5}" dt="2022-02-20T22:00:28.386" v="1242" actId="14100"/>
        <pc:sldMkLst>
          <pc:docMk/>
          <pc:sldMk cId="3685065780" sldId="402"/>
        </pc:sldMkLst>
        <pc:spChg chg="mod">
          <ac:chgData name="Guilherme Micota Stipp" userId="7d8a6ee1e82349c3" providerId="LiveId" clId="{12215C4D-53DE-4B91-96A1-CE31F99F68D5}" dt="2022-02-20T16:51:09.088" v="1135" actId="20577"/>
          <ac:spMkLst>
            <pc:docMk/>
            <pc:sldMk cId="3685065780" sldId="402"/>
            <ac:spMk id="10" creationId="{0DC30F15-2778-418E-A2EF-BEAEC6F95C4E}"/>
          </ac:spMkLst>
        </pc:spChg>
        <pc:spChg chg="add del mod">
          <ac:chgData name="Guilherme Micota Stipp" userId="7d8a6ee1e82349c3" providerId="LiveId" clId="{12215C4D-53DE-4B91-96A1-CE31F99F68D5}" dt="2022-02-20T22:00:15.673" v="1208" actId="478"/>
          <ac:spMkLst>
            <pc:docMk/>
            <pc:sldMk cId="3685065780" sldId="402"/>
            <ac:spMk id="11" creationId="{146D394F-A12C-4929-ABB0-A28B55464FD4}"/>
          </ac:spMkLst>
        </pc:spChg>
        <pc:picChg chg="add mod">
          <ac:chgData name="Guilherme Micota Stipp" userId="7d8a6ee1e82349c3" providerId="LiveId" clId="{12215C4D-53DE-4B91-96A1-CE31F99F68D5}" dt="2022-02-20T22:00:28.386" v="1242" actId="14100"/>
          <ac:picMkLst>
            <pc:docMk/>
            <pc:sldMk cId="3685065780" sldId="402"/>
            <ac:picMk id="8" creationId="{281ECDF8-DC4E-4ECC-A2C9-C95CA44E36DF}"/>
          </ac:picMkLst>
        </pc:picChg>
        <pc:picChg chg="del">
          <ac:chgData name="Guilherme Micota Stipp" userId="7d8a6ee1e82349c3" providerId="LiveId" clId="{12215C4D-53DE-4B91-96A1-CE31F99F68D5}" dt="2022-02-20T16:51:04.137" v="1127" actId="478"/>
          <ac:picMkLst>
            <pc:docMk/>
            <pc:sldMk cId="3685065780" sldId="402"/>
            <ac:picMk id="12" creationId="{C30C985D-EAA1-458A-B8DA-AC886628D0C3}"/>
          </ac:picMkLst>
        </pc:picChg>
      </pc:sldChg>
      <pc:sldChg chg="del">
        <pc:chgData name="Guilherme Micota Stipp" userId="7d8a6ee1e82349c3" providerId="LiveId" clId="{12215C4D-53DE-4B91-96A1-CE31F99F68D5}" dt="2022-02-14T23:06:19.168" v="53" actId="47"/>
        <pc:sldMkLst>
          <pc:docMk/>
          <pc:sldMk cId="161781008" sldId="403"/>
        </pc:sldMkLst>
      </pc:sldChg>
    </pc:docChg>
  </pc:docChgLst>
  <pc:docChgLst>
    <pc:chgData name="Guilherme Micota Stipp" userId="7d8a6ee1e82349c3" providerId="LiveId" clId="{AF4F6210-3DCF-40FF-B0A1-704432A1ACD1}"/>
    <pc:docChg chg="undo custSel addSld delSld modSld sldOrd">
      <pc:chgData name="Guilherme Micota Stipp" userId="7d8a6ee1e82349c3" providerId="LiveId" clId="{AF4F6210-3DCF-40FF-B0A1-704432A1ACD1}" dt="2022-04-04T15:14:07.574" v="1368" actId="14100"/>
      <pc:docMkLst>
        <pc:docMk/>
      </pc:docMkLst>
      <pc:sldChg chg="modSp mod">
        <pc:chgData name="Guilherme Micota Stipp" userId="7d8a6ee1e82349c3" providerId="LiveId" clId="{AF4F6210-3DCF-40FF-B0A1-704432A1ACD1}" dt="2022-03-29T22:18:01.447" v="5" actId="20577"/>
        <pc:sldMkLst>
          <pc:docMk/>
          <pc:sldMk cId="3178680452" sldId="256"/>
        </pc:sldMkLst>
        <pc:spChg chg="mod">
          <ac:chgData name="Guilherme Micota Stipp" userId="7d8a6ee1e82349c3" providerId="LiveId" clId="{AF4F6210-3DCF-40FF-B0A1-704432A1ACD1}" dt="2022-03-29T22:18:01.447" v="5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AF4F6210-3DCF-40FF-B0A1-704432A1ACD1}" dt="2022-04-04T14:31:52.351" v="1270" actId="20577"/>
        <pc:sldMkLst>
          <pc:docMk/>
          <pc:sldMk cId="4068793934" sldId="391"/>
        </pc:sldMkLst>
        <pc:spChg chg="mod">
          <ac:chgData name="Guilherme Micota Stipp" userId="7d8a6ee1e82349c3" providerId="LiveId" clId="{AF4F6210-3DCF-40FF-B0A1-704432A1ACD1}" dt="2022-04-04T14:31:52.351" v="1270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del">
        <pc:chgData name="Guilherme Micota Stipp" userId="7d8a6ee1e82349c3" providerId="LiveId" clId="{AF4F6210-3DCF-40FF-B0A1-704432A1ACD1}" dt="2022-03-29T22:18:04.999" v="6" actId="47"/>
        <pc:sldMkLst>
          <pc:docMk/>
          <pc:sldMk cId="419424506" sldId="404"/>
        </pc:sldMkLst>
      </pc:sldChg>
      <pc:sldChg chg="del">
        <pc:chgData name="Guilherme Micota Stipp" userId="7d8a6ee1e82349c3" providerId="LiveId" clId="{AF4F6210-3DCF-40FF-B0A1-704432A1ACD1}" dt="2022-03-29T22:18:06.501" v="11" actId="47"/>
        <pc:sldMkLst>
          <pc:docMk/>
          <pc:sldMk cId="1340940839" sldId="405"/>
        </pc:sldMkLst>
      </pc:sldChg>
      <pc:sldChg chg="del">
        <pc:chgData name="Guilherme Micota Stipp" userId="7d8a6ee1e82349c3" providerId="LiveId" clId="{AF4F6210-3DCF-40FF-B0A1-704432A1ACD1}" dt="2022-03-29T22:18:06.206" v="10" actId="47"/>
        <pc:sldMkLst>
          <pc:docMk/>
          <pc:sldMk cId="198684347" sldId="406"/>
        </pc:sldMkLst>
      </pc:sldChg>
      <pc:sldChg chg="del">
        <pc:chgData name="Guilherme Micota Stipp" userId="7d8a6ee1e82349c3" providerId="LiveId" clId="{AF4F6210-3DCF-40FF-B0A1-704432A1ACD1}" dt="2022-03-29T22:18:06.874" v="12" actId="47"/>
        <pc:sldMkLst>
          <pc:docMk/>
          <pc:sldMk cId="632053246" sldId="407"/>
        </pc:sldMkLst>
      </pc:sldChg>
      <pc:sldChg chg="del">
        <pc:chgData name="Guilherme Micota Stipp" userId="7d8a6ee1e82349c3" providerId="LiveId" clId="{AF4F6210-3DCF-40FF-B0A1-704432A1ACD1}" dt="2022-03-29T22:18:05.635" v="8" actId="47"/>
        <pc:sldMkLst>
          <pc:docMk/>
          <pc:sldMk cId="1237419798" sldId="408"/>
        </pc:sldMkLst>
      </pc:sldChg>
      <pc:sldChg chg="del">
        <pc:chgData name="Guilherme Micota Stipp" userId="7d8a6ee1e82349c3" providerId="LiveId" clId="{AF4F6210-3DCF-40FF-B0A1-704432A1ACD1}" dt="2022-03-29T22:18:05.341" v="7" actId="47"/>
        <pc:sldMkLst>
          <pc:docMk/>
          <pc:sldMk cId="696936244" sldId="409"/>
        </pc:sldMkLst>
      </pc:sldChg>
      <pc:sldChg chg="del">
        <pc:chgData name="Guilherme Micota Stipp" userId="7d8a6ee1e82349c3" providerId="LiveId" clId="{AF4F6210-3DCF-40FF-B0A1-704432A1ACD1}" dt="2022-03-29T22:18:05.908" v="9" actId="47"/>
        <pc:sldMkLst>
          <pc:docMk/>
          <pc:sldMk cId="3122947200" sldId="410"/>
        </pc:sldMkLst>
      </pc:sldChg>
      <pc:sldChg chg="del">
        <pc:chgData name="Guilherme Micota Stipp" userId="7d8a6ee1e82349c3" providerId="LiveId" clId="{AF4F6210-3DCF-40FF-B0A1-704432A1ACD1}" dt="2022-03-29T22:18:07.162" v="13" actId="47"/>
        <pc:sldMkLst>
          <pc:docMk/>
          <pc:sldMk cId="568719039" sldId="411"/>
        </pc:sldMkLst>
      </pc:sldChg>
      <pc:sldChg chg="addSp delSp modSp mod">
        <pc:chgData name="Guilherme Micota Stipp" userId="7d8a6ee1e82349c3" providerId="LiveId" clId="{AF4F6210-3DCF-40FF-B0A1-704432A1ACD1}" dt="2022-03-31T14:45:58.449" v="525" actId="20577"/>
        <pc:sldMkLst>
          <pc:docMk/>
          <pc:sldMk cId="4052973342" sldId="412"/>
        </pc:sldMkLst>
        <pc:spChg chg="add del mod">
          <ac:chgData name="Guilherme Micota Stipp" userId="7d8a6ee1e82349c3" providerId="LiveId" clId="{AF4F6210-3DCF-40FF-B0A1-704432A1ACD1}" dt="2022-03-31T13:56:23.647" v="297" actId="478"/>
          <ac:spMkLst>
            <pc:docMk/>
            <pc:sldMk cId="4052973342" sldId="412"/>
            <ac:spMk id="2" creationId="{F908659F-103C-44A8-8D2A-917D04085DD2}"/>
          </ac:spMkLst>
        </pc:spChg>
        <pc:spChg chg="mod">
          <ac:chgData name="Guilherme Micota Stipp" userId="7d8a6ee1e82349c3" providerId="LiveId" clId="{AF4F6210-3DCF-40FF-B0A1-704432A1ACD1}" dt="2022-03-29T22:18:12.454" v="19" actId="20577"/>
          <ac:spMkLst>
            <pc:docMk/>
            <pc:sldMk cId="4052973342" sldId="412"/>
            <ac:spMk id="4" creationId="{2A67854E-8517-42A3-8969-210A77F2C314}"/>
          </ac:spMkLst>
        </pc:spChg>
        <pc:spChg chg="mod">
          <ac:chgData name="Guilherme Micota Stipp" userId="7d8a6ee1e82349c3" providerId="LiveId" clId="{AF4F6210-3DCF-40FF-B0A1-704432A1ACD1}" dt="2022-03-31T14:45:58.449" v="525" actId="20577"/>
          <ac:spMkLst>
            <pc:docMk/>
            <pc:sldMk cId="4052973342" sldId="412"/>
            <ac:spMk id="13" creationId="{D0C9F8C4-BC80-439D-B398-B468E1969B13}"/>
          </ac:spMkLst>
        </pc:spChg>
        <pc:picChg chg="add del mod">
          <ac:chgData name="Guilherme Micota Stipp" userId="7d8a6ee1e82349c3" providerId="LiveId" clId="{AF4F6210-3DCF-40FF-B0A1-704432A1ACD1}" dt="2022-03-31T14:41:59.699" v="418" actId="478"/>
          <ac:picMkLst>
            <pc:docMk/>
            <pc:sldMk cId="4052973342" sldId="412"/>
            <ac:picMk id="8" creationId="{27B2C657-0DBC-4D10-BC06-380F9BF5A525}"/>
          </ac:picMkLst>
        </pc:picChg>
        <pc:picChg chg="del">
          <ac:chgData name="Guilherme Micota Stipp" userId="7d8a6ee1e82349c3" providerId="LiveId" clId="{AF4F6210-3DCF-40FF-B0A1-704432A1ACD1}" dt="2022-03-29T22:18:08.953" v="14" actId="478"/>
          <ac:picMkLst>
            <pc:docMk/>
            <pc:sldMk cId="4052973342" sldId="412"/>
            <ac:picMk id="8" creationId="{D37880E5-933A-49C1-BD65-74DBBF230047}"/>
          </ac:picMkLst>
        </pc:picChg>
        <pc:picChg chg="add del mod">
          <ac:chgData name="Guilherme Micota Stipp" userId="7d8a6ee1e82349c3" providerId="LiveId" clId="{AF4F6210-3DCF-40FF-B0A1-704432A1ACD1}" dt="2022-03-31T14:41:47.117" v="380" actId="478"/>
          <ac:picMkLst>
            <pc:docMk/>
            <pc:sldMk cId="4052973342" sldId="412"/>
            <ac:picMk id="10" creationId="{E8D21DE5-E899-4A3F-8CC9-330DB6DDE0C8}"/>
          </ac:picMkLst>
        </pc:picChg>
        <pc:picChg chg="add mod">
          <ac:chgData name="Guilherme Micota Stipp" userId="7d8a6ee1e82349c3" providerId="LiveId" clId="{AF4F6210-3DCF-40FF-B0A1-704432A1ACD1}" dt="2022-03-31T14:42:26.785" v="450" actId="14100"/>
          <ac:picMkLst>
            <pc:docMk/>
            <pc:sldMk cId="4052973342" sldId="412"/>
            <ac:picMk id="12" creationId="{4D6F434C-DEDB-40B0-BCBA-3E1DAE3D1146}"/>
          </ac:picMkLst>
        </pc:picChg>
      </pc:sldChg>
      <pc:sldChg chg="addSp delSp modSp add mod">
        <pc:chgData name="Guilherme Micota Stipp" userId="7d8a6ee1e82349c3" providerId="LiveId" clId="{AF4F6210-3DCF-40FF-B0A1-704432A1ACD1}" dt="2022-04-04T13:53:26.828" v="1071" actId="14100"/>
        <pc:sldMkLst>
          <pc:docMk/>
          <pc:sldMk cId="4253425478" sldId="413"/>
        </pc:sldMkLst>
        <pc:spChg chg="del mod">
          <ac:chgData name="Guilherme Micota Stipp" userId="7d8a6ee1e82349c3" providerId="LiveId" clId="{AF4F6210-3DCF-40FF-B0A1-704432A1ACD1}" dt="2022-04-01T15:12:30.357" v="725" actId="478"/>
          <ac:spMkLst>
            <pc:docMk/>
            <pc:sldMk cId="4253425478" sldId="413"/>
            <ac:spMk id="2" creationId="{F908659F-103C-44A8-8D2A-917D04085DD2}"/>
          </ac:spMkLst>
        </pc:spChg>
        <pc:spChg chg="mod">
          <ac:chgData name="Guilherme Micota Stipp" userId="7d8a6ee1e82349c3" providerId="LiveId" clId="{AF4F6210-3DCF-40FF-B0A1-704432A1ACD1}" dt="2022-04-04T13:31:45.873" v="989" actId="20577"/>
          <ac:spMkLst>
            <pc:docMk/>
            <pc:sldMk cId="4253425478" sldId="413"/>
            <ac:spMk id="13" creationId="{D0C9F8C4-BC80-439D-B398-B468E1969B13}"/>
          </ac:spMkLst>
        </pc:spChg>
        <pc:picChg chg="add del mod">
          <ac:chgData name="Guilherme Micota Stipp" userId="7d8a6ee1e82349c3" providerId="LiveId" clId="{AF4F6210-3DCF-40FF-B0A1-704432A1ACD1}" dt="2022-04-04T13:31:37.123" v="955" actId="478"/>
          <ac:picMkLst>
            <pc:docMk/>
            <pc:sldMk cId="4253425478" sldId="413"/>
            <ac:picMk id="8" creationId="{FF508DFE-8A19-459A-AE26-4DFC7525C96E}"/>
          </ac:picMkLst>
        </pc:picChg>
        <pc:picChg chg="add del mod">
          <ac:chgData name="Guilherme Micota Stipp" userId="7d8a6ee1e82349c3" providerId="LiveId" clId="{AF4F6210-3DCF-40FF-B0A1-704432A1ACD1}" dt="2022-04-01T16:28:47.049" v="754" actId="478"/>
          <ac:picMkLst>
            <pc:docMk/>
            <pc:sldMk cId="4253425478" sldId="413"/>
            <ac:picMk id="10" creationId="{49625568-938C-4ADC-9C28-761CA9B66362}"/>
          </ac:picMkLst>
        </pc:picChg>
        <pc:picChg chg="add del mod">
          <ac:chgData name="Guilherme Micota Stipp" userId="7d8a6ee1e82349c3" providerId="LiveId" clId="{AF4F6210-3DCF-40FF-B0A1-704432A1ACD1}" dt="2022-04-04T13:52:28.234" v="1030" actId="478"/>
          <ac:picMkLst>
            <pc:docMk/>
            <pc:sldMk cId="4253425478" sldId="413"/>
            <ac:picMk id="10" creationId="{F076E54A-F174-4FCB-A310-D5284EF92522}"/>
          </ac:picMkLst>
        </pc:picChg>
        <pc:picChg chg="add mod">
          <ac:chgData name="Guilherme Micota Stipp" userId="7d8a6ee1e82349c3" providerId="LiveId" clId="{AF4F6210-3DCF-40FF-B0A1-704432A1ACD1}" dt="2022-04-04T13:53:26.828" v="1071" actId="14100"/>
          <ac:picMkLst>
            <pc:docMk/>
            <pc:sldMk cId="4253425478" sldId="413"/>
            <ac:picMk id="12" creationId="{974F3DDE-E4C0-4647-92E9-2FEFCD71C930}"/>
          </ac:picMkLst>
        </pc:picChg>
      </pc:sldChg>
      <pc:sldChg chg="addSp delSp modSp add mod">
        <pc:chgData name="Guilherme Micota Stipp" userId="7d8a6ee1e82349c3" providerId="LiveId" clId="{AF4F6210-3DCF-40FF-B0A1-704432A1ACD1}" dt="2022-04-01T16:29:17.266" v="774" actId="14100"/>
        <pc:sldMkLst>
          <pc:docMk/>
          <pc:sldMk cId="4235403646" sldId="414"/>
        </pc:sldMkLst>
        <pc:spChg chg="del mod">
          <ac:chgData name="Guilherme Micota Stipp" userId="7d8a6ee1e82349c3" providerId="LiveId" clId="{AF4F6210-3DCF-40FF-B0A1-704432A1ACD1}" dt="2022-04-01T15:12:53.715" v="742" actId="478"/>
          <ac:spMkLst>
            <pc:docMk/>
            <pc:sldMk cId="4235403646" sldId="414"/>
            <ac:spMk id="2" creationId="{F908659F-103C-44A8-8D2A-917D04085DD2}"/>
          </ac:spMkLst>
        </pc:spChg>
        <pc:picChg chg="add mod">
          <ac:chgData name="Guilherme Micota Stipp" userId="7d8a6ee1e82349c3" providerId="LiveId" clId="{AF4F6210-3DCF-40FF-B0A1-704432A1ACD1}" dt="2022-04-01T16:29:17.266" v="774" actId="14100"/>
          <ac:picMkLst>
            <pc:docMk/>
            <pc:sldMk cId="4235403646" sldId="414"/>
            <ac:picMk id="8" creationId="{C2A40A9B-A104-4C3B-BB25-6D9A26DD8E37}"/>
          </ac:picMkLst>
        </pc:picChg>
        <pc:picChg chg="add del mod">
          <ac:chgData name="Guilherme Micota Stipp" userId="7d8a6ee1e82349c3" providerId="LiveId" clId="{AF4F6210-3DCF-40FF-B0A1-704432A1ACD1}" dt="2022-04-01T16:29:06.835" v="764" actId="478"/>
          <ac:picMkLst>
            <pc:docMk/>
            <pc:sldMk cId="4235403646" sldId="414"/>
            <ac:picMk id="10" creationId="{054195DD-C240-40FC-9F26-79666097B881}"/>
          </ac:picMkLst>
        </pc:picChg>
      </pc:sldChg>
      <pc:sldChg chg="modSp add del mod">
        <pc:chgData name="Guilherme Micota Stipp" userId="7d8a6ee1e82349c3" providerId="LiveId" clId="{AF4F6210-3DCF-40FF-B0A1-704432A1ACD1}" dt="2022-04-01T14:24:20.813" v="723" actId="47"/>
        <pc:sldMkLst>
          <pc:docMk/>
          <pc:sldMk cId="981871056" sldId="415"/>
        </pc:sldMkLst>
        <pc:spChg chg="mod">
          <ac:chgData name="Guilherme Micota Stipp" userId="7d8a6ee1e82349c3" providerId="LiveId" clId="{AF4F6210-3DCF-40FF-B0A1-704432A1ACD1}" dt="2022-03-31T12:50:41.785" v="190" actId="20577"/>
          <ac:spMkLst>
            <pc:docMk/>
            <pc:sldMk cId="981871056" sldId="415"/>
            <ac:spMk id="2" creationId="{F908659F-103C-44A8-8D2A-917D04085DD2}"/>
          </ac:spMkLst>
        </pc:spChg>
      </pc:sldChg>
      <pc:sldChg chg="modSp add del mod">
        <pc:chgData name="Guilherme Micota Stipp" userId="7d8a6ee1e82349c3" providerId="LiveId" clId="{AF4F6210-3DCF-40FF-B0A1-704432A1ACD1}" dt="2022-04-01T14:24:23.341" v="724" actId="47"/>
        <pc:sldMkLst>
          <pc:docMk/>
          <pc:sldMk cId="1375296522" sldId="416"/>
        </pc:sldMkLst>
        <pc:spChg chg="mod">
          <ac:chgData name="Guilherme Micota Stipp" userId="7d8a6ee1e82349c3" providerId="LiveId" clId="{AF4F6210-3DCF-40FF-B0A1-704432A1ACD1}" dt="2022-03-31T12:50:56.603" v="208" actId="20577"/>
          <ac:spMkLst>
            <pc:docMk/>
            <pc:sldMk cId="1375296522" sldId="416"/>
            <ac:spMk id="2" creationId="{F908659F-103C-44A8-8D2A-917D04085DD2}"/>
          </ac:spMkLst>
        </pc:spChg>
      </pc:sldChg>
      <pc:sldChg chg="add del">
        <pc:chgData name="Guilherme Micota Stipp" userId="7d8a6ee1e82349c3" providerId="LiveId" clId="{AF4F6210-3DCF-40FF-B0A1-704432A1ACD1}" dt="2022-04-01T14:24:17.600" v="722" actId="47"/>
        <pc:sldMkLst>
          <pc:docMk/>
          <pc:sldMk cId="745856466" sldId="417"/>
        </pc:sldMkLst>
      </pc:sldChg>
      <pc:sldChg chg="addSp delSp modSp add mod">
        <pc:chgData name="Guilherme Micota Stipp" userId="7d8a6ee1e82349c3" providerId="LiveId" clId="{AF4F6210-3DCF-40FF-B0A1-704432A1ACD1}" dt="2022-04-04T13:31:09.550" v="916" actId="14100"/>
        <pc:sldMkLst>
          <pc:docMk/>
          <pc:sldMk cId="1572076847" sldId="418"/>
        </pc:sldMkLst>
        <pc:picChg chg="add del mod">
          <ac:chgData name="Guilherme Micota Stipp" userId="7d8a6ee1e82349c3" providerId="LiveId" clId="{AF4F6210-3DCF-40FF-B0A1-704432A1ACD1}" dt="2022-04-04T13:31:00.907" v="881" actId="478"/>
          <ac:picMkLst>
            <pc:docMk/>
            <pc:sldMk cId="1572076847" sldId="418"/>
            <ac:picMk id="8" creationId="{B8B6B275-8C61-41F3-808D-1105D235D81C}"/>
          </ac:picMkLst>
        </pc:picChg>
        <pc:picChg chg="add mod">
          <ac:chgData name="Guilherme Micota Stipp" userId="7d8a6ee1e82349c3" providerId="LiveId" clId="{AF4F6210-3DCF-40FF-B0A1-704432A1ACD1}" dt="2022-04-04T13:31:09.550" v="916" actId="14100"/>
          <ac:picMkLst>
            <pc:docMk/>
            <pc:sldMk cId="1572076847" sldId="418"/>
            <ac:picMk id="10" creationId="{2D829301-0771-4A15-8AB9-E35F9E1D1078}"/>
          </ac:picMkLst>
        </pc:picChg>
        <pc:picChg chg="del">
          <ac:chgData name="Guilherme Micota Stipp" userId="7d8a6ee1e82349c3" providerId="LiveId" clId="{AF4F6210-3DCF-40FF-B0A1-704432A1ACD1}" dt="2022-03-31T13:57:33.321" v="337" actId="478"/>
          <ac:picMkLst>
            <pc:docMk/>
            <pc:sldMk cId="1572076847" sldId="418"/>
            <ac:picMk id="10" creationId="{E8D21DE5-E899-4A3F-8CC9-330DB6DDE0C8}"/>
          </ac:picMkLst>
        </pc:picChg>
      </pc:sldChg>
      <pc:sldChg chg="add">
        <pc:chgData name="Guilherme Micota Stipp" userId="7d8a6ee1e82349c3" providerId="LiveId" clId="{AF4F6210-3DCF-40FF-B0A1-704432A1ACD1}" dt="2022-03-31T14:41:45.228" v="379" actId="2890"/>
        <pc:sldMkLst>
          <pc:docMk/>
          <pc:sldMk cId="1493953540" sldId="419"/>
        </pc:sldMkLst>
      </pc:sldChg>
      <pc:sldChg chg="addSp delSp modSp add mod">
        <pc:chgData name="Guilherme Micota Stipp" userId="7d8a6ee1e82349c3" providerId="LiveId" clId="{AF4F6210-3DCF-40FF-B0A1-704432A1ACD1}" dt="2022-04-04T13:31:26.147" v="953" actId="14100"/>
        <pc:sldMkLst>
          <pc:docMk/>
          <pc:sldMk cId="4133161795" sldId="420"/>
        </pc:sldMkLst>
        <pc:picChg chg="add del mod">
          <ac:chgData name="Guilherme Micota Stipp" userId="7d8a6ee1e82349c3" providerId="LiveId" clId="{AF4F6210-3DCF-40FF-B0A1-704432A1ACD1}" dt="2022-04-04T13:31:15.906" v="917" actId="478"/>
          <ac:picMkLst>
            <pc:docMk/>
            <pc:sldMk cId="4133161795" sldId="420"/>
            <ac:picMk id="8" creationId="{21A8059F-8341-44DD-B7EB-AE73B77D52F1}"/>
          </ac:picMkLst>
        </pc:picChg>
        <pc:picChg chg="add mod">
          <ac:chgData name="Guilherme Micota Stipp" userId="7d8a6ee1e82349c3" providerId="LiveId" clId="{AF4F6210-3DCF-40FF-B0A1-704432A1ACD1}" dt="2022-04-04T13:31:26.147" v="953" actId="14100"/>
          <ac:picMkLst>
            <pc:docMk/>
            <pc:sldMk cId="4133161795" sldId="420"/>
            <ac:picMk id="10" creationId="{E698B50E-3EEC-4670-892C-42A045CF2924}"/>
          </ac:picMkLst>
        </pc:picChg>
        <pc:picChg chg="del">
          <ac:chgData name="Guilherme Micota Stipp" userId="7d8a6ee1e82349c3" providerId="LiveId" clId="{AF4F6210-3DCF-40FF-B0A1-704432A1ACD1}" dt="2022-03-31T14:42:29.700" v="452" actId="478"/>
          <ac:picMkLst>
            <pc:docMk/>
            <pc:sldMk cId="4133161795" sldId="420"/>
            <ac:picMk id="10" creationId="{E8D21DE5-E899-4A3F-8CC9-330DB6DDE0C8}"/>
          </ac:picMkLst>
        </pc:picChg>
      </pc:sldChg>
      <pc:sldChg chg="addSp delSp modSp add mod">
        <pc:chgData name="Guilherme Micota Stipp" userId="7d8a6ee1e82349c3" providerId="LiveId" clId="{AF4F6210-3DCF-40FF-B0A1-704432A1ACD1}" dt="2022-04-01T16:36:56.218" v="779" actId="20577"/>
        <pc:sldMkLst>
          <pc:docMk/>
          <pc:sldMk cId="3554884975" sldId="421"/>
        </pc:sldMkLst>
        <pc:spChg chg="add del mod">
          <ac:chgData name="Guilherme Micota Stipp" userId="7d8a6ee1e82349c3" providerId="LiveId" clId="{AF4F6210-3DCF-40FF-B0A1-704432A1ACD1}" dt="2022-03-31T18:07:50.725" v="660" actId="478"/>
          <ac:spMkLst>
            <pc:docMk/>
            <pc:sldMk cId="3554884975" sldId="421"/>
            <ac:spMk id="10" creationId="{224F0F83-67DC-477F-83BF-FBB7FF91AD27}"/>
          </ac:spMkLst>
        </pc:spChg>
        <pc:spChg chg="mod">
          <ac:chgData name="Guilherme Micota Stipp" userId="7d8a6ee1e82349c3" providerId="LiveId" clId="{AF4F6210-3DCF-40FF-B0A1-704432A1ACD1}" dt="2022-04-01T16:36:56.218" v="779" actId="20577"/>
          <ac:spMkLst>
            <pc:docMk/>
            <pc:sldMk cId="3554884975" sldId="421"/>
            <ac:spMk id="13" creationId="{D0C9F8C4-BC80-439D-B398-B468E1969B13}"/>
          </ac:spMkLst>
        </pc:spChg>
        <pc:picChg chg="del">
          <ac:chgData name="Guilherme Micota Stipp" userId="7d8a6ee1e82349c3" providerId="LiveId" clId="{AF4F6210-3DCF-40FF-B0A1-704432A1ACD1}" dt="2022-03-31T14:45:40.586" v="495" actId="478"/>
          <ac:picMkLst>
            <pc:docMk/>
            <pc:sldMk cId="3554884975" sldId="421"/>
            <ac:picMk id="8" creationId="{B8B6B275-8C61-41F3-808D-1105D235D81C}"/>
          </ac:picMkLst>
        </pc:picChg>
        <pc:picChg chg="add del mod">
          <ac:chgData name="Guilherme Micota Stipp" userId="7d8a6ee1e82349c3" providerId="LiveId" clId="{AF4F6210-3DCF-40FF-B0A1-704432A1ACD1}" dt="2022-03-31T18:07:57.358" v="680" actId="478"/>
          <ac:picMkLst>
            <pc:docMk/>
            <pc:sldMk cId="3554884975" sldId="421"/>
            <ac:picMk id="11" creationId="{B0CAB7AE-970A-429F-A820-76DEA48F465C}"/>
          </ac:picMkLst>
        </pc:picChg>
        <pc:picChg chg="add mod">
          <ac:chgData name="Guilherme Micota Stipp" userId="7d8a6ee1e82349c3" providerId="LiveId" clId="{AF4F6210-3DCF-40FF-B0A1-704432A1ACD1}" dt="2022-03-31T18:08:38.459" v="721" actId="14100"/>
          <ac:picMkLst>
            <pc:docMk/>
            <pc:sldMk cId="3554884975" sldId="421"/>
            <ac:picMk id="14" creationId="{94CB8962-9DFD-4F13-AA68-E84846E947DB}"/>
          </ac:picMkLst>
        </pc:picChg>
      </pc:sldChg>
      <pc:sldChg chg="addSp delSp modSp add mod ord">
        <pc:chgData name="Guilherme Micota Stipp" userId="7d8a6ee1e82349c3" providerId="LiveId" clId="{AF4F6210-3DCF-40FF-B0A1-704432A1ACD1}" dt="2022-04-04T14:24:19.639" v="1226"/>
        <pc:sldMkLst>
          <pc:docMk/>
          <pc:sldMk cId="3355083448" sldId="422"/>
        </pc:sldMkLst>
        <pc:spChg chg="mod">
          <ac:chgData name="Guilherme Micota Stipp" userId="7d8a6ee1e82349c3" providerId="LiveId" clId="{AF4F6210-3DCF-40FF-B0A1-704432A1ACD1}" dt="2022-04-01T16:45:10.780" v="854" actId="20577"/>
          <ac:spMkLst>
            <pc:docMk/>
            <pc:sldMk cId="3355083448" sldId="422"/>
            <ac:spMk id="13" creationId="{D0C9F8C4-BC80-439D-B398-B468E1969B13}"/>
          </ac:spMkLst>
        </pc:spChg>
        <pc:picChg chg="add mod">
          <ac:chgData name="Guilherme Micota Stipp" userId="7d8a6ee1e82349c3" providerId="LiveId" clId="{AF4F6210-3DCF-40FF-B0A1-704432A1ACD1}" dt="2022-04-04T14:07:32.532" v="1108" actId="14100"/>
          <ac:picMkLst>
            <pc:docMk/>
            <pc:sldMk cId="3355083448" sldId="422"/>
            <ac:picMk id="8" creationId="{168FFF95-9881-4F64-80BF-F9075E9DA4A3}"/>
          </ac:picMkLst>
        </pc:picChg>
        <pc:picChg chg="del mod">
          <ac:chgData name="Guilherme Micota Stipp" userId="7d8a6ee1e82349c3" providerId="LiveId" clId="{AF4F6210-3DCF-40FF-B0A1-704432A1ACD1}" dt="2022-04-01T16:44:59.457" v="831" actId="478"/>
          <ac:picMkLst>
            <pc:docMk/>
            <pc:sldMk cId="3355083448" sldId="422"/>
            <ac:picMk id="8" creationId="{C2A40A9B-A104-4C3B-BB25-6D9A26DD8E37}"/>
          </ac:picMkLst>
        </pc:picChg>
      </pc:sldChg>
      <pc:sldChg chg="addSp delSp modSp add mod">
        <pc:chgData name="Guilherme Micota Stipp" userId="7d8a6ee1e82349c3" providerId="LiveId" clId="{AF4F6210-3DCF-40FF-B0A1-704432A1ACD1}" dt="2022-04-04T14:23:30.835" v="1224" actId="14100"/>
        <pc:sldMkLst>
          <pc:docMk/>
          <pc:sldMk cId="719170803" sldId="423"/>
        </pc:sldMkLst>
        <pc:spChg chg="mod">
          <ac:chgData name="Guilherme Micota Stipp" userId="7d8a6ee1e82349c3" providerId="LiveId" clId="{AF4F6210-3DCF-40FF-B0A1-704432A1ACD1}" dt="2022-04-01T16:45:54.821" v="880" actId="20577"/>
          <ac:spMkLst>
            <pc:docMk/>
            <pc:sldMk cId="719170803" sldId="423"/>
            <ac:spMk id="13" creationId="{D0C9F8C4-BC80-439D-B398-B468E1969B13}"/>
          </ac:spMkLst>
        </pc:spChg>
        <pc:picChg chg="add del mod">
          <ac:chgData name="Guilherme Micota Stipp" userId="7d8a6ee1e82349c3" providerId="LiveId" clId="{AF4F6210-3DCF-40FF-B0A1-704432A1ACD1}" dt="2022-04-04T14:22:27.481" v="1185" actId="478"/>
          <ac:picMkLst>
            <pc:docMk/>
            <pc:sldMk cId="719170803" sldId="423"/>
            <ac:picMk id="8" creationId="{157D8736-40A3-4D66-8077-F07E8098F918}"/>
          </ac:picMkLst>
        </pc:picChg>
        <pc:picChg chg="add mod">
          <ac:chgData name="Guilherme Micota Stipp" userId="7d8a6ee1e82349c3" providerId="LiveId" clId="{AF4F6210-3DCF-40FF-B0A1-704432A1ACD1}" dt="2022-04-04T14:23:30.835" v="1224" actId="14100"/>
          <ac:picMkLst>
            <pc:docMk/>
            <pc:sldMk cId="719170803" sldId="423"/>
            <ac:picMk id="11" creationId="{AEF1495E-25FD-4A54-BEAA-91C3C3BF8487}"/>
          </ac:picMkLst>
        </pc:picChg>
      </pc:sldChg>
      <pc:sldChg chg="add">
        <pc:chgData name="Guilherme Micota Stipp" userId="7d8a6ee1e82349c3" providerId="LiveId" clId="{AF4F6210-3DCF-40FF-B0A1-704432A1ACD1}" dt="2022-04-04T13:31:35.511" v="954" actId="2890"/>
        <pc:sldMkLst>
          <pc:docMk/>
          <pc:sldMk cId="2443057107" sldId="424"/>
        </pc:sldMkLst>
      </pc:sldChg>
      <pc:sldChg chg="addSp delSp modSp add mod ord">
        <pc:chgData name="Guilherme Micota Stipp" userId="7d8a6ee1e82349c3" providerId="LiveId" clId="{AF4F6210-3DCF-40FF-B0A1-704432A1ACD1}" dt="2022-04-04T14:24:19.639" v="1226"/>
        <pc:sldMkLst>
          <pc:docMk/>
          <pc:sldMk cId="4012829193" sldId="425"/>
        </pc:sldMkLst>
        <pc:picChg chg="del">
          <ac:chgData name="Guilherme Micota Stipp" userId="7d8a6ee1e82349c3" providerId="LiveId" clId="{AF4F6210-3DCF-40FF-B0A1-704432A1ACD1}" dt="2022-04-04T14:07:34.952" v="1110" actId="478"/>
          <ac:picMkLst>
            <pc:docMk/>
            <pc:sldMk cId="4012829193" sldId="425"/>
            <ac:picMk id="8" creationId="{168FFF95-9881-4F64-80BF-F9075E9DA4A3}"/>
          </ac:picMkLst>
        </pc:picChg>
        <pc:picChg chg="add mod">
          <ac:chgData name="Guilherme Micota Stipp" userId="7d8a6ee1e82349c3" providerId="LiveId" clId="{AF4F6210-3DCF-40FF-B0A1-704432A1ACD1}" dt="2022-04-04T14:08:57.017" v="1145" actId="14100"/>
          <ac:picMkLst>
            <pc:docMk/>
            <pc:sldMk cId="4012829193" sldId="425"/>
            <ac:picMk id="10" creationId="{CA9A00C5-96FF-4198-BD92-53B2934D2BFA}"/>
          </ac:picMkLst>
        </pc:picChg>
      </pc:sldChg>
      <pc:sldChg chg="addSp delSp modSp add mod">
        <pc:chgData name="Guilherme Micota Stipp" userId="7d8a6ee1e82349c3" providerId="LiveId" clId="{AF4F6210-3DCF-40FF-B0A1-704432A1ACD1}" dt="2022-04-04T15:14:07.574" v="1368" actId="14100"/>
        <pc:sldMkLst>
          <pc:docMk/>
          <pc:sldMk cId="3992320376" sldId="426"/>
        </pc:sldMkLst>
        <pc:spChg chg="mod">
          <ac:chgData name="Guilherme Micota Stipp" userId="7d8a6ee1e82349c3" providerId="LiveId" clId="{AF4F6210-3DCF-40FF-B0A1-704432A1ACD1}" dt="2022-04-04T15:13:32.424" v="1331" actId="20577"/>
          <ac:spMkLst>
            <pc:docMk/>
            <pc:sldMk cId="3992320376" sldId="426"/>
            <ac:spMk id="13" creationId="{D0C9F8C4-BC80-439D-B398-B468E1969B13}"/>
          </ac:spMkLst>
        </pc:spChg>
        <pc:picChg chg="add del mod">
          <ac:chgData name="Guilherme Micota Stipp" userId="7d8a6ee1e82349c3" providerId="LiveId" clId="{AF4F6210-3DCF-40FF-B0A1-704432A1ACD1}" dt="2022-04-04T15:14:00.054" v="1332" actId="478"/>
          <ac:picMkLst>
            <pc:docMk/>
            <pc:sldMk cId="3992320376" sldId="426"/>
            <ac:picMk id="8" creationId="{C3DF65BB-5920-48BC-9B76-D10F2B1BBBB6}"/>
          </ac:picMkLst>
        </pc:picChg>
        <pc:picChg chg="del">
          <ac:chgData name="Guilherme Micota Stipp" userId="7d8a6ee1e82349c3" providerId="LiveId" clId="{AF4F6210-3DCF-40FF-B0A1-704432A1ACD1}" dt="2022-04-04T15:13:17.279" v="1272" actId="478"/>
          <ac:picMkLst>
            <pc:docMk/>
            <pc:sldMk cId="3992320376" sldId="426"/>
            <ac:picMk id="10" creationId="{2D829301-0771-4A15-8AB9-E35F9E1D1078}"/>
          </ac:picMkLst>
        </pc:picChg>
        <pc:picChg chg="add mod">
          <ac:chgData name="Guilherme Micota Stipp" userId="7d8a6ee1e82349c3" providerId="LiveId" clId="{AF4F6210-3DCF-40FF-B0A1-704432A1ACD1}" dt="2022-04-04T15:14:07.574" v="1368" actId="14100"/>
          <ac:picMkLst>
            <pc:docMk/>
            <pc:sldMk cId="3992320376" sldId="426"/>
            <ac:picMk id="12" creationId="{D3BFA6C6-E3BA-4A22-8365-641E48AAD999}"/>
          </ac:picMkLst>
        </pc:picChg>
      </pc:sldChg>
    </pc:docChg>
  </pc:docChgLst>
  <pc:docChgLst>
    <pc:chgData name="Guilherme Micota Stipp" userId="7d8a6ee1e82349c3" providerId="LiveId" clId="{E9266291-7CF5-4ADB-9B10-97FC13395544}"/>
    <pc:docChg chg="undo custSel addSld delSld modSld sldOrd">
      <pc:chgData name="Guilherme Micota Stipp" userId="7d8a6ee1e82349c3" providerId="LiveId" clId="{E9266291-7CF5-4ADB-9B10-97FC13395544}" dt="2022-01-31T18:39:08.916" v="838" actId="47"/>
      <pc:docMkLst>
        <pc:docMk/>
      </pc:docMkLst>
      <pc:sldChg chg="del">
        <pc:chgData name="Guilherme Micota Stipp" userId="7d8a6ee1e82349c3" providerId="LiveId" clId="{E9266291-7CF5-4ADB-9B10-97FC13395544}" dt="2022-01-21T22:53:46.025" v="0" actId="47"/>
        <pc:sldMkLst>
          <pc:docMk/>
          <pc:sldMk cId="3703355201" sldId="367"/>
        </pc:sldMkLst>
      </pc:sldChg>
      <pc:sldChg chg="del">
        <pc:chgData name="Guilherme Micota Stipp" userId="7d8a6ee1e82349c3" providerId="LiveId" clId="{E9266291-7CF5-4ADB-9B10-97FC13395544}" dt="2022-01-21T22:53:46.653" v="1" actId="47"/>
        <pc:sldMkLst>
          <pc:docMk/>
          <pc:sldMk cId="936443012" sldId="369"/>
        </pc:sldMkLst>
      </pc:sldChg>
      <pc:sldChg chg="del">
        <pc:chgData name="Guilherme Micota Stipp" userId="7d8a6ee1e82349c3" providerId="LiveId" clId="{E9266291-7CF5-4ADB-9B10-97FC13395544}" dt="2022-01-21T22:53:48.626" v="4" actId="47"/>
        <pc:sldMkLst>
          <pc:docMk/>
          <pc:sldMk cId="2229717314" sldId="370"/>
        </pc:sldMkLst>
      </pc:sldChg>
      <pc:sldChg chg="del">
        <pc:chgData name="Guilherme Micota Stipp" userId="7d8a6ee1e82349c3" providerId="LiveId" clId="{E9266291-7CF5-4ADB-9B10-97FC13395544}" dt="2022-01-21T22:53:49.659" v="5" actId="47"/>
        <pc:sldMkLst>
          <pc:docMk/>
          <pc:sldMk cId="982102360" sldId="371"/>
        </pc:sldMkLst>
      </pc:sldChg>
      <pc:sldChg chg="del">
        <pc:chgData name="Guilherme Micota Stipp" userId="7d8a6ee1e82349c3" providerId="LiveId" clId="{E9266291-7CF5-4ADB-9B10-97FC13395544}" dt="2022-01-21T22:54:00.714" v="7" actId="47"/>
        <pc:sldMkLst>
          <pc:docMk/>
          <pc:sldMk cId="1582058062" sldId="372"/>
        </pc:sldMkLst>
      </pc:sldChg>
      <pc:sldChg chg="del">
        <pc:chgData name="Guilherme Micota Stipp" userId="7d8a6ee1e82349c3" providerId="LiveId" clId="{E9266291-7CF5-4ADB-9B10-97FC13395544}" dt="2022-01-21T22:53:50.491" v="6" actId="47"/>
        <pc:sldMkLst>
          <pc:docMk/>
          <pc:sldMk cId="3223908926" sldId="373"/>
        </pc:sldMkLst>
      </pc:sldChg>
      <pc:sldChg chg="del">
        <pc:chgData name="Guilherme Micota Stipp" userId="7d8a6ee1e82349c3" providerId="LiveId" clId="{E9266291-7CF5-4ADB-9B10-97FC13395544}" dt="2022-01-21T22:54:02.060" v="8" actId="47"/>
        <pc:sldMkLst>
          <pc:docMk/>
          <pc:sldMk cId="2392125781" sldId="374"/>
        </pc:sldMkLst>
      </pc:sldChg>
      <pc:sldChg chg="addSp delSp modSp del mod">
        <pc:chgData name="Guilherme Micota Stipp" userId="7d8a6ee1e82349c3" providerId="LiveId" clId="{E9266291-7CF5-4ADB-9B10-97FC13395544}" dt="2022-01-31T14:32:34.563" v="716" actId="47"/>
        <pc:sldMkLst>
          <pc:docMk/>
          <pc:sldMk cId="2681605066" sldId="375"/>
        </pc:sldMkLst>
        <pc:spChg chg="add del mod">
          <ac:chgData name="Guilherme Micota Stipp" userId="7d8a6ee1e82349c3" providerId="LiveId" clId="{E9266291-7CF5-4ADB-9B10-97FC13395544}" dt="2022-01-31T14:32:03.222" v="705" actId="1036"/>
          <ac:spMkLst>
            <pc:docMk/>
            <pc:sldMk cId="2681605066" sldId="375"/>
            <ac:spMk id="6" creationId="{F9D35F11-8A9B-446C-9011-CF6AB758605A}"/>
          </ac:spMkLst>
        </pc:spChg>
        <pc:spChg chg="del mod">
          <ac:chgData name="Guilherme Micota Stipp" userId="7d8a6ee1e82349c3" providerId="LiveId" clId="{E9266291-7CF5-4ADB-9B10-97FC13395544}" dt="2022-01-31T14:31:35.446" v="693" actId="478"/>
          <ac:spMkLst>
            <pc:docMk/>
            <pc:sldMk cId="2681605066" sldId="375"/>
            <ac:spMk id="10" creationId="{0DC30F15-2778-418E-A2EF-BEAEC6F95C4E}"/>
          </ac:spMkLst>
        </pc:spChg>
        <pc:picChg chg="del">
          <ac:chgData name="Guilherme Micota Stipp" userId="7d8a6ee1e82349c3" providerId="LiveId" clId="{E9266291-7CF5-4ADB-9B10-97FC13395544}" dt="2022-01-21T22:54:10.909" v="9" actId="478"/>
          <ac:picMkLst>
            <pc:docMk/>
            <pc:sldMk cId="2681605066" sldId="375"/>
            <ac:picMk id="8" creationId="{33D0D32D-0D5A-41FA-A55E-BB3ED91713DB}"/>
          </ac:picMkLst>
        </pc:picChg>
        <pc:picChg chg="add del mod">
          <ac:chgData name="Guilherme Micota Stipp" userId="7d8a6ee1e82349c3" providerId="LiveId" clId="{E9266291-7CF5-4ADB-9B10-97FC13395544}" dt="2022-01-31T14:30:33.637" v="657" actId="478"/>
          <ac:picMkLst>
            <pc:docMk/>
            <pc:sldMk cId="2681605066" sldId="375"/>
            <ac:picMk id="8" creationId="{CDBD6C3E-BFC1-4E45-9D0A-57F99C0DF7B4}"/>
          </ac:picMkLst>
        </pc:picChg>
        <pc:picChg chg="del">
          <ac:chgData name="Guilherme Micota Stipp" userId="7d8a6ee1e82349c3" providerId="LiveId" clId="{E9266291-7CF5-4ADB-9B10-97FC13395544}" dt="2022-01-31T14:31:36.455" v="694" actId="478"/>
          <ac:picMkLst>
            <pc:docMk/>
            <pc:sldMk cId="2681605066" sldId="375"/>
            <ac:picMk id="9" creationId="{D6A9D3FF-1ABA-42CE-9AC5-323305CC68EA}"/>
          </ac:picMkLst>
        </pc:picChg>
        <pc:picChg chg="add mod">
          <ac:chgData name="Guilherme Micota Stipp" userId="7d8a6ee1e82349c3" providerId="LiveId" clId="{E9266291-7CF5-4ADB-9B10-97FC13395544}" dt="2022-01-31T14:31:57.001" v="702" actId="1037"/>
          <ac:picMkLst>
            <pc:docMk/>
            <pc:sldMk cId="2681605066" sldId="375"/>
            <ac:picMk id="11" creationId="{DAFFFAB1-B888-4805-8913-66D292CCEC8D}"/>
          </ac:picMkLst>
        </pc:picChg>
        <pc:picChg chg="add del mod">
          <ac:chgData name="Guilherme Micota Stipp" userId="7d8a6ee1e82349c3" providerId="LiveId" clId="{E9266291-7CF5-4ADB-9B10-97FC13395544}" dt="2022-01-31T14:31:43.344" v="696" actId="478"/>
          <ac:picMkLst>
            <pc:docMk/>
            <pc:sldMk cId="2681605066" sldId="375"/>
            <ac:picMk id="12" creationId="{3864A1E8-6CE2-4F5B-910B-81022773CF9B}"/>
          </ac:picMkLst>
        </pc:picChg>
        <pc:picChg chg="del">
          <ac:chgData name="Guilherme Micota Stipp" userId="7d8a6ee1e82349c3" providerId="LiveId" clId="{E9266291-7CF5-4ADB-9B10-97FC13395544}" dt="2022-01-21T22:54:11.363" v="10" actId="478"/>
          <ac:picMkLst>
            <pc:docMk/>
            <pc:sldMk cId="2681605066" sldId="375"/>
            <ac:picMk id="12" creationId="{B5DDCEEB-DC80-4938-96D1-2E5EFB951499}"/>
          </ac:picMkLst>
        </pc:picChg>
        <pc:picChg chg="add mod">
          <ac:chgData name="Guilherme Micota Stipp" userId="7d8a6ee1e82349c3" providerId="LiveId" clId="{E9266291-7CF5-4ADB-9B10-97FC13395544}" dt="2022-01-31T14:32:14.984" v="715" actId="1036"/>
          <ac:picMkLst>
            <pc:docMk/>
            <pc:sldMk cId="2681605066" sldId="375"/>
            <ac:picMk id="13" creationId="{AF40179F-0AEC-4731-A41D-D56048E3A331}"/>
          </ac:picMkLst>
        </pc:picChg>
      </pc:sldChg>
      <pc:sldChg chg="del">
        <pc:chgData name="Guilherme Micota Stipp" userId="7d8a6ee1e82349c3" providerId="LiveId" clId="{E9266291-7CF5-4ADB-9B10-97FC13395544}" dt="2022-01-21T22:53:47.226" v="2" actId="47"/>
        <pc:sldMkLst>
          <pc:docMk/>
          <pc:sldMk cId="3989258479" sldId="376"/>
        </pc:sldMkLst>
      </pc:sldChg>
      <pc:sldChg chg="del">
        <pc:chgData name="Guilherme Micota Stipp" userId="7d8a6ee1e82349c3" providerId="LiveId" clId="{E9266291-7CF5-4ADB-9B10-97FC13395544}" dt="2022-01-21T22:53:47.911" v="3" actId="47"/>
        <pc:sldMkLst>
          <pc:docMk/>
          <pc:sldMk cId="28923105" sldId="377"/>
        </pc:sldMkLst>
      </pc:sldChg>
      <pc:sldChg chg="addSp delSp modSp mod">
        <pc:chgData name="Guilherme Micota Stipp" userId="7d8a6ee1e82349c3" providerId="LiveId" clId="{E9266291-7CF5-4ADB-9B10-97FC13395544}" dt="2022-01-31T14:30:14.100" v="654" actId="14100"/>
        <pc:sldMkLst>
          <pc:docMk/>
          <pc:sldMk cId="256213339" sldId="377"/>
        </pc:sldMkLst>
        <pc:picChg chg="add del mod">
          <ac:chgData name="Guilherme Micota Stipp" userId="7d8a6ee1e82349c3" providerId="LiveId" clId="{E9266291-7CF5-4ADB-9B10-97FC13395544}" dt="2022-01-31T04:43:02.337" v="576"/>
          <ac:picMkLst>
            <pc:docMk/>
            <pc:sldMk cId="256213339" sldId="377"/>
            <ac:picMk id="8" creationId="{3A990BD9-9267-4338-869C-A403BA1F01AD}"/>
          </ac:picMkLst>
        </pc:picChg>
        <pc:picChg chg="add mod">
          <ac:chgData name="Guilherme Micota Stipp" userId="7d8a6ee1e82349c3" providerId="LiveId" clId="{E9266291-7CF5-4ADB-9B10-97FC13395544}" dt="2022-01-31T14:30:14.100" v="654" actId="14100"/>
          <ac:picMkLst>
            <pc:docMk/>
            <pc:sldMk cId="256213339" sldId="377"/>
            <ac:picMk id="8" creationId="{4FA94443-DD05-406B-A5AD-5A3BF2F02382}"/>
          </ac:picMkLst>
        </pc:picChg>
      </pc:sldChg>
      <pc:sldChg chg="del">
        <pc:chgData name="Guilherme Micota Stipp" userId="7d8a6ee1e82349c3" providerId="LiveId" clId="{E9266291-7CF5-4ADB-9B10-97FC13395544}" dt="2022-01-31T14:30:20.014" v="655" actId="47"/>
        <pc:sldMkLst>
          <pc:docMk/>
          <pc:sldMk cId="3977300562" sldId="379"/>
        </pc:sldMkLst>
      </pc:sldChg>
      <pc:sldChg chg="addSp modSp mod">
        <pc:chgData name="Guilherme Micota Stipp" userId="7d8a6ee1e82349c3" providerId="LiveId" clId="{E9266291-7CF5-4ADB-9B10-97FC13395544}" dt="2022-01-31T02:27:41.008" v="368" actId="14100"/>
        <pc:sldMkLst>
          <pc:docMk/>
          <pc:sldMk cId="2324104785" sldId="380"/>
        </pc:sldMkLst>
        <pc:picChg chg="add mod">
          <ac:chgData name="Guilherme Micota Stipp" userId="7d8a6ee1e82349c3" providerId="LiveId" clId="{E9266291-7CF5-4ADB-9B10-97FC13395544}" dt="2022-01-31T02:27:41.008" v="368" actId="14100"/>
          <ac:picMkLst>
            <pc:docMk/>
            <pc:sldMk cId="2324104785" sldId="380"/>
            <ac:picMk id="8" creationId="{0F794FD4-6586-43FC-BB6F-FD2232CD0FBF}"/>
          </ac:picMkLst>
        </pc:picChg>
      </pc:sldChg>
      <pc:sldChg chg="addSp modSp mod ord">
        <pc:chgData name="Guilherme Micota Stipp" userId="7d8a6ee1e82349c3" providerId="LiveId" clId="{E9266291-7CF5-4ADB-9B10-97FC13395544}" dt="2022-01-31T18:17:02.883" v="807"/>
        <pc:sldMkLst>
          <pc:docMk/>
          <pc:sldMk cId="2545110012" sldId="381"/>
        </pc:sldMkLst>
        <pc:picChg chg="add mod">
          <ac:chgData name="Guilherme Micota Stipp" userId="7d8a6ee1e82349c3" providerId="LiveId" clId="{E9266291-7CF5-4ADB-9B10-97FC13395544}" dt="2022-01-31T02:28:00.746" v="389" actId="14100"/>
          <ac:picMkLst>
            <pc:docMk/>
            <pc:sldMk cId="2545110012" sldId="381"/>
            <ac:picMk id="8" creationId="{01206489-1D2C-45FA-BC30-4222DD4F5274}"/>
          </ac:picMkLst>
        </pc:picChg>
      </pc:sldChg>
      <pc:sldChg chg="addSp modSp del mod">
        <pc:chgData name="Guilherme Micota Stipp" userId="7d8a6ee1e82349c3" providerId="LiveId" clId="{E9266291-7CF5-4ADB-9B10-97FC13395544}" dt="2022-01-31T18:39:08.916" v="838" actId="47"/>
        <pc:sldMkLst>
          <pc:docMk/>
          <pc:sldMk cId="2518603127" sldId="382"/>
        </pc:sldMkLst>
        <pc:picChg chg="add mod">
          <ac:chgData name="Guilherme Micota Stipp" userId="7d8a6ee1e82349c3" providerId="LiveId" clId="{E9266291-7CF5-4ADB-9B10-97FC13395544}" dt="2022-01-31T02:43:25.863" v="414" actId="14100"/>
          <ac:picMkLst>
            <pc:docMk/>
            <pc:sldMk cId="2518603127" sldId="382"/>
            <ac:picMk id="8" creationId="{67E8DC1C-98EC-493C-954D-A4ED699F13CD}"/>
          </ac:picMkLst>
        </pc:picChg>
      </pc:sldChg>
      <pc:sldChg chg="addSp modSp del mod ord">
        <pc:chgData name="Guilherme Micota Stipp" userId="7d8a6ee1e82349c3" providerId="LiveId" clId="{E9266291-7CF5-4ADB-9B10-97FC13395544}" dt="2022-01-31T18:16:58.855" v="805" actId="47"/>
        <pc:sldMkLst>
          <pc:docMk/>
          <pc:sldMk cId="4049709672" sldId="383"/>
        </pc:sldMkLst>
        <pc:picChg chg="add mod">
          <ac:chgData name="Guilherme Micota Stipp" userId="7d8a6ee1e82349c3" providerId="LiveId" clId="{E9266291-7CF5-4ADB-9B10-97FC13395544}" dt="2022-01-31T03:17:44.553" v="439" actId="14100"/>
          <ac:picMkLst>
            <pc:docMk/>
            <pc:sldMk cId="4049709672" sldId="383"/>
            <ac:picMk id="8" creationId="{CD76C081-F150-4BCA-9ADD-0567500C514D}"/>
          </ac:picMkLst>
        </pc:picChg>
      </pc:sldChg>
      <pc:sldChg chg="addSp delSp modSp mod">
        <pc:chgData name="Guilherme Micota Stipp" userId="7d8a6ee1e82349c3" providerId="LiveId" clId="{E9266291-7CF5-4ADB-9B10-97FC13395544}" dt="2022-01-31T02:03:45.560" v="346" actId="14100"/>
        <pc:sldMkLst>
          <pc:docMk/>
          <pc:sldMk cId="575610892" sldId="384"/>
        </pc:sldMkLst>
        <pc:picChg chg="add del mod">
          <ac:chgData name="Guilherme Micota Stipp" userId="7d8a6ee1e82349c3" providerId="LiveId" clId="{E9266291-7CF5-4ADB-9B10-97FC13395544}" dt="2022-01-31T01:52:43.014" v="279" actId="478"/>
          <ac:picMkLst>
            <pc:docMk/>
            <pc:sldMk cId="575610892" sldId="384"/>
            <ac:picMk id="8" creationId="{5448D3B8-597A-4BBB-BB50-E5C1FEB40162}"/>
          </ac:picMkLst>
        </pc:picChg>
        <pc:picChg chg="add del mod">
          <ac:chgData name="Guilherme Micota Stipp" userId="7d8a6ee1e82349c3" providerId="LiveId" clId="{E9266291-7CF5-4ADB-9B10-97FC13395544}" dt="2022-01-31T01:52:49.090" v="290" actId="478"/>
          <ac:picMkLst>
            <pc:docMk/>
            <pc:sldMk cId="575610892" sldId="384"/>
            <ac:picMk id="11" creationId="{93F3428E-0DA9-4967-AD7B-B3E3430F69DC}"/>
          </ac:picMkLst>
        </pc:picChg>
        <pc:picChg chg="add del mod">
          <ac:chgData name="Guilherme Micota Stipp" userId="7d8a6ee1e82349c3" providerId="LiveId" clId="{E9266291-7CF5-4ADB-9B10-97FC13395544}" dt="2022-01-31T02:03:30.832" v="320" actId="478"/>
          <ac:picMkLst>
            <pc:docMk/>
            <pc:sldMk cId="575610892" sldId="384"/>
            <ac:picMk id="13" creationId="{8632F6D2-B433-4A81-84B4-D45746471BEB}"/>
          </ac:picMkLst>
        </pc:picChg>
        <pc:picChg chg="add mod">
          <ac:chgData name="Guilherme Micota Stipp" userId="7d8a6ee1e82349c3" providerId="LiveId" clId="{E9266291-7CF5-4ADB-9B10-97FC13395544}" dt="2022-01-31T02:03:45.560" v="346" actId="14100"/>
          <ac:picMkLst>
            <pc:docMk/>
            <pc:sldMk cId="575610892" sldId="384"/>
            <ac:picMk id="15" creationId="{E17CC54C-5635-44F5-8552-01BB34B6A468}"/>
          </ac:picMkLst>
        </pc:picChg>
      </pc:sldChg>
      <pc:sldChg chg="addSp delSp modSp mod">
        <pc:chgData name="Guilherme Micota Stipp" userId="7d8a6ee1e82349c3" providerId="LiveId" clId="{E9266291-7CF5-4ADB-9B10-97FC13395544}" dt="2022-01-31T13:52:59.009" v="623" actId="14100"/>
        <pc:sldMkLst>
          <pc:docMk/>
          <pc:sldMk cId="328276980" sldId="385"/>
        </pc:sldMkLst>
        <pc:picChg chg="add del mod">
          <ac:chgData name="Guilherme Micota Stipp" userId="7d8a6ee1e82349c3" providerId="LiveId" clId="{E9266291-7CF5-4ADB-9B10-97FC13395544}" dt="2022-01-31T13:52:48.895" v="597" actId="478"/>
          <ac:picMkLst>
            <pc:docMk/>
            <pc:sldMk cId="328276980" sldId="385"/>
            <ac:picMk id="8" creationId="{B5B65719-CF6F-4562-88F4-C73736840663}"/>
          </ac:picMkLst>
        </pc:picChg>
        <pc:picChg chg="add mod">
          <ac:chgData name="Guilherme Micota Stipp" userId="7d8a6ee1e82349c3" providerId="LiveId" clId="{E9266291-7CF5-4ADB-9B10-97FC13395544}" dt="2022-01-31T13:52:59.009" v="623" actId="14100"/>
          <ac:picMkLst>
            <pc:docMk/>
            <pc:sldMk cId="328276980" sldId="385"/>
            <ac:picMk id="11" creationId="{E0FA8A98-7BA8-4577-91C3-B55C4AD86D09}"/>
          </ac:picMkLst>
        </pc:picChg>
      </pc:sldChg>
      <pc:sldChg chg="addSp delSp modSp mod">
        <pc:chgData name="Guilherme Micota Stipp" userId="7d8a6ee1e82349c3" providerId="LiveId" clId="{E9266291-7CF5-4ADB-9B10-97FC13395544}" dt="2022-01-31T01:01:50.448" v="145" actId="14100"/>
        <pc:sldMkLst>
          <pc:docMk/>
          <pc:sldMk cId="2297147168" sldId="386"/>
        </pc:sldMkLst>
        <pc:picChg chg="add del mod">
          <ac:chgData name="Guilherme Micota Stipp" userId="7d8a6ee1e82349c3" providerId="LiveId" clId="{E9266291-7CF5-4ADB-9B10-97FC13395544}" dt="2022-01-31T01:01:36.563" v="125" actId="478"/>
          <ac:picMkLst>
            <pc:docMk/>
            <pc:sldMk cId="2297147168" sldId="386"/>
            <ac:picMk id="8" creationId="{8EA96B83-90AC-4302-AF02-A33BF427451F}"/>
          </ac:picMkLst>
        </pc:picChg>
        <pc:picChg chg="add mod">
          <ac:chgData name="Guilherme Micota Stipp" userId="7d8a6ee1e82349c3" providerId="LiveId" clId="{E9266291-7CF5-4ADB-9B10-97FC13395544}" dt="2022-01-31T01:01:50.448" v="145" actId="14100"/>
          <ac:picMkLst>
            <pc:docMk/>
            <pc:sldMk cId="2297147168" sldId="386"/>
            <ac:picMk id="12" creationId="{C4A2B9F5-5E9E-481D-8FE5-00A4DC502016}"/>
          </ac:picMkLst>
        </pc:picChg>
      </pc:sldChg>
      <pc:sldChg chg="addSp delSp modSp mod ord">
        <pc:chgData name="Guilherme Micota Stipp" userId="7d8a6ee1e82349c3" providerId="LiveId" clId="{E9266291-7CF5-4ADB-9B10-97FC13395544}" dt="2022-01-31T18:26:43.888" v="809"/>
        <pc:sldMkLst>
          <pc:docMk/>
          <pc:sldMk cId="314059784" sldId="387"/>
        </pc:sldMkLst>
        <pc:picChg chg="add del mod">
          <ac:chgData name="Guilherme Micota Stipp" userId="7d8a6ee1e82349c3" providerId="LiveId" clId="{E9266291-7CF5-4ADB-9B10-97FC13395544}" dt="2022-01-31T01:13:34.246" v="151" actId="478"/>
          <ac:picMkLst>
            <pc:docMk/>
            <pc:sldMk cId="314059784" sldId="387"/>
            <ac:picMk id="8" creationId="{DDB64FE9-E7CD-4D3D-9D95-5445C5FD410C}"/>
          </ac:picMkLst>
        </pc:picChg>
        <pc:picChg chg="add del mod">
          <ac:chgData name="Guilherme Micota Stipp" userId="7d8a6ee1e82349c3" providerId="LiveId" clId="{E9266291-7CF5-4ADB-9B10-97FC13395544}" dt="2022-01-31T14:46:50.394" v="727" actId="478"/>
          <ac:picMkLst>
            <pc:docMk/>
            <pc:sldMk cId="314059784" sldId="387"/>
            <ac:picMk id="8" creationId="{E51A750E-68D2-4C98-BAA1-6229BF27FBAB}"/>
          </ac:picMkLst>
        </pc:picChg>
        <pc:picChg chg="add mod">
          <ac:chgData name="Guilherme Micota Stipp" userId="7d8a6ee1e82349c3" providerId="LiveId" clId="{E9266291-7CF5-4ADB-9B10-97FC13395544}" dt="2022-01-31T14:47:19.015" v="760" actId="1038"/>
          <ac:picMkLst>
            <pc:docMk/>
            <pc:sldMk cId="314059784" sldId="387"/>
            <ac:picMk id="12" creationId="{5E3E4C05-0B25-476A-99C3-260EB5D4F2F7}"/>
          </ac:picMkLst>
        </pc:picChg>
        <pc:picChg chg="add del mod">
          <ac:chgData name="Guilherme Micota Stipp" userId="7d8a6ee1e82349c3" providerId="LiveId" clId="{E9266291-7CF5-4ADB-9B10-97FC13395544}" dt="2022-01-31T01:14:27.776" v="200" actId="478"/>
          <ac:picMkLst>
            <pc:docMk/>
            <pc:sldMk cId="314059784" sldId="387"/>
            <ac:picMk id="12" creationId="{E05A9FF0-3AFE-4E4C-B229-E84A7ECCE5AB}"/>
          </ac:picMkLst>
        </pc:picChg>
        <pc:picChg chg="add del mod">
          <ac:chgData name="Guilherme Micota Stipp" userId="7d8a6ee1e82349c3" providerId="LiveId" clId="{E9266291-7CF5-4ADB-9B10-97FC13395544}" dt="2022-01-31T14:46:47.914" v="723" actId="478"/>
          <ac:picMkLst>
            <pc:docMk/>
            <pc:sldMk cId="314059784" sldId="387"/>
            <ac:picMk id="14" creationId="{2DB19DFA-1EF6-4595-9A48-437FE195095B}"/>
          </ac:picMkLst>
        </pc:picChg>
      </pc:sldChg>
      <pc:sldChg chg="addSp delSp modSp mod">
        <pc:chgData name="Guilherme Micota Stipp" userId="7d8a6ee1e82349c3" providerId="LiveId" clId="{E9266291-7CF5-4ADB-9B10-97FC13395544}" dt="2022-01-31T04:18:16.416" v="570" actId="14100"/>
        <pc:sldMkLst>
          <pc:docMk/>
          <pc:sldMk cId="3461407716" sldId="388"/>
        </pc:sldMkLst>
        <pc:picChg chg="add del mod">
          <ac:chgData name="Guilherme Micota Stipp" userId="7d8a6ee1e82349c3" providerId="LiveId" clId="{E9266291-7CF5-4ADB-9B10-97FC13395544}" dt="2022-01-31T04:15:28.903" v="529" actId="478"/>
          <ac:picMkLst>
            <pc:docMk/>
            <pc:sldMk cId="3461407716" sldId="388"/>
            <ac:picMk id="8" creationId="{896EEF4B-A845-4195-A885-FB8B88DA5EF0}"/>
          </ac:picMkLst>
        </pc:picChg>
        <pc:picChg chg="add mod">
          <ac:chgData name="Guilherme Micota Stipp" userId="7d8a6ee1e82349c3" providerId="LiveId" clId="{E9266291-7CF5-4ADB-9B10-97FC13395544}" dt="2022-01-31T04:18:16.416" v="570" actId="14100"/>
          <ac:picMkLst>
            <pc:docMk/>
            <pc:sldMk cId="3461407716" sldId="388"/>
            <ac:picMk id="12" creationId="{33C1DB29-5208-4A63-A33B-2535B34EBD53}"/>
          </ac:picMkLst>
        </pc:picChg>
      </pc:sldChg>
      <pc:sldChg chg="del">
        <pc:chgData name="Guilherme Micota Stipp" userId="7d8a6ee1e82349c3" providerId="LiveId" clId="{E9266291-7CF5-4ADB-9B10-97FC13395544}" dt="2022-01-31T04:19:21.037" v="571" actId="47"/>
        <pc:sldMkLst>
          <pc:docMk/>
          <pc:sldMk cId="450121245" sldId="389"/>
        </pc:sldMkLst>
      </pc:sldChg>
      <pc:sldChg chg="addSp modSp mod">
        <pc:chgData name="Guilherme Micota Stipp" userId="7d8a6ee1e82349c3" providerId="LiveId" clId="{E9266291-7CF5-4ADB-9B10-97FC13395544}" dt="2022-01-31T18:38:09.782" v="836" actId="14100"/>
        <pc:sldMkLst>
          <pc:docMk/>
          <pc:sldMk cId="192884504" sldId="390"/>
        </pc:sldMkLst>
        <pc:picChg chg="add mod">
          <ac:chgData name="Guilherme Micota Stipp" userId="7d8a6ee1e82349c3" providerId="LiveId" clId="{E9266291-7CF5-4ADB-9B10-97FC13395544}" dt="2022-01-31T18:38:09.782" v="836" actId="14100"/>
          <ac:picMkLst>
            <pc:docMk/>
            <pc:sldMk cId="192884504" sldId="390"/>
            <ac:picMk id="8" creationId="{0EEC7D97-CC4B-4F7E-86BE-58D07925DF2F}"/>
          </ac:picMkLst>
        </pc:picChg>
      </pc:sldChg>
      <pc:sldChg chg="del">
        <pc:chgData name="Guilherme Micota Stipp" userId="7d8a6ee1e82349c3" providerId="LiveId" clId="{E9266291-7CF5-4ADB-9B10-97FC13395544}" dt="2022-01-31T18:38:11.377" v="837" actId="47"/>
        <pc:sldMkLst>
          <pc:docMk/>
          <pc:sldMk cId="428790020" sldId="391"/>
        </pc:sldMkLst>
      </pc:sldChg>
      <pc:sldChg chg="addSp delSp modSp add mod">
        <pc:chgData name="Guilherme Micota Stipp" userId="7d8a6ee1e82349c3" providerId="LiveId" clId="{E9266291-7CF5-4ADB-9B10-97FC13395544}" dt="2022-01-31T14:47:36.422" v="786" actId="14100"/>
        <pc:sldMkLst>
          <pc:docMk/>
          <pc:sldMk cId="1536375087" sldId="392"/>
        </pc:sldMkLst>
        <pc:picChg chg="add del mod">
          <ac:chgData name="Guilherme Micota Stipp" userId="7d8a6ee1e82349c3" providerId="LiveId" clId="{E9266291-7CF5-4ADB-9B10-97FC13395544}" dt="2022-01-31T14:47:27.328" v="761" actId="478"/>
          <ac:picMkLst>
            <pc:docMk/>
            <pc:sldMk cId="1536375087" sldId="392"/>
            <ac:picMk id="8" creationId="{C4D4F8A4-5D65-4226-9CDD-72E451E53781}"/>
          </ac:picMkLst>
        </pc:picChg>
        <pc:picChg chg="add mod">
          <ac:chgData name="Guilherme Micota Stipp" userId="7d8a6ee1e82349c3" providerId="LiveId" clId="{E9266291-7CF5-4ADB-9B10-97FC13395544}" dt="2022-01-31T14:47:36.422" v="786" actId="14100"/>
          <ac:picMkLst>
            <pc:docMk/>
            <pc:sldMk cId="1536375087" sldId="392"/>
            <ac:picMk id="11" creationId="{E7E3208F-725A-49AD-B07C-A4B7CE00ACCA}"/>
          </ac:picMkLst>
        </pc:picChg>
        <pc:picChg chg="del">
          <ac:chgData name="Guilherme Micota Stipp" userId="7d8a6ee1e82349c3" providerId="LiveId" clId="{E9266291-7CF5-4ADB-9B10-97FC13395544}" dt="2022-01-31T01:16:03.386" v="261" actId="478"/>
          <ac:picMkLst>
            <pc:docMk/>
            <pc:sldMk cId="1536375087" sldId="392"/>
            <ac:picMk id="12" creationId="{C4A2B9F5-5E9E-481D-8FE5-00A4DC502016}"/>
          </ac:picMkLst>
        </pc:picChg>
      </pc:sldChg>
      <pc:sldChg chg="addSp delSp modSp add mod">
        <pc:chgData name="Guilherme Micota Stipp" userId="7d8a6ee1e82349c3" providerId="LiveId" clId="{E9266291-7CF5-4ADB-9B10-97FC13395544}" dt="2022-01-31T04:15:10.060" v="522" actId="14100"/>
        <pc:sldMkLst>
          <pc:docMk/>
          <pc:sldMk cId="3844132931" sldId="393"/>
        </pc:sldMkLst>
        <pc:picChg chg="del">
          <ac:chgData name="Guilherme Micota Stipp" userId="7d8a6ee1e82349c3" providerId="LiveId" clId="{E9266291-7CF5-4ADB-9B10-97FC13395544}" dt="2022-01-31T03:19:40.789" v="443" actId="478"/>
          <ac:picMkLst>
            <pc:docMk/>
            <pc:sldMk cId="3844132931" sldId="393"/>
            <ac:picMk id="8" creationId="{67E8DC1C-98EC-493C-954D-A4ED699F13CD}"/>
          </ac:picMkLst>
        </pc:picChg>
        <pc:picChg chg="add del mod">
          <ac:chgData name="Guilherme Micota Stipp" userId="7d8a6ee1e82349c3" providerId="LiveId" clId="{E9266291-7CF5-4ADB-9B10-97FC13395544}" dt="2022-01-31T04:02:39.955" v="461" actId="478"/>
          <ac:picMkLst>
            <pc:docMk/>
            <pc:sldMk cId="3844132931" sldId="393"/>
            <ac:picMk id="11" creationId="{F04F41F0-5FAA-4833-8759-1FCB6B560B6F}"/>
          </ac:picMkLst>
        </pc:picChg>
        <pc:picChg chg="add del mod">
          <ac:chgData name="Guilherme Micota Stipp" userId="7d8a6ee1e82349c3" providerId="LiveId" clId="{E9266291-7CF5-4ADB-9B10-97FC13395544}" dt="2022-01-31T04:14:59.041" v="503" actId="478"/>
          <ac:picMkLst>
            <pc:docMk/>
            <pc:sldMk cId="3844132931" sldId="393"/>
            <ac:picMk id="13" creationId="{1B2E48DA-8118-4744-B9C2-1728EC0803F8}"/>
          </ac:picMkLst>
        </pc:picChg>
        <pc:picChg chg="add mod">
          <ac:chgData name="Guilherme Micota Stipp" userId="7d8a6ee1e82349c3" providerId="LiveId" clId="{E9266291-7CF5-4ADB-9B10-97FC13395544}" dt="2022-01-31T04:15:10.060" v="522" actId="14100"/>
          <ac:picMkLst>
            <pc:docMk/>
            <pc:sldMk cId="3844132931" sldId="393"/>
            <ac:picMk id="15" creationId="{B396FB2F-EC1D-4891-ADC5-FFD0597EB060}"/>
          </ac:picMkLst>
        </pc:picChg>
      </pc:sldChg>
      <pc:sldChg chg="add">
        <pc:chgData name="Guilherme Micota Stipp" userId="7d8a6ee1e82349c3" providerId="LiveId" clId="{E9266291-7CF5-4ADB-9B10-97FC13395544}" dt="2022-01-31T13:52:46.835" v="596" actId="2890"/>
        <pc:sldMkLst>
          <pc:docMk/>
          <pc:sldMk cId="3124580742" sldId="394"/>
        </pc:sldMkLst>
      </pc:sldChg>
      <pc:sldChg chg="add">
        <pc:chgData name="Guilherme Micota Stipp" userId="7d8a6ee1e82349c3" providerId="LiveId" clId="{E9266291-7CF5-4ADB-9B10-97FC13395544}" dt="2022-01-31T14:30:31.148" v="656" actId="2890"/>
        <pc:sldMkLst>
          <pc:docMk/>
          <pc:sldMk cId="1704048934" sldId="395"/>
        </pc:sldMkLst>
      </pc:sldChg>
      <pc:sldChg chg="addSp delSp modSp add mod ord">
        <pc:chgData name="Guilherme Micota Stipp" userId="7d8a6ee1e82349c3" providerId="LiveId" clId="{E9266291-7CF5-4ADB-9B10-97FC13395544}" dt="2022-01-31T18:27:24.391" v="811"/>
        <pc:sldMkLst>
          <pc:docMk/>
          <pc:sldMk cId="1410331332" sldId="396"/>
        </pc:sldMkLst>
        <pc:picChg chg="add mod">
          <ac:chgData name="Guilherme Micota Stipp" userId="7d8a6ee1e82349c3" providerId="LiveId" clId="{E9266291-7CF5-4ADB-9B10-97FC13395544}" dt="2022-01-31T14:47:51.280" v="804" actId="14100"/>
          <ac:picMkLst>
            <pc:docMk/>
            <pc:sldMk cId="1410331332" sldId="396"/>
            <ac:picMk id="8" creationId="{D6C4C0ED-504D-42EF-809E-0303176F56A7}"/>
          </ac:picMkLst>
        </pc:picChg>
        <pc:picChg chg="del">
          <ac:chgData name="Guilherme Micota Stipp" userId="7d8a6ee1e82349c3" providerId="LiveId" clId="{E9266291-7CF5-4ADB-9B10-97FC13395544}" dt="2022-01-31T14:38:40.704" v="722" actId="478"/>
          <ac:picMkLst>
            <pc:docMk/>
            <pc:sldMk cId="1410331332" sldId="396"/>
            <ac:picMk id="14" creationId="{2DB19DFA-1EF6-4595-9A48-437FE195095B}"/>
          </ac:picMkLst>
        </pc:picChg>
      </pc:sldChg>
    </pc:docChg>
  </pc:docChgLst>
  <pc:docChgLst>
    <pc:chgData name="Guilherme Micota Stipp" userId="7d8a6ee1e82349c3" providerId="LiveId" clId="{606DCDA4-DF76-4872-B26E-325C922F885B}"/>
    <pc:docChg chg="undo redo custSel addSld delSld modSld sldOrd">
      <pc:chgData name="Guilherme Micota Stipp" userId="7d8a6ee1e82349c3" providerId="LiveId" clId="{606DCDA4-DF76-4872-B26E-325C922F885B}" dt="2021-09-27T17:10:24.436" v="418" actId="20577"/>
      <pc:docMkLst>
        <pc:docMk/>
      </pc:docMkLst>
      <pc:sldChg chg="del">
        <pc:chgData name="Guilherme Micota Stipp" userId="7d8a6ee1e82349c3" providerId="LiveId" clId="{606DCDA4-DF76-4872-B26E-325C922F885B}" dt="2021-09-26T18:37:50.866" v="0" actId="47"/>
        <pc:sldMkLst>
          <pc:docMk/>
          <pc:sldMk cId="2822430471" sldId="302"/>
        </pc:sldMkLst>
      </pc:sldChg>
      <pc:sldChg chg="addSp delSp modSp mod">
        <pc:chgData name="Guilherme Micota Stipp" userId="7d8a6ee1e82349c3" providerId="LiveId" clId="{606DCDA4-DF76-4872-B26E-325C922F885B}" dt="2021-09-27T14:57:29.605" v="243" actId="14100"/>
        <pc:sldMkLst>
          <pc:docMk/>
          <pc:sldMk cId="3186628704" sldId="303"/>
        </pc:sldMkLst>
        <pc:spChg chg="mod">
          <ac:chgData name="Guilherme Micota Stipp" userId="7d8a6ee1e82349c3" providerId="LiveId" clId="{606DCDA4-DF76-4872-B26E-325C922F885B}" dt="2021-09-27T13:57:47.486" v="205" actId="20577"/>
          <ac:spMkLst>
            <pc:docMk/>
            <pc:sldMk cId="3186628704" sldId="303"/>
            <ac:spMk id="10" creationId="{0DC30F15-2778-418E-A2EF-BEAEC6F95C4E}"/>
          </ac:spMkLst>
        </pc:spChg>
        <pc:picChg chg="add del mod">
          <ac:chgData name="Guilherme Micota Stipp" userId="7d8a6ee1e82349c3" providerId="LiveId" clId="{606DCDA4-DF76-4872-B26E-325C922F885B}" dt="2021-09-27T13:57:49.145" v="206" actId="478"/>
          <ac:picMkLst>
            <pc:docMk/>
            <pc:sldMk cId="3186628704" sldId="303"/>
            <ac:picMk id="8" creationId="{2941142C-286E-48B8-9BE8-30F4C7A0B6E5}"/>
          </ac:picMkLst>
        </pc:picChg>
        <pc:picChg chg="add del mod">
          <ac:chgData name="Guilherme Micota Stipp" userId="7d8a6ee1e82349c3" providerId="LiveId" clId="{606DCDA4-DF76-4872-B26E-325C922F885B}" dt="2021-09-27T14:55:39.941" v="224" actId="478"/>
          <ac:picMkLst>
            <pc:docMk/>
            <pc:sldMk cId="3186628704" sldId="303"/>
            <ac:picMk id="12" creationId="{39E8EA1E-AC5B-491B-A4B5-F1ABF9337A13}"/>
          </ac:picMkLst>
        </pc:picChg>
        <pc:picChg chg="add del mod">
          <ac:chgData name="Guilherme Micota Stipp" userId="7d8a6ee1e82349c3" providerId="LiveId" clId="{606DCDA4-DF76-4872-B26E-325C922F885B}" dt="2021-09-27T14:55:44.281" v="229" actId="478"/>
          <ac:picMkLst>
            <pc:docMk/>
            <pc:sldMk cId="3186628704" sldId="303"/>
            <ac:picMk id="14" creationId="{4891D6BA-09D3-41D4-A32B-381C350C8093}"/>
          </ac:picMkLst>
        </pc:picChg>
        <pc:picChg chg="add mod">
          <ac:chgData name="Guilherme Micota Stipp" userId="7d8a6ee1e82349c3" providerId="LiveId" clId="{606DCDA4-DF76-4872-B26E-325C922F885B}" dt="2021-09-27T14:57:29.605" v="243" actId="14100"/>
          <ac:picMkLst>
            <pc:docMk/>
            <pc:sldMk cId="3186628704" sldId="303"/>
            <ac:picMk id="16" creationId="{086D7BE0-C7CF-42D7-AFED-3BE9370D4C9C}"/>
          </ac:picMkLst>
        </pc:picChg>
        <pc:picChg chg="del">
          <ac:chgData name="Guilherme Micota Stipp" userId="7d8a6ee1e82349c3" providerId="LiveId" clId="{606DCDA4-DF76-4872-B26E-325C922F885B}" dt="2021-09-26T18:41:12.600" v="20" actId="478"/>
          <ac:picMkLst>
            <pc:docMk/>
            <pc:sldMk cId="3186628704" sldId="303"/>
            <ac:picMk id="18" creationId="{9F57D844-49F6-476B-A58E-C8675DC10B90}"/>
          </ac:picMkLst>
        </pc:picChg>
        <pc:picChg chg="del">
          <ac:chgData name="Guilherme Micota Stipp" userId="7d8a6ee1e82349c3" providerId="LiveId" clId="{606DCDA4-DF76-4872-B26E-325C922F885B}" dt="2021-09-26T18:41:12.208" v="19" actId="478"/>
          <ac:picMkLst>
            <pc:docMk/>
            <pc:sldMk cId="3186628704" sldId="303"/>
            <ac:picMk id="21" creationId="{DED8B256-D645-44AE-BCF9-0C07C40D7387}"/>
          </ac:picMkLst>
        </pc:picChg>
        <pc:picChg chg="del">
          <ac:chgData name="Guilherme Micota Stipp" userId="7d8a6ee1e82349c3" providerId="LiveId" clId="{606DCDA4-DF76-4872-B26E-325C922F885B}" dt="2021-09-26T18:41:11.840" v="18" actId="478"/>
          <ac:picMkLst>
            <pc:docMk/>
            <pc:sldMk cId="3186628704" sldId="303"/>
            <ac:picMk id="23" creationId="{3344C29F-92B0-4BDF-8C52-D0D41BE1FE61}"/>
          </ac:picMkLst>
        </pc:picChg>
      </pc:sldChg>
      <pc:sldChg chg="addSp delSp modSp mod ord">
        <pc:chgData name="Guilherme Micota Stipp" userId="7d8a6ee1e82349c3" providerId="LiveId" clId="{606DCDA4-DF76-4872-B26E-325C922F885B}" dt="2021-09-27T15:39:34.189" v="355" actId="14100"/>
        <pc:sldMkLst>
          <pc:docMk/>
          <pc:sldMk cId="2862134868" sldId="304"/>
        </pc:sldMkLst>
        <pc:spChg chg="mod">
          <ac:chgData name="Guilherme Micota Stipp" userId="7d8a6ee1e82349c3" providerId="LiveId" clId="{606DCDA4-DF76-4872-B26E-325C922F885B}" dt="2021-09-27T15:32:50.736" v="335" actId="20577"/>
          <ac:spMkLst>
            <pc:docMk/>
            <pc:sldMk cId="2862134868" sldId="304"/>
            <ac:spMk id="10" creationId="{0DC30F15-2778-418E-A2EF-BEAEC6F95C4E}"/>
          </ac:spMkLst>
        </pc:spChg>
        <pc:picChg chg="del">
          <ac:chgData name="Guilherme Micota Stipp" userId="7d8a6ee1e82349c3" providerId="LiveId" clId="{606DCDA4-DF76-4872-B26E-325C922F885B}" dt="2021-09-26T18:37:53.793" v="3" actId="478"/>
          <ac:picMkLst>
            <pc:docMk/>
            <pc:sldMk cId="2862134868" sldId="304"/>
            <ac:picMk id="8" creationId="{319BE376-D205-4B7A-9645-1AEC3303377C}"/>
          </ac:picMkLst>
        </pc:picChg>
        <pc:picChg chg="add del mod">
          <ac:chgData name="Guilherme Micota Stipp" userId="7d8a6ee1e82349c3" providerId="LiveId" clId="{606DCDA4-DF76-4872-B26E-325C922F885B}" dt="2021-09-26T18:42:07.777" v="21" actId="478"/>
          <ac:picMkLst>
            <pc:docMk/>
            <pc:sldMk cId="2862134868" sldId="304"/>
            <ac:picMk id="11" creationId="{FBB01E02-A0B2-4195-BAC5-5E621B967498}"/>
          </ac:picMkLst>
        </pc:picChg>
        <pc:picChg chg="add del mod">
          <ac:chgData name="Guilherme Micota Stipp" userId="7d8a6ee1e82349c3" providerId="LiveId" clId="{606DCDA4-DF76-4872-B26E-325C922F885B}" dt="2021-09-26T18:42:27.066" v="33" actId="478"/>
          <ac:picMkLst>
            <pc:docMk/>
            <pc:sldMk cId="2862134868" sldId="304"/>
            <ac:picMk id="13" creationId="{0A28B7AE-4FC9-471A-99E2-0DDA1E802A70}"/>
          </ac:picMkLst>
        </pc:picChg>
        <pc:picChg chg="add del mod">
          <ac:chgData name="Guilherme Micota Stipp" userId="7d8a6ee1e82349c3" providerId="LiveId" clId="{606DCDA4-DF76-4872-B26E-325C922F885B}" dt="2021-09-27T15:32:52.886" v="336" actId="478"/>
          <ac:picMkLst>
            <pc:docMk/>
            <pc:sldMk cId="2862134868" sldId="304"/>
            <ac:picMk id="15" creationId="{2A761419-28DD-4C92-9273-E03F43FD66BE}"/>
          </ac:picMkLst>
        </pc:picChg>
        <pc:picChg chg="add mod">
          <ac:chgData name="Guilherme Micota Stipp" userId="7d8a6ee1e82349c3" providerId="LiveId" clId="{606DCDA4-DF76-4872-B26E-325C922F885B}" dt="2021-09-27T15:39:34.189" v="355" actId="14100"/>
          <ac:picMkLst>
            <pc:docMk/>
            <pc:sldMk cId="2862134868" sldId="304"/>
            <ac:picMk id="17" creationId="{061A363C-E4BF-4196-A0C1-5778865FE7CD}"/>
          </ac:picMkLst>
        </pc:picChg>
      </pc:sldChg>
      <pc:sldChg chg="del">
        <pc:chgData name="Guilherme Micota Stipp" userId="7d8a6ee1e82349c3" providerId="LiveId" clId="{606DCDA4-DF76-4872-B26E-325C922F885B}" dt="2021-09-26T18:37:51.998" v="2" actId="47"/>
        <pc:sldMkLst>
          <pc:docMk/>
          <pc:sldMk cId="658185133" sldId="305"/>
        </pc:sldMkLst>
      </pc:sldChg>
      <pc:sldChg chg="addSp delSp modSp add mod">
        <pc:chgData name="Guilherme Micota Stipp" userId="7d8a6ee1e82349c3" providerId="LiveId" clId="{606DCDA4-DF76-4872-B26E-325C922F885B}" dt="2021-09-27T15:42:32.182" v="381" actId="14100"/>
        <pc:sldMkLst>
          <pc:docMk/>
          <pc:sldMk cId="2966454573" sldId="305"/>
        </pc:sldMkLst>
        <pc:spChg chg="mod">
          <ac:chgData name="Guilherme Micota Stipp" userId="7d8a6ee1e82349c3" providerId="LiveId" clId="{606DCDA4-DF76-4872-B26E-325C922F885B}" dt="2021-09-27T12:39:21.238" v="144" actId="20577"/>
          <ac:spMkLst>
            <pc:docMk/>
            <pc:sldMk cId="2966454573" sldId="305"/>
            <ac:spMk id="10" creationId="{0DC30F15-2778-418E-A2EF-BEAEC6F95C4E}"/>
          </ac:spMkLst>
        </pc:spChg>
        <pc:picChg chg="del">
          <ac:chgData name="Guilherme Micota Stipp" userId="7d8a6ee1e82349c3" providerId="LiveId" clId="{606DCDA4-DF76-4872-B26E-325C922F885B}" dt="2021-09-27T12:39:13.766" v="117" actId="478"/>
          <ac:picMkLst>
            <pc:docMk/>
            <pc:sldMk cId="2966454573" sldId="305"/>
            <ac:picMk id="8" creationId="{2941142C-286E-48B8-9BE8-30F4C7A0B6E5}"/>
          </ac:picMkLst>
        </pc:picChg>
        <pc:picChg chg="add mod">
          <ac:chgData name="Guilherme Micota Stipp" userId="7d8a6ee1e82349c3" providerId="LiveId" clId="{606DCDA4-DF76-4872-B26E-325C922F885B}" dt="2021-09-27T15:42:22.685" v="378" actId="14100"/>
          <ac:picMkLst>
            <pc:docMk/>
            <pc:sldMk cId="2966454573" sldId="305"/>
            <ac:picMk id="11" creationId="{4EF77573-3362-419D-9FF7-66EFDDDA8D0F}"/>
          </ac:picMkLst>
        </pc:picChg>
        <pc:picChg chg="add mod">
          <ac:chgData name="Guilherme Micota Stipp" userId="7d8a6ee1e82349c3" providerId="LiveId" clId="{606DCDA4-DF76-4872-B26E-325C922F885B}" dt="2021-09-27T15:42:12.629" v="373" actId="14100"/>
          <ac:picMkLst>
            <pc:docMk/>
            <pc:sldMk cId="2966454573" sldId="305"/>
            <ac:picMk id="13" creationId="{54CCEBC8-1B0E-4122-9D8D-E0F6525C94BF}"/>
          </ac:picMkLst>
        </pc:picChg>
        <pc:picChg chg="add mod">
          <ac:chgData name="Guilherme Micota Stipp" userId="7d8a6ee1e82349c3" providerId="LiveId" clId="{606DCDA4-DF76-4872-B26E-325C922F885B}" dt="2021-09-27T15:42:32.182" v="381" actId="14100"/>
          <ac:picMkLst>
            <pc:docMk/>
            <pc:sldMk cId="2966454573" sldId="305"/>
            <ac:picMk id="15" creationId="{5E8B560B-5F69-4144-9DFE-93C55A841A7E}"/>
          </ac:picMkLst>
        </pc:picChg>
      </pc:sldChg>
      <pc:sldChg chg="del">
        <pc:chgData name="Guilherme Micota Stipp" userId="7d8a6ee1e82349c3" providerId="LiveId" clId="{606DCDA4-DF76-4872-B26E-325C922F885B}" dt="2021-09-26T18:37:51.263" v="1" actId="47"/>
        <pc:sldMkLst>
          <pc:docMk/>
          <pc:sldMk cId="2048039530" sldId="306"/>
        </pc:sldMkLst>
      </pc:sldChg>
      <pc:sldChg chg="addSp delSp modSp add mod">
        <pc:chgData name="Guilherme Micota Stipp" userId="7d8a6ee1e82349c3" providerId="LiveId" clId="{606DCDA4-DF76-4872-B26E-325C922F885B}" dt="2021-09-27T12:50:32.700" v="162" actId="14100"/>
        <pc:sldMkLst>
          <pc:docMk/>
          <pc:sldMk cId="2872021883" sldId="306"/>
        </pc:sldMkLst>
        <pc:picChg chg="del">
          <ac:chgData name="Guilherme Micota Stipp" userId="7d8a6ee1e82349c3" providerId="LiveId" clId="{606DCDA4-DF76-4872-B26E-325C922F885B}" dt="2021-09-27T12:39:32.841" v="148" actId="478"/>
          <ac:picMkLst>
            <pc:docMk/>
            <pc:sldMk cId="2872021883" sldId="306"/>
            <ac:picMk id="8" creationId="{2941142C-286E-48B8-9BE8-30F4C7A0B6E5}"/>
          </ac:picMkLst>
        </pc:picChg>
        <pc:picChg chg="add del mod">
          <ac:chgData name="Guilherme Micota Stipp" userId="7d8a6ee1e82349c3" providerId="LiveId" clId="{606DCDA4-DF76-4872-B26E-325C922F885B}" dt="2021-09-27T12:49:53.444" v="152" actId="478"/>
          <ac:picMkLst>
            <pc:docMk/>
            <pc:sldMk cId="2872021883" sldId="306"/>
            <ac:picMk id="11" creationId="{5E91310B-A4BE-4B5B-826E-9AC0A5B0A739}"/>
          </ac:picMkLst>
        </pc:picChg>
        <pc:picChg chg="add mod">
          <ac:chgData name="Guilherme Micota Stipp" userId="7d8a6ee1e82349c3" providerId="LiveId" clId="{606DCDA4-DF76-4872-B26E-325C922F885B}" dt="2021-09-27T12:50:32.700" v="162" actId="14100"/>
          <ac:picMkLst>
            <pc:docMk/>
            <pc:sldMk cId="2872021883" sldId="306"/>
            <ac:picMk id="13" creationId="{880FAB35-4467-4701-B231-9413D9878BAE}"/>
          </ac:picMkLst>
        </pc:picChg>
      </pc:sldChg>
      <pc:sldChg chg="add">
        <pc:chgData name="Guilherme Micota Stipp" userId="7d8a6ee1e82349c3" providerId="LiveId" clId="{606DCDA4-DF76-4872-B26E-325C922F885B}" dt="2021-09-27T13:57:32.573" v="163" actId="2890"/>
        <pc:sldMkLst>
          <pc:docMk/>
          <pc:sldMk cId="159221905" sldId="307"/>
        </pc:sldMkLst>
      </pc:sldChg>
      <pc:sldChg chg="addSp delSp modSp add mod ord">
        <pc:chgData name="Guilherme Micota Stipp" userId="7d8a6ee1e82349c3" providerId="LiveId" clId="{606DCDA4-DF76-4872-B26E-325C922F885B}" dt="2021-09-27T15:27:29.013" v="314" actId="14100"/>
        <pc:sldMkLst>
          <pc:docMk/>
          <pc:sldMk cId="3287126511" sldId="308"/>
        </pc:sldMkLst>
        <pc:picChg chg="add del mod">
          <ac:chgData name="Guilherme Micota Stipp" userId="7d8a6ee1e82349c3" providerId="LiveId" clId="{606DCDA4-DF76-4872-B26E-325C922F885B}" dt="2021-09-27T15:13:15.256" v="257" actId="478"/>
          <ac:picMkLst>
            <pc:docMk/>
            <pc:sldMk cId="3287126511" sldId="308"/>
            <ac:picMk id="8" creationId="{3EEC2E91-5137-4DD5-9964-BFD16137E8EE}"/>
          </ac:picMkLst>
        </pc:picChg>
        <pc:picChg chg="del">
          <ac:chgData name="Guilherme Micota Stipp" userId="7d8a6ee1e82349c3" providerId="LiveId" clId="{606DCDA4-DF76-4872-B26E-325C922F885B}" dt="2021-09-27T14:43:31.590" v="219" actId="478"/>
          <ac:picMkLst>
            <pc:docMk/>
            <pc:sldMk cId="3287126511" sldId="308"/>
            <ac:picMk id="12" creationId="{39E8EA1E-AC5B-491B-A4B5-F1ABF9337A13}"/>
          </ac:picMkLst>
        </pc:picChg>
        <pc:picChg chg="add del mod">
          <ac:chgData name="Guilherme Micota Stipp" userId="7d8a6ee1e82349c3" providerId="LiveId" clId="{606DCDA4-DF76-4872-B26E-325C922F885B}" dt="2021-09-27T15:13:20.603" v="265" actId="478"/>
          <ac:picMkLst>
            <pc:docMk/>
            <pc:sldMk cId="3287126511" sldId="308"/>
            <ac:picMk id="13" creationId="{7065E459-6487-4BBF-BA1D-9EB2135A96C8}"/>
          </ac:picMkLst>
        </pc:picChg>
        <pc:picChg chg="add del mod">
          <ac:chgData name="Guilherme Micota Stipp" userId="7d8a6ee1e82349c3" providerId="LiveId" clId="{606DCDA4-DF76-4872-B26E-325C922F885B}" dt="2021-09-27T15:18:41.083" v="280" actId="478"/>
          <ac:picMkLst>
            <pc:docMk/>
            <pc:sldMk cId="3287126511" sldId="308"/>
            <ac:picMk id="15" creationId="{ED125051-0FBA-4B15-B174-27C33C3865AC}"/>
          </ac:picMkLst>
        </pc:picChg>
        <pc:picChg chg="add del mod">
          <ac:chgData name="Guilherme Micota Stipp" userId="7d8a6ee1e82349c3" providerId="LiveId" clId="{606DCDA4-DF76-4872-B26E-325C922F885B}" dt="2021-09-27T15:27:08.180" v="295" actId="478"/>
          <ac:picMkLst>
            <pc:docMk/>
            <pc:sldMk cId="3287126511" sldId="308"/>
            <ac:picMk id="17" creationId="{016360B6-4C50-4429-9E39-86388131FA48}"/>
          </ac:picMkLst>
        </pc:picChg>
        <pc:picChg chg="add del mod">
          <ac:chgData name="Guilherme Micota Stipp" userId="7d8a6ee1e82349c3" providerId="LiveId" clId="{606DCDA4-DF76-4872-B26E-325C922F885B}" dt="2021-09-27T15:27:10.824" v="303" actId="478"/>
          <ac:picMkLst>
            <pc:docMk/>
            <pc:sldMk cId="3287126511" sldId="308"/>
            <ac:picMk id="19" creationId="{EADE876E-A7E7-4FD2-B8E7-A15E1640FED3}"/>
          </ac:picMkLst>
        </pc:picChg>
        <pc:picChg chg="add mod">
          <ac:chgData name="Guilherme Micota Stipp" userId="7d8a6ee1e82349c3" providerId="LiveId" clId="{606DCDA4-DF76-4872-B26E-325C922F885B}" dt="2021-09-27T15:27:29.013" v="314" actId="14100"/>
          <ac:picMkLst>
            <pc:docMk/>
            <pc:sldMk cId="3287126511" sldId="308"/>
            <ac:picMk id="21" creationId="{2B55B510-F299-4A11-BFF5-3D258FB18525}"/>
          </ac:picMkLst>
        </pc:picChg>
      </pc:sldChg>
      <pc:sldChg chg="add">
        <pc:chgData name="Guilherme Micota Stipp" userId="7d8a6ee1e82349c3" providerId="LiveId" clId="{606DCDA4-DF76-4872-B26E-325C922F885B}" dt="2021-09-27T15:27:06.340" v="294" actId="2890"/>
        <pc:sldMkLst>
          <pc:docMk/>
          <pc:sldMk cId="3380870506" sldId="309"/>
        </pc:sldMkLst>
      </pc:sldChg>
      <pc:sldChg chg="delSp add del mod">
        <pc:chgData name="Guilherme Micota Stipp" userId="7d8a6ee1e82349c3" providerId="LiveId" clId="{606DCDA4-DF76-4872-B26E-325C922F885B}" dt="2021-09-27T15:42:42.476" v="384" actId="47"/>
        <pc:sldMkLst>
          <pc:docMk/>
          <pc:sldMk cId="1380324322" sldId="310"/>
        </pc:sldMkLst>
        <pc:picChg chg="del">
          <ac:chgData name="Guilherme Micota Stipp" userId="7d8a6ee1e82349c3" providerId="LiveId" clId="{606DCDA4-DF76-4872-B26E-325C922F885B}" dt="2021-09-27T15:42:40.634" v="383" actId="478"/>
          <ac:picMkLst>
            <pc:docMk/>
            <pc:sldMk cId="1380324322" sldId="310"/>
            <ac:picMk id="15" creationId="{2A761419-28DD-4C92-9273-E03F43FD66BE}"/>
          </ac:picMkLst>
        </pc:picChg>
      </pc:sldChg>
      <pc:sldChg chg="addSp delSp modSp add mod">
        <pc:chgData name="Guilherme Micota Stipp" userId="7d8a6ee1e82349c3" providerId="LiveId" clId="{606DCDA4-DF76-4872-B26E-325C922F885B}" dt="2021-09-27T17:10:24.436" v="418" actId="20577"/>
        <pc:sldMkLst>
          <pc:docMk/>
          <pc:sldMk cId="610928405" sldId="311"/>
        </pc:sldMkLst>
        <pc:spChg chg="mod">
          <ac:chgData name="Guilherme Micota Stipp" userId="7d8a6ee1e82349c3" providerId="LiveId" clId="{606DCDA4-DF76-4872-B26E-325C922F885B}" dt="2021-09-27T17:10:24.436" v="418" actId="20577"/>
          <ac:spMkLst>
            <pc:docMk/>
            <pc:sldMk cId="610928405" sldId="311"/>
            <ac:spMk id="10" creationId="{0DC30F15-2778-418E-A2EF-BEAEC6F95C4E}"/>
          </ac:spMkLst>
        </pc:spChg>
        <pc:picChg chg="add mod">
          <ac:chgData name="Guilherme Micota Stipp" userId="7d8a6ee1e82349c3" providerId="LiveId" clId="{606DCDA4-DF76-4872-B26E-325C922F885B}" dt="2021-09-27T17:10:14.512" v="401" actId="14100"/>
          <ac:picMkLst>
            <pc:docMk/>
            <pc:sldMk cId="610928405" sldId="311"/>
            <ac:picMk id="8" creationId="{931C7AD7-4997-4A94-925B-5034D0113808}"/>
          </ac:picMkLst>
        </pc:picChg>
        <pc:picChg chg="del">
          <ac:chgData name="Guilherme Micota Stipp" userId="7d8a6ee1e82349c3" providerId="LiveId" clId="{606DCDA4-DF76-4872-B26E-325C922F885B}" dt="2021-09-27T15:42:46.900" v="386" actId="478"/>
          <ac:picMkLst>
            <pc:docMk/>
            <pc:sldMk cId="610928405" sldId="311"/>
            <ac:picMk id="15" creationId="{2A761419-28DD-4C92-9273-E03F43FD66BE}"/>
          </ac:picMkLst>
        </pc:picChg>
      </pc:sldChg>
      <pc:sldChg chg="add">
        <pc:chgData name="Guilherme Micota Stipp" userId="7d8a6ee1e82349c3" providerId="LiveId" clId="{606DCDA4-DF76-4872-B26E-325C922F885B}" dt="2021-09-27T15:42:44.996" v="385" actId="2890"/>
        <pc:sldMkLst>
          <pc:docMk/>
          <pc:sldMk cId="555539524" sldId="312"/>
        </pc:sldMkLst>
      </pc:sldChg>
    </pc:docChg>
  </pc:docChgLst>
  <pc:docChgLst>
    <pc:chgData name="Guilherme Micota Stipp" userId="7d8a6ee1e82349c3" providerId="LiveId" clId="{F02B08AD-315A-42B8-BCB0-4F9628BC7D7C}"/>
    <pc:docChg chg="undo custSel addSld delSld modSld sldOrd">
      <pc:chgData name="Guilherme Micota Stipp" userId="7d8a6ee1e82349c3" providerId="LiveId" clId="{F02B08AD-315A-42B8-BCB0-4F9628BC7D7C}" dt="2022-05-09T17:43:41.047" v="1028"/>
      <pc:docMkLst>
        <pc:docMk/>
      </pc:docMkLst>
      <pc:sldChg chg="modSp mod">
        <pc:chgData name="Guilherme Micota Stipp" userId="7d8a6ee1e82349c3" providerId="LiveId" clId="{F02B08AD-315A-42B8-BCB0-4F9628BC7D7C}" dt="2022-05-02T19:18:06.659" v="49" actId="20577"/>
        <pc:sldMkLst>
          <pc:docMk/>
          <pc:sldMk cId="3178680452" sldId="256"/>
        </pc:sldMkLst>
        <pc:spChg chg="mod">
          <ac:chgData name="Guilherme Micota Stipp" userId="7d8a6ee1e82349c3" providerId="LiveId" clId="{F02B08AD-315A-42B8-BCB0-4F9628BC7D7C}" dt="2022-05-02T19:18:06.659" v="49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F02B08AD-315A-42B8-BCB0-4F9628BC7D7C}" dt="2022-05-08T20:00:51.590" v="767" actId="20577"/>
        <pc:sldMkLst>
          <pc:docMk/>
          <pc:sldMk cId="4068793934" sldId="391"/>
        </pc:sldMkLst>
        <pc:spChg chg="mod">
          <ac:chgData name="Guilherme Micota Stipp" userId="7d8a6ee1e82349c3" providerId="LiveId" clId="{F02B08AD-315A-42B8-BCB0-4F9628BC7D7C}" dt="2022-05-08T20:00:51.590" v="767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del">
        <pc:chgData name="Guilherme Micota Stipp" userId="7d8a6ee1e82349c3" providerId="LiveId" clId="{F02B08AD-315A-42B8-BCB0-4F9628BC7D7C}" dt="2022-05-02T19:18:10.088" v="50" actId="47"/>
        <pc:sldMkLst>
          <pc:docMk/>
          <pc:sldMk cId="1764788455" sldId="422"/>
        </pc:sldMkLst>
      </pc:sldChg>
      <pc:sldChg chg="del">
        <pc:chgData name="Guilherme Micota Stipp" userId="7d8a6ee1e82349c3" providerId="LiveId" clId="{F02B08AD-315A-42B8-BCB0-4F9628BC7D7C}" dt="2022-05-02T19:18:10.574" v="51" actId="47"/>
        <pc:sldMkLst>
          <pc:docMk/>
          <pc:sldMk cId="3540704921" sldId="423"/>
        </pc:sldMkLst>
      </pc:sldChg>
      <pc:sldChg chg="del">
        <pc:chgData name="Guilherme Micota Stipp" userId="7d8a6ee1e82349c3" providerId="LiveId" clId="{F02B08AD-315A-42B8-BCB0-4F9628BC7D7C}" dt="2022-05-02T19:18:18.328" v="67" actId="47"/>
        <pc:sldMkLst>
          <pc:docMk/>
          <pc:sldMk cId="1027320686" sldId="424"/>
        </pc:sldMkLst>
      </pc:sldChg>
      <pc:sldChg chg="del">
        <pc:chgData name="Guilherme Micota Stipp" userId="7d8a6ee1e82349c3" providerId="LiveId" clId="{F02B08AD-315A-42B8-BCB0-4F9628BC7D7C}" dt="2022-05-02T19:18:18.581" v="68" actId="47"/>
        <pc:sldMkLst>
          <pc:docMk/>
          <pc:sldMk cId="5722463" sldId="425"/>
        </pc:sldMkLst>
      </pc:sldChg>
      <pc:sldChg chg="addSp delSp modSp mod">
        <pc:chgData name="Guilherme Micota Stipp" userId="7d8a6ee1e82349c3" providerId="LiveId" clId="{F02B08AD-315A-42B8-BCB0-4F9628BC7D7C}" dt="2022-05-09T01:20:49.567" v="893" actId="14100"/>
        <pc:sldMkLst>
          <pc:docMk/>
          <pc:sldMk cId="2600531691" sldId="426"/>
        </pc:sldMkLst>
        <pc:spChg chg="mod">
          <ac:chgData name="Guilherme Micota Stipp" userId="7d8a6ee1e82349c3" providerId="LiveId" clId="{F02B08AD-315A-42B8-BCB0-4F9628BC7D7C}" dt="2022-05-07T17:41:50.586" v="476" actId="20577"/>
          <ac:spMkLst>
            <pc:docMk/>
            <pc:sldMk cId="2600531691" sldId="426"/>
            <ac:spMk id="13" creationId="{D0C9F8C4-BC80-439D-B398-B468E1969B13}"/>
          </ac:spMkLst>
        </pc:spChg>
        <pc:picChg chg="del">
          <ac:chgData name="Guilherme Micota Stipp" userId="7d8a6ee1e82349c3" providerId="LiveId" clId="{F02B08AD-315A-42B8-BCB0-4F9628BC7D7C}" dt="2022-05-08T14:41:21.284" v="527" actId="478"/>
          <ac:picMkLst>
            <pc:docMk/>
            <pc:sldMk cId="2600531691" sldId="426"/>
            <ac:picMk id="2" creationId="{B93D4722-362C-EA3C-0508-561CE4714F40}"/>
          </ac:picMkLst>
        </pc:picChg>
        <pc:picChg chg="del">
          <ac:chgData name="Guilherme Micota Stipp" userId="7d8a6ee1e82349c3" providerId="LiveId" clId="{F02B08AD-315A-42B8-BCB0-4F9628BC7D7C}" dt="2022-05-02T19:18:21.857" v="74" actId="478"/>
          <ac:picMkLst>
            <pc:docMk/>
            <pc:sldMk cId="2600531691" sldId="426"/>
            <ac:picMk id="8" creationId="{5D21B61B-61C8-41BD-ACCF-968F49C71D64}"/>
          </ac:picMkLst>
        </pc:picChg>
        <pc:picChg chg="add del mod">
          <ac:chgData name="Guilherme Micota Stipp" userId="7d8a6ee1e82349c3" providerId="LiveId" clId="{F02B08AD-315A-42B8-BCB0-4F9628BC7D7C}" dt="2022-05-02T21:33:11.710" v="122" actId="478"/>
          <ac:picMkLst>
            <pc:docMk/>
            <pc:sldMk cId="2600531691" sldId="426"/>
            <ac:picMk id="8" creationId="{BF1AC131-E2CD-4DF3-83D8-BE6DE189D29A}"/>
          </ac:picMkLst>
        </pc:picChg>
        <pc:picChg chg="add del mod">
          <ac:chgData name="Guilherme Micota Stipp" userId="7d8a6ee1e82349c3" providerId="LiveId" clId="{F02B08AD-315A-42B8-BCB0-4F9628BC7D7C}" dt="2022-05-09T01:20:42.299" v="864" actId="478"/>
          <ac:picMkLst>
            <pc:docMk/>
            <pc:sldMk cId="2600531691" sldId="426"/>
            <ac:picMk id="8" creationId="{EE51F4B0-CF98-5C6D-D95B-6327EEFC6B95}"/>
          </ac:picMkLst>
        </pc:picChg>
        <pc:picChg chg="add del mod">
          <ac:chgData name="Guilherme Micota Stipp" userId="7d8a6ee1e82349c3" providerId="LiveId" clId="{F02B08AD-315A-42B8-BCB0-4F9628BC7D7C}" dt="2022-05-08T19:27:53.835" v="566" actId="478"/>
          <ac:picMkLst>
            <pc:docMk/>
            <pc:sldMk cId="2600531691" sldId="426"/>
            <ac:picMk id="10" creationId="{1CA7D607-EC03-7A52-2039-1841C0FE8746}"/>
          </ac:picMkLst>
        </pc:picChg>
        <pc:picChg chg="add del mod">
          <ac:chgData name="Guilherme Micota Stipp" userId="7d8a6ee1e82349c3" providerId="LiveId" clId="{F02B08AD-315A-42B8-BCB0-4F9628BC7D7C}" dt="2022-05-02T21:37:52.583" v="170" actId="478"/>
          <ac:picMkLst>
            <pc:docMk/>
            <pc:sldMk cId="2600531691" sldId="426"/>
            <ac:picMk id="11" creationId="{52C53BE6-B9DB-4F80-BE0B-7816333F6F64}"/>
          </ac:picMkLst>
        </pc:picChg>
        <pc:picChg chg="add mod">
          <ac:chgData name="Guilherme Micota Stipp" userId="7d8a6ee1e82349c3" providerId="LiveId" clId="{F02B08AD-315A-42B8-BCB0-4F9628BC7D7C}" dt="2022-05-09T01:20:49.567" v="893" actId="14100"/>
          <ac:picMkLst>
            <pc:docMk/>
            <pc:sldMk cId="2600531691" sldId="426"/>
            <ac:picMk id="11" creationId="{E1752D8D-048B-A064-E20C-8701EC491B3B}"/>
          </ac:picMkLst>
        </pc:picChg>
        <pc:picChg chg="add del mod">
          <ac:chgData name="Guilherme Micota Stipp" userId="7d8a6ee1e82349c3" providerId="LiveId" clId="{F02B08AD-315A-42B8-BCB0-4F9628BC7D7C}" dt="2022-05-09T01:19:32.816" v="827" actId="478"/>
          <ac:picMkLst>
            <pc:docMk/>
            <pc:sldMk cId="2600531691" sldId="426"/>
            <ac:picMk id="12" creationId="{755BA41F-8D5D-288F-37BB-A39EB50911F6}"/>
          </ac:picMkLst>
        </pc:picChg>
        <pc:picChg chg="add del mod">
          <ac:chgData name="Guilherme Micota Stipp" userId="7d8a6ee1e82349c3" providerId="LiveId" clId="{F02B08AD-315A-42B8-BCB0-4F9628BC7D7C}" dt="2022-05-07T17:41:36.668" v="449" actId="478"/>
          <ac:picMkLst>
            <pc:docMk/>
            <pc:sldMk cId="2600531691" sldId="426"/>
            <ac:picMk id="14" creationId="{408BE626-94D1-4342-B68B-E43464490B44}"/>
          </ac:picMkLst>
        </pc:picChg>
      </pc:sldChg>
      <pc:sldChg chg="addSp delSp modSp add del mod ord modShow">
        <pc:chgData name="Guilherme Micota Stipp" userId="7d8a6ee1e82349c3" providerId="LiveId" clId="{F02B08AD-315A-42B8-BCB0-4F9628BC7D7C}" dt="2022-05-09T17:08:03.252" v="1026" actId="47"/>
        <pc:sldMkLst>
          <pc:docMk/>
          <pc:sldMk cId="365997958" sldId="427"/>
        </pc:sldMkLst>
        <pc:picChg chg="add mod">
          <ac:chgData name="Guilherme Micota Stipp" userId="7d8a6ee1e82349c3" providerId="LiveId" clId="{F02B08AD-315A-42B8-BCB0-4F9628BC7D7C}" dt="2022-05-02T21:48:05.082" v="252" actId="14100"/>
          <ac:picMkLst>
            <pc:docMk/>
            <pc:sldMk cId="365997958" sldId="427"/>
            <ac:picMk id="8" creationId="{2ACB43AA-E0D2-4B1B-B72B-23202F891FF2}"/>
          </ac:picMkLst>
        </pc:picChg>
        <pc:picChg chg="del">
          <ac:chgData name="Guilherme Micota Stipp" userId="7d8a6ee1e82349c3" providerId="LiveId" clId="{F02B08AD-315A-42B8-BCB0-4F9628BC7D7C}" dt="2022-05-02T21:38:11.561" v="215" actId="478"/>
          <ac:picMkLst>
            <pc:docMk/>
            <pc:sldMk cId="365997958" sldId="427"/>
            <ac:picMk id="14" creationId="{408BE626-94D1-4342-B68B-E43464490B44}"/>
          </ac:picMkLst>
        </pc:picChg>
      </pc:sldChg>
      <pc:sldChg chg="del">
        <pc:chgData name="Guilherme Micota Stipp" userId="7d8a6ee1e82349c3" providerId="LiveId" clId="{F02B08AD-315A-42B8-BCB0-4F9628BC7D7C}" dt="2022-05-02T19:18:18.884" v="69" actId="47"/>
        <pc:sldMkLst>
          <pc:docMk/>
          <pc:sldMk cId="1254257192" sldId="427"/>
        </pc:sldMkLst>
      </pc:sldChg>
      <pc:sldChg chg="addSp delSp modSp add mod">
        <pc:chgData name="Guilherme Micota Stipp" userId="7d8a6ee1e82349c3" providerId="LiveId" clId="{F02B08AD-315A-42B8-BCB0-4F9628BC7D7C}" dt="2022-05-02T22:03:32.690" v="293" actId="14100"/>
        <pc:sldMkLst>
          <pc:docMk/>
          <pc:sldMk cId="2157732553" sldId="428"/>
        </pc:sldMkLst>
        <pc:picChg chg="del">
          <ac:chgData name="Guilherme Micota Stipp" userId="7d8a6ee1e82349c3" providerId="LiveId" clId="{F02B08AD-315A-42B8-BCB0-4F9628BC7D7C}" dt="2022-05-02T22:03:21.266" v="254" actId="478"/>
          <ac:picMkLst>
            <pc:docMk/>
            <pc:sldMk cId="2157732553" sldId="428"/>
            <ac:picMk id="8" creationId="{2ACB43AA-E0D2-4B1B-B72B-23202F891FF2}"/>
          </ac:picMkLst>
        </pc:picChg>
        <pc:picChg chg="add mod">
          <ac:chgData name="Guilherme Micota Stipp" userId="7d8a6ee1e82349c3" providerId="LiveId" clId="{F02B08AD-315A-42B8-BCB0-4F9628BC7D7C}" dt="2022-05-02T22:03:32.690" v="293" actId="14100"/>
          <ac:picMkLst>
            <pc:docMk/>
            <pc:sldMk cId="2157732553" sldId="428"/>
            <ac:picMk id="10" creationId="{03A460CD-89DE-401B-8381-1E36BA5B26A6}"/>
          </ac:picMkLst>
        </pc:picChg>
      </pc:sldChg>
      <pc:sldChg chg="del">
        <pc:chgData name="Guilherme Micota Stipp" userId="7d8a6ee1e82349c3" providerId="LiveId" clId="{F02B08AD-315A-42B8-BCB0-4F9628BC7D7C}" dt="2022-05-02T19:18:19.177" v="70" actId="47"/>
        <pc:sldMkLst>
          <pc:docMk/>
          <pc:sldMk cId="1160110089" sldId="429"/>
        </pc:sldMkLst>
      </pc:sldChg>
      <pc:sldChg chg="addSp delSp modSp add mod">
        <pc:chgData name="Guilherme Micota Stipp" userId="7d8a6ee1e82349c3" providerId="LiveId" clId="{F02B08AD-315A-42B8-BCB0-4F9628BC7D7C}" dt="2022-05-02T22:23:04.731" v="339" actId="14100"/>
        <pc:sldMkLst>
          <pc:docMk/>
          <pc:sldMk cId="1350667552" sldId="429"/>
        </pc:sldMkLst>
        <pc:picChg chg="add mod">
          <ac:chgData name="Guilherme Micota Stipp" userId="7d8a6ee1e82349c3" providerId="LiveId" clId="{F02B08AD-315A-42B8-BCB0-4F9628BC7D7C}" dt="2022-05-02T22:23:04.731" v="339" actId="14100"/>
          <ac:picMkLst>
            <pc:docMk/>
            <pc:sldMk cId="1350667552" sldId="429"/>
            <ac:picMk id="8" creationId="{DEFF5BA6-999D-46B0-BA18-048B7E1903FD}"/>
          </ac:picMkLst>
        </pc:picChg>
        <pc:picChg chg="del">
          <ac:chgData name="Guilherme Micota Stipp" userId="7d8a6ee1e82349c3" providerId="LiveId" clId="{F02B08AD-315A-42B8-BCB0-4F9628BC7D7C}" dt="2022-05-02T22:22:51.956" v="295" actId="478"/>
          <ac:picMkLst>
            <pc:docMk/>
            <pc:sldMk cId="1350667552" sldId="429"/>
            <ac:picMk id="10" creationId="{03A460CD-89DE-401B-8381-1E36BA5B26A6}"/>
          </ac:picMkLst>
        </pc:picChg>
      </pc:sldChg>
      <pc:sldChg chg="add">
        <pc:chgData name="Guilherme Micota Stipp" userId="7d8a6ee1e82349c3" providerId="LiveId" clId="{F02B08AD-315A-42B8-BCB0-4F9628BC7D7C}" dt="2022-05-07T17:41:33.960" v="448" actId="2890"/>
        <pc:sldMkLst>
          <pc:docMk/>
          <pc:sldMk cId="2466700123" sldId="430"/>
        </pc:sldMkLst>
      </pc:sldChg>
      <pc:sldChg chg="del">
        <pc:chgData name="Guilherme Micota Stipp" userId="7d8a6ee1e82349c3" providerId="LiveId" clId="{F02B08AD-315A-42B8-BCB0-4F9628BC7D7C}" dt="2022-05-02T19:18:20.624" v="73" actId="47"/>
        <pc:sldMkLst>
          <pc:docMk/>
          <pc:sldMk cId="2855579138" sldId="430"/>
        </pc:sldMkLst>
      </pc:sldChg>
      <pc:sldChg chg="del">
        <pc:chgData name="Guilherme Micota Stipp" userId="7d8a6ee1e82349c3" providerId="LiveId" clId="{F02B08AD-315A-42B8-BCB0-4F9628BC7D7C}" dt="2022-05-02T19:18:17.934" v="66" actId="47"/>
        <pc:sldMkLst>
          <pc:docMk/>
          <pc:sldMk cId="797365063" sldId="431"/>
        </pc:sldMkLst>
      </pc:sldChg>
      <pc:sldChg chg="addSp delSp modSp add mod">
        <pc:chgData name="Guilherme Micota Stipp" userId="7d8a6ee1e82349c3" providerId="LiveId" clId="{F02B08AD-315A-42B8-BCB0-4F9628BC7D7C}" dt="2022-05-08T20:00:35.922" v="735" actId="14100"/>
        <pc:sldMkLst>
          <pc:docMk/>
          <pc:sldMk cId="3304855171" sldId="431"/>
        </pc:sldMkLst>
        <pc:spChg chg="add del">
          <ac:chgData name="Guilherme Micota Stipp" userId="7d8a6ee1e82349c3" providerId="LiveId" clId="{F02B08AD-315A-42B8-BCB0-4F9628BC7D7C}" dt="2022-05-07T17:41:59.830" v="489" actId="22"/>
          <ac:spMkLst>
            <pc:docMk/>
            <pc:sldMk cId="3304855171" sldId="431"/>
            <ac:spMk id="10" creationId="{E23005DE-CF17-E8A2-2E2E-612D017A3641}"/>
          </ac:spMkLst>
        </pc:spChg>
        <pc:spChg chg="mod">
          <ac:chgData name="Guilherme Micota Stipp" userId="7d8a6ee1e82349c3" providerId="LiveId" clId="{F02B08AD-315A-42B8-BCB0-4F9628BC7D7C}" dt="2022-05-07T17:41:56.417" v="487" actId="20577"/>
          <ac:spMkLst>
            <pc:docMk/>
            <pc:sldMk cId="3304855171" sldId="431"/>
            <ac:spMk id="13" creationId="{D0C9F8C4-BC80-439D-B398-B468E1969B13}"/>
          </ac:spMkLst>
        </pc:spChg>
        <pc:picChg chg="add mod">
          <ac:chgData name="Guilherme Micota Stipp" userId="7d8a6ee1e82349c3" providerId="LiveId" clId="{F02B08AD-315A-42B8-BCB0-4F9628BC7D7C}" dt="2022-05-08T20:00:35.922" v="735" actId="14100"/>
          <ac:picMkLst>
            <pc:docMk/>
            <pc:sldMk cId="3304855171" sldId="431"/>
            <ac:picMk id="8" creationId="{6C2EAED2-1797-7121-A7CE-1D8892EB036A}"/>
          </ac:picMkLst>
        </pc:picChg>
        <pc:picChg chg="add del mod">
          <ac:chgData name="Guilherme Micota Stipp" userId="7d8a6ee1e82349c3" providerId="LiveId" clId="{F02B08AD-315A-42B8-BCB0-4F9628BC7D7C}" dt="2022-05-08T19:38:48.526" v="701" actId="478"/>
          <ac:picMkLst>
            <pc:docMk/>
            <pc:sldMk cId="3304855171" sldId="431"/>
            <ac:picMk id="11" creationId="{2A3D6875-AC3D-3B58-947E-BA8220517C6F}"/>
          </ac:picMkLst>
        </pc:picChg>
      </pc:sldChg>
      <pc:sldChg chg="del">
        <pc:chgData name="Guilherme Micota Stipp" userId="7d8a6ee1e82349c3" providerId="LiveId" clId="{F02B08AD-315A-42B8-BCB0-4F9628BC7D7C}" dt="2022-05-02T19:18:19.477" v="71" actId="47"/>
        <pc:sldMkLst>
          <pc:docMk/>
          <pc:sldMk cId="1632550654" sldId="432"/>
        </pc:sldMkLst>
      </pc:sldChg>
      <pc:sldChg chg="addSp delSp modSp add mod ord">
        <pc:chgData name="Guilherme Micota Stipp" userId="7d8a6ee1e82349c3" providerId="LiveId" clId="{F02B08AD-315A-42B8-BCB0-4F9628BC7D7C}" dt="2022-05-08T19:35:12.735" v="699" actId="14100"/>
        <pc:sldMkLst>
          <pc:docMk/>
          <pc:sldMk cId="2332220579" sldId="432"/>
        </pc:sldMkLst>
        <pc:spChg chg="mod">
          <ac:chgData name="Guilherme Micota Stipp" userId="7d8a6ee1e82349c3" providerId="LiveId" clId="{F02B08AD-315A-42B8-BCB0-4F9628BC7D7C}" dt="2022-05-08T19:28:37.235" v="663" actId="20577"/>
          <ac:spMkLst>
            <pc:docMk/>
            <pc:sldMk cId="2332220579" sldId="432"/>
            <ac:spMk id="13" creationId="{D0C9F8C4-BC80-439D-B398-B468E1969B13}"/>
          </ac:spMkLst>
        </pc:spChg>
        <pc:picChg chg="add mod">
          <ac:chgData name="Guilherme Micota Stipp" userId="7d8a6ee1e82349c3" providerId="LiveId" clId="{F02B08AD-315A-42B8-BCB0-4F9628BC7D7C}" dt="2022-05-08T19:35:12.735" v="699" actId="14100"/>
          <ac:picMkLst>
            <pc:docMk/>
            <pc:sldMk cId="2332220579" sldId="432"/>
            <ac:picMk id="8" creationId="{C9785F4B-DF0E-B586-D9A2-68057E039504}"/>
          </ac:picMkLst>
        </pc:picChg>
        <pc:picChg chg="del">
          <ac:chgData name="Guilherme Micota Stipp" userId="7d8a6ee1e82349c3" providerId="LiveId" clId="{F02B08AD-315A-42B8-BCB0-4F9628BC7D7C}" dt="2022-05-08T14:41:38.863" v="565" actId="478"/>
          <ac:picMkLst>
            <pc:docMk/>
            <pc:sldMk cId="2332220579" sldId="432"/>
            <ac:picMk id="10" creationId="{1CA7D607-EC03-7A52-2039-1841C0FE8746}"/>
          </ac:picMkLst>
        </pc:picChg>
      </pc:sldChg>
      <pc:sldChg chg="add">
        <pc:chgData name="Guilherme Micota Stipp" userId="7d8a6ee1e82349c3" providerId="LiveId" clId="{F02B08AD-315A-42B8-BCB0-4F9628BC7D7C}" dt="2022-05-08T19:38:45.980" v="700" actId="2890"/>
        <pc:sldMkLst>
          <pc:docMk/>
          <pc:sldMk cId="1829601656" sldId="433"/>
        </pc:sldMkLst>
      </pc:sldChg>
      <pc:sldChg chg="del">
        <pc:chgData name="Guilherme Micota Stipp" userId="7d8a6ee1e82349c3" providerId="LiveId" clId="{F02B08AD-315A-42B8-BCB0-4F9628BC7D7C}" dt="2022-05-02T19:18:19.883" v="72" actId="47"/>
        <pc:sldMkLst>
          <pc:docMk/>
          <pc:sldMk cId="556748195" sldId="434"/>
        </pc:sldMkLst>
      </pc:sldChg>
      <pc:sldChg chg="addSp delSp modSp add mod">
        <pc:chgData name="Guilherme Micota Stipp" userId="7d8a6ee1e82349c3" providerId="LiveId" clId="{F02B08AD-315A-42B8-BCB0-4F9628BC7D7C}" dt="2022-05-08T20:28:48.029" v="788" actId="14100"/>
        <pc:sldMkLst>
          <pc:docMk/>
          <pc:sldMk cId="4205781152" sldId="434"/>
        </pc:sldMkLst>
        <pc:picChg chg="del">
          <ac:chgData name="Guilherme Micota Stipp" userId="7d8a6ee1e82349c3" providerId="LiveId" clId="{F02B08AD-315A-42B8-BCB0-4F9628BC7D7C}" dt="2022-05-08T20:12:04.479" v="769" actId="478"/>
          <ac:picMkLst>
            <pc:docMk/>
            <pc:sldMk cId="4205781152" sldId="434"/>
            <ac:picMk id="8" creationId="{2ACB43AA-E0D2-4B1B-B72B-23202F891FF2}"/>
          </ac:picMkLst>
        </pc:picChg>
        <pc:picChg chg="add mod">
          <ac:chgData name="Guilherme Micota Stipp" userId="7d8a6ee1e82349c3" providerId="LiveId" clId="{F02B08AD-315A-42B8-BCB0-4F9628BC7D7C}" dt="2022-05-08T20:28:48.029" v="788" actId="14100"/>
          <ac:picMkLst>
            <pc:docMk/>
            <pc:sldMk cId="4205781152" sldId="434"/>
            <ac:picMk id="10" creationId="{CD19A882-D1AD-3BD2-51DD-51DAF901BAF3}"/>
          </ac:picMkLst>
        </pc:picChg>
      </pc:sldChg>
      <pc:sldChg chg="addSp delSp modSp add mod ord">
        <pc:chgData name="Guilherme Micota Stipp" userId="7d8a6ee1e82349c3" providerId="LiveId" clId="{F02B08AD-315A-42B8-BCB0-4F9628BC7D7C}" dt="2022-05-09T17:43:41.047" v="1028"/>
        <pc:sldMkLst>
          <pc:docMk/>
          <pc:sldMk cId="2171679589" sldId="435"/>
        </pc:sldMkLst>
        <pc:picChg chg="del">
          <ac:chgData name="Guilherme Micota Stipp" userId="7d8a6ee1e82349c3" providerId="LiveId" clId="{F02B08AD-315A-42B8-BCB0-4F9628BC7D7C}" dt="2022-05-08T20:30:12.292" v="790" actId="478"/>
          <ac:picMkLst>
            <pc:docMk/>
            <pc:sldMk cId="2171679589" sldId="435"/>
            <ac:picMk id="8" creationId="{DEFF5BA6-999D-46B0-BA18-048B7E1903FD}"/>
          </ac:picMkLst>
        </pc:picChg>
        <pc:picChg chg="add mod">
          <ac:chgData name="Guilherme Micota Stipp" userId="7d8a6ee1e82349c3" providerId="LiveId" clId="{F02B08AD-315A-42B8-BCB0-4F9628BC7D7C}" dt="2022-05-08T21:01:26.614" v="826" actId="14100"/>
          <ac:picMkLst>
            <pc:docMk/>
            <pc:sldMk cId="2171679589" sldId="435"/>
            <ac:picMk id="10" creationId="{FD997692-9E85-78E8-ECCF-85BB527AE8DB}"/>
          </ac:picMkLst>
        </pc:picChg>
      </pc:sldChg>
      <pc:sldChg chg="addSp delSp modSp add mod">
        <pc:chgData name="Guilherme Micota Stipp" userId="7d8a6ee1e82349c3" providerId="LiveId" clId="{F02B08AD-315A-42B8-BCB0-4F9628BC7D7C}" dt="2022-05-09T17:07:27.523" v="980" actId="14100"/>
        <pc:sldMkLst>
          <pc:docMk/>
          <pc:sldMk cId="1748925875" sldId="436"/>
        </pc:sldMkLst>
        <pc:spChg chg="mod">
          <ac:chgData name="Guilherme Micota Stipp" userId="7d8a6ee1e82349c3" providerId="LiveId" clId="{F02B08AD-315A-42B8-BCB0-4F9628BC7D7C}" dt="2022-05-09T17:06:49.372" v="917" actId="20577"/>
          <ac:spMkLst>
            <pc:docMk/>
            <pc:sldMk cId="1748925875" sldId="436"/>
            <ac:spMk id="13" creationId="{D0C9F8C4-BC80-439D-B398-B468E1969B13}"/>
          </ac:spMkLst>
        </pc:spChg>
        <pc:picChg chg="add del mod">
          <ac:chgData name="Guilherme Micota Stipp" userId="7d8a6ee1e82349c3" providerId="LiveId" clId="{F02B08AD-315A-42B8-BCB0-4F9628BC7D7C}" dt="2022-05-09T17:07:01.255" v="939" actId="478"/>
          <ac:picMkLst>
            <pc:docMk/>
            <pc:sldMk cId="1748925875" sldId="436"/>
            <ac:picMk id="8" creationId="{985864D4-F937-8C6D-EBD7-83E058EFC9CB}"/>
          </ac:picMkLst>
        </pc:picChg>
        <pc:picChg chg="del">
          <ac:chgData name="Guilherme Micota Stipp" userId="7d8a6ee1e82349c3" providerId="LiveId" clId="{F02B08AD-315A-42B8-BCB0-4F9628BC7D7C}" dt="2022-05-09T17:06:51.229" v="918" actId="478"/>
          <ac:picMkLst>
            <pc:docMk/>
            <pc:sldMk cId="1748925875" sldId="436"/>
            <ac:picMk id="10" creationId="{FD997692-9E85-78E8-ECCF-85BB527AE8DB}"/>
          </ac:picMkLst>
        </pc:picChg>
        <pc:picChg chg="add mod">
          <ac:chgData name="Guilherme Micota Stipp" userId="7d8a6ee1e82349c3" providerId="LiveId" clId="{F02B08AD-315A-42B8-BCB0-4F9628BC7D7C}" dt="2022-05-09T17:07:27.523" v="980" actId="14100"/>
          <ac:picMkLst>
            <pc:docMk/>
            <pc:sldMk cId="1748925875" sldId="436"/>
            <ac:picMk id="12" creationId="{A92C912E-3D9A-6AF2-677F-61EBCECED436}"/>
          </ac:picMkLst>
        </pc:picChg>
      </pc:sldChg>
      <pc:sldChg chg="addSp delSp modSp add mod">
        <pc:chgData name="Guilherme Micota Stipp" userId="7d8a6ee1e82349c3" providerId="LiveId" clId="{F02B08AD-315A-42B8-BCB0-4F9628BC7D7C}" dt="2022-05-09T17:07:46.225" v="1022" actId="14100"/>
        <pc:sldMkLst>
          <pc:docMk/>
          <pc:sldMk cId="1530794385" sldId="437"/>
        </pc:sldMkLst>
        <pc:picChg chg="add mod">
          <ac:chgData name="Guilherme Micota Stipp" userId="7d8a6ee1e82349c3" providerId="LiveId" clId="{F02B08AD-315A-42B8-BCB0-4F9628BC7D7C}" dt="2022-05-09T17:07:46.225" v="1022" actId="14100"/>
          <ac:picMkLst>
            <pc:docMk/>
            <pc:sldMk cId="1530794385" sldId="437"/>
            <ac:picMk id="8" creationId="{FAADA8BD-D152-CD50-8CB7-2E24CAB358D8}"/>
          </ac:picMkLst>
        </pc:picChg>
        <pc:picChg chg="del mod">
          <ac:chgData name="Guilherme Micota Stipp" userId="7d8a6ee1e82349c3" providerId="LiveId" clId="{F02B08AD-315A-42B8-BCB0-4F9628BC7D7C}" dt="2022-05-09T17:07:31.387" v="983" actId="478"/>
          <ac:picMkLst>
            <pc:docMk/>
            <pc:sldMk cId="1530794385" sldId="437"/>
            <ac:picMk id="12" creationId="{A92C912E-3D9A-6AF2-677F-61EBCECED436}"/>
          </ac:picMkLst>
        </pc:picChg>
      </pc:sldChg>
    </pc:docChg>
  </pc:docChgLst>
  <pc:docChgLst>
    <pc:chgData name="Guilherme Micota Stipp" userId="7d8a6ee1e82349c3" providerId="LiveId" clId="{3D27E967-7540-41C0-B007-D02292AE8A06}"/>
    <pc:docChg chg="custSel addSld delSld modSld sldOrd">
      <pc:chgData name="Guilherme Micota Stipp" userId="7d8a6ee1e82349c3" providerId="LiveId" clId="{3D27E967-7540-41C0-B007-D02292AE8A06}" dt="2021-10-11T15:21:39.760" v="262" actId="14100"/>
      <pc:docMkLst>
        <pc:docMk/>
      </pc:docMkLst>
      <pc:sldChg chg="addSp delSp modSp mod">
        <pc:chgData name="Guilherme Micota Stipp" userId="7d8a6ee1e82349c3" providerId="LiveId" clId="{3D27E967-7540-41C0-B007-D02292AE8A06}" dt="2021-10-11T01:57:54.739" v="146" actId="1036"/>
        <pc:sldMkLst>
          <pc:docMk/>
          <pc:sldMk cId="2966454573" sldId="305"/>
        </pc:sldMkLst>
        <pc:picChg chg="del">
          <ac:chgData name="Guilherme Micota Stipp" userId="7d8a6ee1e82349c3" providerId="LiveId" clId="{3D27E967-7540-41C0-B007-D02292AE8A06}" dt="2021-10-11T01:56:47.074" v="68" actId="478"/>
          <ac:picMkLst>
            <pc:docMk/>
            <pc:sldMk cId="2966454573" sldId="305"/>
            <ac:picMk id="8" creationId="{BF4A521F-937C-4037-BDB8-14E256FE80C7}"/>
          </ac:picMkLst>
        </pc:picChg>
        <pc:picChg chg="add mod">
          <ac:chgData name="Guilherme Micota Stipp" userId="7d8a6ee1e82349c3" providerId="LiveId" clId="{3D27E967-7540-41C0-B007-D02292AE8A06}" dt="2021-10-11T01:57:23.216" v="88" actId="14100"/>
          <ac:picMkLst>
            <pc:docMk/>
            <pc:sldMk cId="2966454573" sldId="305"/>
            <ac:picMk id="11" creationId="{3CB6683E-BF25-4090-8747-3B1E0894CF5B}"/>
          </ac:picMkLst>
        </pc:picChg>
        <pc:picChg chg="del">
          <ac:chgData name="Guilherme Micota Stipp" userId="7d8a6ee1e82349c3" providerId="LiveId" clId="{3D27E967-7540-41C0-B007-D02292AE8A06}" dt="2021-10-11T01:56:50.514" v="70" actId="478"/>
          <ac:picMkLst>
            <pc:docMk/>
            <pc:sldMk cId="2966454573" sldId="305"/>
            <ac:picMk id="12" creationId="{5C62B8F3-7C4C-4F0D-B224-B87F0F80966A}"/>
          </ac:picMkLst>
        </pc:picChg>
        <pc:picChg chg="del">
          <ac:chgData name="Guilherme Micota Stipp" userId="7d8a6ee1e82349c3" providerId="LiveId" clId="{3D27E967-7540-41C0-B007-D02292AE8A06}" dt="2021-10-11T01:56:48.548" v="69" actId="478"/>
          <ac:picMkLst>
            <pc:docMk/>
            <pc:sldMk cId="2966454573" sldId="305"/>
            <ac:picMk id="14" creationId="{42F0A9C0-A11D-419F-80F2-37A9DC52B065}"/>
          </ac:picMkLst>
        </pc:picChg>
        <pc:picChg chg="add mod">
          <ac:chgData name="Guilherme Micota Stipp" userId="7d8a6ee1e82349c3" providerId="LiveId" clId="{3D27E967-7540-41C0-B007-D02292AE8A06}" dt="2021-10-11T01:57:35.600" v="103" actId="1035"/>
          <ac:picMkLst>
            <pc:docMk/>
            <pc:sldMk cId="2966454573" sldId="305"/>
            <ac:picMk id="15" creationId="{73D7D7A7-FE8E-4D95-A8E0-BA511A499BFB}"/>
          </ac:picMkLst>
        </pc:picChg>
        <pc:picChg chg="add mod">
          <ac:chgData name="Guilherme Micota Stipp" userId="7d8a6ee1e82349c3" providerId="LiveId" clId="{3D27E967-7540-41C0-B007-D02292AE8A06}" dt="2021-10-11T01:57:54.739" v="146" actId="1036"/>
          <ac:picMkLst>
            <pc:docMk/>
            <pc:sldMk cId="2966454573" sldId="305"/>
            <ac:picMk id="17" creationId="{E64DA83F-DF43-4746-ACBB-1CF3C14E674B}"/>
          </ac:picMkLst>
        </pc:picChg>
      </pc:sldChg>
      <pc:sldChg chg="del">
        <pc:chgData name="Guilherme Micota Stipp" userId="7d8a6ee1e82349c3" providerId="LiveId" clId="{3D27E967-7540-41C0-B007-D02292AE8A06}" dt="2021-10-11T01:53:54.336" v="0" actId="47"/>
        <pc:sldMkLst>
          <pc:docMk/>
          <pc:sldMk cId="555539524" sldId="312"/>
        </pc:sldMkLst>
      </pc:sldChg>
      <pc:sldChg chg="addSp delSp modSp mod">
        <pc:chgData name="Guilherme Micota Stipp" userId="7d8a6ee1e82349c3" providerId="LiveId" clId="{3D27E967-7540-41C0-B007-D02292AE8A06}" dt="2021-10-11T02:39:09.488" v="211" actId="14100"/>
        <pc:sldMkLst>
          <pc:docMk/>
          <pc:sldMk cId="2357246368" sldId="313"/>
        </pc:sldMkLst>
        <pc:picChg chg="del">
          <ac:chgData name="Guilherme Micota Stipp" userId="7d8a6ee1e82349c3" providerId="LiveId" clId="{3D27E967-7540-41C0-B007-D02292AE8A06}" dt="2021-10-11T01:58:10.111" v="147" actId="478"/>
          <ac:picMkLst>
            <pc:docMk/>
            <pc:sldMk cId="2357246368" sldId="313"/>
            <ac:picMk id="8" creationId="{0700D037-ED74-46CF-AE4E-370E6E606545}"/>
          </ac:picMkLst>
        </pc:picChg>
        <pc:picChg chg="add del mod">
          <ac:chgData name="Guilherme Micota Stipp" userId="7d8a6ee1e82349c3" providerId="LiveId" clId="{3D27E967-7540-41C0-B007-D02292AE8A06}" dt="2021-10-11T02:21:30.697" v="180" actId="478"/>
          <ac:picMkLst>
            <pc:docMk/>
            <pc:sldMk cId="2357246368" sldId="313"/>
            <ac:picMk id="11" creationId="{6993405E-2E2A-49FE-B3FE-97713C9F8455}"/>
          </ac:picMkLst>
        </pc:picChg>
        <pc:picChg chg="add del mod">
          <ac:chgData name="Guilherme Micota Stipp" userId="7d8a6ee1e82349c3" providerId="LiveId" clId="{3D27E967-7540-41C0-B007-D02292AE8A06}" dt="2021-10-11T02:37:33.120" v="192" actId="478"/>
          <ac:picMkLst>
            <pc:docMk/>
            <pc:sldMk cId="2357246368" sldId="313"/>
            <ac:picMk id="13" creationId="{41955B04-52E7-4ABA-9774-9E8DBF178DD9}"/>
          </ac:picMkLst>
        </pc:picChg>
        <pc:picChg chg="add del mod">
          <ac:chgData name="Guilherme Micota Stipp" userId="7d8a6ee1e82349c3" providerId="LiveId" clId="{3D27E967-7540-41C0-B007-D02292AE8A06}" dt="2021-10-11T02:39:00.149" v="202" actId="478"/>
          <ac:picMkLst>
            <pc:docMk/>
            <pc:sldMk cId="2357246368" sldId="313"/>
            <ac:picMk id="15" creationId="{5F03DF1B-50EB-427A-BA78-844F1FB32E97}"/>
          </ac:picMkLst>
        </pc:picChg>
        <pc:picChg chg="add mod">
          <ac:chgData name="Guilherme Micota Stipp" userId="7d8a6ee1e82349c3" providerId="LiveId" clId="{3D27E967-7540-41C0-B007-D02292AE8A06}" dt="2021-10-11T02:39:09.488" v="211" actId="14100"/>
          <ac:picMkLst>
            <pc:docMk/>
            <pc:sldMk cId="2357246368" sldId="313"/>
            <ac:picMk id="17" creationId="{B817CCE9-E0BE-4A7C-B102-6AC8BBE8DB75}"/>
          </ac:picMkLst>
        </pc:picChg>
      </pc:sldChg>
      <pc:sldChg chg="del">
        <pc:chgData name="Guilherme Micota Stipp" userId="7d8a6ee1e82349c3" providerId="LiveId" clId="{3D27E967-7540-41C0-B007-D02292AE8A06}" dt="2021-10-11T01:53:55.246" v="2" actId="47"/>
        <pc:sldMkLst>
          <pc:docMk/>
          <pc:sldMk cId="1029869431" sldId="315"/>
        </pc:sldMkLst>
      </pc:sldChg>
      <pc:sldChg chg="del">
        <pc:chgData name="Guilherme Micota Stipp" userId="7d8a6ee1e82349c3" providerId="LiveId" clId="{3D27E967-7540-41C0-B007-D02292AE8A06}" dt="2021-10-11T01:53:54.791" v="1" actId="47"/>
        <pc:sldMkLst>
          <pc:docMk/>
          <pc:sldMk cId="736960992" sldId="316"/>
        </pc:sldMkLst>
      </pc:sldChg>
      <pc:sldChg chg="del">
        <pc:chgData name="Guilherme Micota Stipp" userId="7d8a6ee1e82349c3" providerId="LiveId" clId="{3D27E967-7540-41C0-B007-D02292AE8A06}" dt="2021-10-11T01:53:55.629" v="3" actId="47"/>
        <pc:sldMkLst>
          <pc:docMk/>
          <pc:sldMk cId="2346771574" sldId="317"/>
        </pc:sldMkLst>
      </pc:sldChg>
      <pc:sldChg chg="del">
        <pc:chgData name="Guilherme Micota Stipp" userId="7d8a6ee1e82349c3" providerId="LiveId" clId="{3D27E967-7540-41C0-B007-D02292AE8A06}" dt="2021-10-11T01:53:56.431" v="4" actId="47"/>
        <pc:sldMkLst>
          <pc:docMk/>
          <pc:sldMk cId="569468190" sldId="318"/>
        </pc:sldMkLst>
      </pc:sldChg>
      <pc:sldChg chg="addSp delSp modSp mod">
        <pc:chgData name="Guilherme Micota Stipp" userId="7d8a6ee1e82349c3" providerId="LiveId" clId="{3D27E967-7540-41C0-B007-D02292AE8A06}" dt="2021-10-11T15:21:39.760" v="262" actId="14100"/>
        <pc:sldMkLst>
          <pc:docMk/>
          <pc:sldMk cId="2858790055" sldId="319"/>
        </pc:sldMkLst>
        <pc:spChg chg="mod">
          <ac:chgData name="Guilherme Micota Stipp" userId="7d8a6ee1e82349c3" providerId="LiveId" clId="{3D27E967-7540-41C0-B007-D02292AE8A06}" dt="2021-10-11T15:20:52.012" v="233" actId="20577"/>
          <ac:spMkLst>
            <pc:docMk/>
            <pc:sldMk cId="2858790055" sldId="319"/>
            <ac:spMk id="10" creationId="{0DC30F15-2778-418E-A2EF-BEAEC6F95C4E}"/>
          </ac:spMkLst>
        </pc:spChg>
        <pc:picChg chg="add del mod">
          <ac:chgData name="Guilherme Micota Stipp" userId="7d8a6ee1e82349c3" providerId="LiveId" clId="{3D27E967-7540-41C0-B007-D02292AE8A06}" dt="2021-10-11T01:54:25.276" v="31" actId="478"/>
          <ac:picMkLst>
            <pc:docMk/>
            <pc:sldMk cId="2858790055" sldId="319"/>
            <ac:picMk id="8" creationId="{4626641D-A858-4A44-A605-43DD862502C4}"/>
          </ac:picMkLst>
        </pc:picChg>
        <pc:picChg chg="add del mod">
          <ac:chgData name="Guilherme Micota Stipp" userId="7d8a6ee1e82349c3" providerId="LiveId" clId="{3D27E967-7540-41C0-B007-D02292AE8A06}" dt="2021-10-11T15:21:03.014" v="240" actId="478"/>
          <ac:picMkLst>
            <pc:docMk/>
            <pc:sldMk cId="2858790055" sldId="319"/>
            <ac:picMk id="8" creationId="{9EA01172-4D6F-47E8-95EA-BFB099890B58}"/>
          </ac:picMkLst>
        </pc:picChg>
        <pc:picChg chg="del mod">
          <ac:chgData name="Guilherme Micota Stipp" userId="7d8a6ee1e82349c3" providerId="LiveId" clId="{3D27E967-7540-41C0-B007-D02292AE8A06}" dt="2021-10-11T01:54:14.267" v="24" actId="478"/>
          <ac:picMkLst>
            <pc:docMk/>
            <pc:sldMk cId="2858790055" sldId="319"/>
            <ac:picMk id="11" creationId="{606C9F08-4FF8-4086-AC8A-C71B96AEE746}"/>
          </ac:picMkLst>
        </pc:picChg>
        <pc:picChg chg="add mod">
          <ac:chgData name="Guilherme Micota Stipp" userId="7d8a6ee1e82349c3" providerId="LiveId" clId="{3D27E967-7540-41C0-B007-D02292AE8A06}" dt="2021-10-11T15:21:39.760" v="262" actId="14100"/>
          <ac:picMkLst>
            <pc:docMk/>
            <pc:sldMk cId="2858790055" sldId="319"/>
            <ac:picMk id="12" creationId="{4E45690B-EDBB-44BC-A272-03DB46B1A5CE}"/>
          </ac:picMkLst>
        </pc:picChg>
        <pc:picChg chg="add del mod">
          <ac:chgData name="Guilherme Micota Stipp" userId="7d8a6ee1e82349c3" providerId="LiveId" clId="{3D27E967-7540-41C0-B007-D02292AE8A06}" dt="2021-10-11T01:55:38.799" v="44" actId="478"/>
          <ac:picMkLst>
            <pc:docMk/>
            <pc:sldMk cId="2858790055" sldId="319"/>
            <ac:picMk id="13" creationId="{5B103093-0830-4A77-BC09-3943EA6AAC41}"/>
          </ac:picMkLst>
        </pc:picChg>
        <pc:picChg chg="add mod">
          <ac:chgData name="Guilherme Micota Stipp" userId="7d8a6ee1e82349c3" providerId="LiveId" clId="{3D27E967-7540-41C0-B007-D02292AE8A06}" dt="2021-10-11T15:21:32.436" v="257" actId="14100"/>
          <ac:picMkLst>
            <pc:docMk/>
            <pc:sldMk cId="2858790055" sldId="319"/>
            <ac:picMk id="14" creationId="{514EBC57-8CB0-45EB-82A4-38EC56E9D457}"/>
          </ac:picMkLst>
        </pc:picChg>
        <pc:picChg chg="add del mod">
          <ac:chgData name="Guilherme Micota Stipp" userId="7d8a6ee1e82349c3" providerId="LiveId" clId="{3D27E967-7540-41C0-B007-D02292AE8A06}" dt="2021-10-11T02:17:19.964" v="159" actId="478"/>
          <ac:picMkLst>
            <pc:docMk/>
            <pc:sldMk cId="2858790055" sldId="319"/>
            <ac:picMk id="15" creationId="{5724A10A-ED52-4FF7-9ADB-8F4536F16A4F}"/>
          </ac:picMkLst>
        </pc:picChg>
        <pc:picChg chg="add del mod">
          <ac:chgData name="Guilherme Micota Stipp" userId="7d8a6ee1e82349c3" providerId="LiveId" clId="{3D27E967-7540-41C0-B007-D02292AE8A06}" dt="2021-10-11T02:18:31.581" v="169" actId="478"/>
          <ac:picMkLst>
            <pc:docMk/>
            <pc:sldMk cId="2858790055" sldId="319"/>
            <ac:picMk id="17" creationId="{4C9B30FA-5828-4623-B2C0-045FDF1A12DA}"/>
          </ac:picMkLst>
        </pc:picChg>
        <pc:picChg chg="add del mod">
          <ac:chgData name="Guilherme Micota Stipp" userId="7d8a6ee1e82349c3" providerId="LiveId" clId="{3D27E967-7540-41C0-B007-D02292AE8A06}" dt="2021-10-11T15:20:40.098" v="213" actId="478"/>
          <ac:picMkLst>
            <pc:docMk/>
            <pc:sldMk cId="2858790055" sldId="319"/>
            <ac:picMk id="19" creationId="{41430D2F-7DE1-4B11-A46C-E047A5012E1F}"/>
          </ac:picMkLst>
        </pc:picChg>
      </pc:sldChg>
      <pc:sldChg chg="add">
        <pc:chgData name="Guilherme Micota Stipp" userId="7d8a6ee1e82349c3" providerId="LiveId" clId="{3D27E967-7540-41C0-B007-D02292AE8A06}" dt="2021-10-11T01:55:36.407" v="42" actId="2890"/>
        <pc:sldMkLst>
          <pc:docMk/>
          <pc:sldMk cId="2428610228" sldId="320"/>
        </pc:sldMkLst>
      </pc:sldChg>
      <pc:sldChg chg="del">
        <pc:chgData name="Guilherme Micota Stipp" userId="7d8a6ee1e82349c3" providerId="LiveId" clId="{3D27E967-7540-41C0-B007-D02292AE8A06}" dt="2021-10-11T01:53:57.249" v="5" actId="47"/>
        <pc:sldMkLst>
          <pc:docMk/>
          <pc:sldMk cId="3911989993" sldId="320"/>
        </pc:sldMkLst>
      </pc:sldChg>
      <pc:sldChg chg="addSp delSp modSp add mod ord">
        <pc:chgData name="Guilherme Micota Stipp" userId="7d8a6ee1e82349c3" providerId="LiveId" clId="{3D27E967-7540-41C0-B007-D02292AE8A06}" dt="2021-10-11T01:56:20.725" v="67" actId="14100"/>
        <pc:sldMkLst>
          <pc:docMk/>
          <pc:sldMk cId="208367571" sldId="321"/>
        </pc:sldMkLst>
        <pc:picChg chg="add mod">
          <ac:chgData name="Guilherme Micota Stipp" userId="7d8a6ee1e82349c3" providerId="LiveId" clId="{3D27E967-7540-41C0-B007-D02292AE8A06}" dt="2021-10-11T01:56:20.725" v="67" actId="14100"/>
          <ac:picMkLst>
            <pc:docMk/>
            <pc:sldMk cId="208367571" sldId="321"/>
            <ac:picMk id="8" creationId="{8A515E6F-ACD3-42CE-8EBC-DEC684A72215}"/>
          </ac:picMkLst>
        </pc:picChg>
        <pc:picChg chg="del">
          <ac:chgData name="Guilherme Micota Stipp" userId="7d8a6ee1e82349c3" providerId="LiveId" clId="{3D27E967-7540-41C0-B007-D02292AE8A06}" dt="2021-10-11T01:56:06.945" v="58" actId="478"/>
          <ac:picMkLst>
            <pc:docMk/>
            <pc:sldMk cId="208367571" sldId="321"/>
            <ac:picMk id="15" creationId="{5724A10A-ED52-4FF7-9ADB-8F4536F16A4F}"/>
          </ac:picMkLst>
        </pc:picChg>
      </pc:sldChg>
      <pc:sldChg chg="add">
        <pc:chgData name="Guilherme Micota Stipp" userId="7d8a6ee1e82349c3" providerId="LiveId" clId="{3D27E967-7540-41C0-B007-D02292AE8A06}" dt="2021-10-11T02:17:17.609" v="157" actId="2890"/>
        <pc:sldMkLst>
          <pc:docMk/>
          <pc:sldMk cId="484421625" sldId="322"/>
        </pc:sldMkLst>
      </pc:sldChg>
      <pc:sldChg chg="add del">
        <pc:chgData name="Guilherme Micota Stipp" userId="7d8a6ee1e82349c3" providerId="LiveId" clId="{3D27E967-7540-41C0-B007-D02292AE8A06}" dt="2021-10-11T02:39:19.696" v="212" actId="47"/>
        <pc:sldMkLst>
          <pc:docMk/>
          <pc:sldMk cId="2341697025" sldId="323"/>
        </pc:sldMkLst>
      </pc:sldChg>
    </pc:docChg>
  </pc:docChgLst>
  <pc:docChgLst>
    <pc:chgData name="Guilherme Micota Stipp" userId="7d8a6ee1e82349c3" providerId="LiveId" clId="{12C8F47E-5306-463A-BBF1-E6ABA3CADC1A}"/>
    <pc:docChg chg="undo custSel addSld delSld modSld sldOrd">
      <pc:chgData name="Guilherme Micota Stipp" userId="7d8a6ee1e82349c3" providerId="LiveId" clId="{12C8F47E-5306-463A-BBF1-E6ABA3CADC1A}" dt="2021-09-13T14:23:39.992" v="446" actId="14100"/>
      <pc:docMkLst>
        <pc:docMk/>
      </pc:docMkLst>
      <pc:sldChg chg="del">
        <pc:chgData name="Guilherme Micota Stipp" userId="7d8a6ee1e82349c3" providerId="LiveId" clId="{12C8F47E-5306-463A-BBF1-E6ABA3CADC1A}" dt="2021-09-13T12:16:26.184" v="0" actId="47"/>
        <pc:sldMkLst>
          <pc:docMk/>
          <pc:sldMk cId="1259924771" sldId="299"/>
        </pc:sldMkLst>
      </pc:sldChg>
      <pc:sldChg chg="del">
        <pc:chgData name="Guilherme Micota Stipp" userId="7d8a6ee1e82349c3" providerId="LiveId" clId="{12C8F47E-5306-463A-BBF1-E6ABA3CADC1A}" dt="2021-09-13T12:16:26.503" v="1" actId="47"/>
        <pc:sldMkLst>
          <pc:docMk/>
          <pc:sldMk cId="550815515" sldId="300"/>
        </pc:sldMkLst>
      </pc:sldChg>
      <pc:sldChg chg="del">
        <pc:chgData name="Guilherme Micota Stipp" userId="7d8a6ee1e82349c3" providerId="LiveId" clId="{12C8F47E-5306-463A-BBF1-E6ABA3CADC1A}" dt="2021-09-13T12:16:26.856" v="2" actId="47"/>
        <pc:sldMkLst>
          <pc:docMk/>
          <pc:sldMk cId="3645013298" sldId="301"/>
        </pc:sldMkLst>
      </pc:sldChg>
      <pc:sldChg chg="addSp delSp modSp mod">
        <pc:chgData name="Guilherme Micota Stipp" userId="7d8a6ee1e82349c3" providerId="LiveId" clId="{12C8F47E-5306-463A-BBF1-E6ABA3CADC1A}" dt="2021-09-13T14:02:51.772" v="384" actId="14100"/>
        <pc:sldMkLst>
          <pc:docMk/>
          <pc:sldMk cId="2822430471" sldId="302"/>
        </pc:sldMkLst>
        <pc:picChg chg="del">
          <ac:chgData name="Guilherme Micota Stipp" userId="7d8a6ee1e82349c3" providerId="LiveId" clId="{12C8F47E-5306-463A-BBF1-E6ABA3CADC1A}" dt="2021-09-13T12:17:06.336" v="57" actId="478"/>
          <ac:picMkLst>
            <pc:docMk/>
            <pc:sldMk cId="2822430471" sldId="302"/>
            <ac:picMk id="8" creationId="{8C678845-BD86-4D69-95D1-692591B251CB}"/>
          </ac:picMkLst>
        </pc:picChg>
        <pc:picChg chg="add del mod">
          <ac:chgData name="Guilherme Micota Stipp" userId="7d8a6ee1e82349c3" providerId="LiveId" clId="{12C8F47E-5306-463A-BBF1-E6ABA3CADC1A}" dt="2021-09-13T13:51:27.170" v="373" actId="478"/>
          <ac:picMkLst>
            <pc:docMk/>
            <pc:sldMk cId="2822430471" sldId="302"/>
            <ac:picMk id="11" creationId="{03E79D20-0A3B-4777-BE63-2585BF342C79}"/>
          </ac:picMkLst>
        </pc:picChg>
        <pc:picChg chg="add mod">
          <ac:chgData name="Guilherme Micota Stipp" userId="7d8a6ee1e82349c3" providerId="LiveId" clId="{12C8F47E-5306-463A-BBF1-E6ABA3CADC1A}" dt="2021-09-13T14:02:51.772" v="384" actId="14100"/>
          <ac:picMkLst>
            <pc:docMk/>
            <pc:sldMk cId="2822430471" sldId="302"/>
            <ac:picMk id="13" creationId="{5E6104C7-78E0-4FD3-B792-1938D4994619}"/>
          </ac:picMkLst>
        </pc:picChg>
      </pc:sldChg>
      <pc:sldChg chg="addSp delSp modSp mod">
        <pc:chgData name="Guilherme Micota Stipp" userId="7d8a6ee1e82349c3" providerId="LiveId" clId="{12C8F47E-5306-463A-BBF1-E6ABA3CADC1A}" dt="2021-09-13T14:14:10.067" v="425" actId="14100"/>
        <pc:sldMkLst>
          <pc:docMk/>
          <pc:sldMk cId="3186628704" sldId="303"/>
        </pc:sldMkLst>
        <pc:picChg chg="add mod">
          <ac:chgData name="Guilherme Micota Stipp" userId="7d8a6ee1e82349c3" providerId="LiveId" clId="{12C8F47E-5306-463A-BBF1-E6ABA3CADC1A}" dt="2021-09-13T14:13:57.709" v="422" actId="14100"/>
          <ac:picMkLst>
            <pc:docMk/>
            <pc:sldMk cId="3186628704" sldId="303"/>
            <ac:picMk id="8" creationId="{524DAD0A-565B-4118-8CF1-32C84B0D8DFB}"/>
          </ac:picMkLst>
        </pc:picChg>
        <pc:picChg chg="add del mod">
          <ac:chgData name="Guilherme Micota Stipp" userId="7d8a6ee1e82349c3" providerId="LiveId" clId="{12C8F47E-5306-463A-BBF1-E6ABA3CADC1A}" dt="2021-09-13T14:13:12.830" v="407" actId="478"/>
          <ac:picMkLst>
            <pc:docMk/>
            <pc:sldMk cId="3186628704" sldId="303"/>
            <ac:picMk id="12" creationId="{B2E58387-F057-4294-962A-990D18090E2F}"/>
          </ac:picMkLst>
        </pc:picChg>
        <pc:picChg chg="add mod">
          <ac:chgData name="Guilherme Micota Stipp" userId="7d8a6ee1e82349c3" providerId="LiveId" clId="{12C8F47E-5306-463A-BBF1-E6ABA3CADC1A}" dt="2021-09-13T14:14:10.067" v="425" actId="14100"/>
          <ac:picMkLst>
            <pc:docMk/>
            <pc:sldMk cId="3186628704" sldId="303"/>
            <ac:picMk id="14" creationId="{C797B9F2-4F9B-4927-BFF5-9B57D0577A28}"/>
          </ac:picMkLst>
        </pc:picChg>
        <pc:picChg chg="add mod">
          <ac:chgData name="Guilherme Micota Stipp" userId="7d8a6ee1e82349c3" providerId="LiveId" clId="{12C8F47E-5306-463A-BBF1-E6ABA3CADC1A}" dt="2021-09-13T14:14:02.971" v="423" actId="14100"/>
          <ac:picMkLst>
            <pc:docMk/>
            <pc:sldMk cId="3186628704" sldId="303"/>
            <ac:picMk id="16" creationId="{DDBC9755-3870-41E1-8FC3-3BC490E75057}"/>
          </ac:picMkLst>
        </pc:picChg>
        <pc:picChg chg="del">
          <ac:chgData name="Guilherme Micota Stipp" userId="7d8a6ee1e82349c3" providerId="LiveId" clId="{12C8F47E-5306-463A-BBF1-E6ABA3CADC1A}" dt="2021-09-13T14:12:56.521" v="385" actId="478"/>
          <ac:picMkLst>
            <pc:docMk/>
            <pc:sldMk cId="3186628704" sldId="303"/>
            <ac:picMk id="18" creationId="{77148799-5FC2-48E2-B9B7-4D233A04A06A}"/>
          </ac:picMkLst>
        </pc:picChg>
        <pc:picChg chg="del">
          <ac:chgData name="Guilherme Micota Stipp" userId="7d8a6ee1e82349c3" providerId="LiveId" clId="{12C8F47E-5306-463A-BBF1-E6ABA3CADC1A}" dt="2021-09-13T14:12:56.843" v="386" actId="478"/>
          <ac:picMkLst>
            <pc:docMk/>
            <pc:sldMk cId="3186628704" sldId="303"/>
            <ac:picMk id="24" creationId="{74A670E6-6FBD-4062-BB00-0C58C5721DC9}"/>
          </ac:picMkLst>
        </pc:picChg>
      </pc:sldChg>
      <pc:sldChg chg="delSp del mod">
        <pc:chgData name="Guilherme Micota Stipp" userId="7d8a6ee1e82349c3" providerId="LiveId" clId="{12C8F47E-5306-463A-BBF1-E6ABA3CADC1A}" dt="2021-09-13T13:46:12.137" v="372" actId="47"/>
        <pc:sldMkLst>
          <pc:docMk/>
          <pc:sldMk cId="2830057271" sldId="304"/>
        </pc:sldMkLst>
        <pc:picChg chg="del">
          <ac:chgData name="Guilherme Micota Stipp" userId="7d8a6ee1e82349c3" providerId="LiveId" clId="{12C8F47E-5306-463A-BBF1-E6ABA3CADC1A}" dt="2021-09-13T12:16:34.054" v="4" actId="478"/>
          <ac:picMkLst>
            <pc:docMk/>
            <pc:sldMk cId="2830057271" sldId="304"/>
            <ac:picMk id="13" creationId="{9989EBEA-6A9B-4166-A4BF-A98A316DADC1}"/>
          </ac:picMkLst>
        </pc:picChg>
      </pc:sldChg>
      <pc:sldChg chg="addSp delSp modSp add mod">
        <pc:chgData name="Guilherme Micota Stipp" userId="7d8a6ee1e82349c3" providerId="LiveId" clId="{12C8F47E-5306-463A-BBF1-E6ABA3CADC1A}" dt="2021-09-13T12:19:44.201" v="101" actId="14100"/>
        <pc:sldMkLst>
          <pc:docMk/>
          <pc:sldMk cId="2297184321" sldId="305"/>
        </pc:sldMkLst>
        <pc:spChg chg="mod">
          <ac:chgData name="Guilherme Micota Stipp" userId="7d8a6ee1e82349c3" providerId="LiveId" clId="{12C8F47E-5306-463A-BBF1-E6ABA3CADC1A}" dt="2021-09-13T12:16:56.296" v="56" actId="20577"/>
          <ac:spMkLst>
            <pc:docMk/>
            <pc:sldMk cId="2297184321" sldId="305"/>
            <ac:spMk id="11" creationId="{B94966AA-2C97-4101-BDEA-BAFBBDAE8AA9}"/>
          </ac:spMkLst>
        </pc:spChg>
        <pc:picChg chg="add del mod">
          <ac:chgData name="Guilherme Micota Stipp" userId="7d8a6ee1e82349c3" providerId="LiveId" clId="{12C8F47E-5306-463A-BBF1-E6ABA3CADC1A}" dt="2021-09-13T12:17:44.817" v="82" actId="478"/>
          <ac:picMkLst>
            <pc:docMk/>
            <pc:sldMk cId="2297184321" sldId="305"/>
            <ac:picMk id="8" creationId="{5FE61356-08E3-43CF-A086-AC0596F35F20}"/>
          </ac:picMkLst>
        </pc:picChg>
        <pc:picChg chg="add del mod">
          <ac:chgData name="Guilherme Micota Stipp" userId="7d8a6ee1e82349c3" providerId="LiveId" clId="{12C8F47E-5306-463A-BBF1-E6ABA3CADC1A}" dt="2021-09-13T12:19:13.146" v="92" actId="478"/>
          <ac:picMkLst>
            <pc:docMk/>
            <pc:sldMk cId="2297184321" sldId="305"/>
            <ac:picMk id="12" creationId="{A48C670D-AE1A-4E2D-BA89-D391523530C6}"/>
          </ac:picMkLst>
        </pc:picChg>
        <pc:picChg chg="add mod">
          <ac:chgData name="Guilherme Micota Stipp" userId="7d8a6ee1e82349c3" providerId="LiveId" clId="{12C8F47E-5306-463A-BBF1-E6ABA3CADC1A}" dt="2021-09-13T12:19:44.201" v="101" actId="14100"/>
          <ac:picMkLst>
            <pc:docMk/>
            <pc:sldMk cId="2297184321" sldId="305"/>
            <ac:picMk id="14" creationId="{6BB30597-D42B-43F2-B2C6-AD0EA9126E3B}"/>
          </ac:picMkLst>
        </pc:picChg>
      </pc:sldChg>
      <pc:sldChg chg="del">
        <pc:chgData name="Guilherme Micota Stipp" userId="7d8a6ee1e82349c3" providerId="LiveId" clId="{12C8F47E-5306-463A-BBF1-E6ABA3CADC1A}" dt="2021-09-13T12:16:27.199" v="3" actId="47"/>
        <pc:sldMkLst>
          <pc:docMk/>
          <pc:sldMk cId="3101097049" sldId="305"/>
        </pc:sldMkLst>
      </pc:sldChg>
      <pc:sldChg chg="addSp delSp modSp add mod">
        <pc:chgData name="Guilherme Micota Stipp" userId="7d8a6ee1e82349c3" providerId="LiveId" clId="{12C8F47E-5306-463A-BBF1-E6ABA3CADC1A}" dt="2021-09-13T12:26:22.583" v="112" actId="14100"/>
        <pc:sldMkLst>
          <pc:docMk/>
          <pc:sldMk cId="1350734038" sldId="306"/>
        </pc:sldMkLst>
        <pc:picChg chg="add mod">
          <ac:chgData name="Guilherme Micota Stipp" userId="7d8a6ee1e82349c3" providerId="LiveId" clId="{12C8F47E-5306-463A-BBF1-E6ABA3CADC1A}" dt="2021-09-13T12:26:22.583" v="112" actId="14100"/>
          <ac:picMkLst>
            <pc:docMk/>
            <pc:sldMk cId="1350734038" sldId="306"/>
            <ac:picMk id="8" creationId="{3B5D6EEB-E643-4D25-8CA8-79E21FA4A93E}"/>
          </ac:picMkLst>
        </pc:picChg>
        <pc:picChg chg="del">
          <ac:chgData name="Guilherme Micota Stipp" userId="7d8a6ee1e82349c3" providerId="LiveId" clId="{12C8F47E-5306-463A-BBF1-E6ABA3CADC1A}" dt="2021-09-13T12:26:10.406" v="103" actId="478"/>
          <ac:picMkLst>
            <pc:docMk/>
            <pc:sldMk cId="1350734038" sldId="306"/>
            <ac:picMk id="14" creationId="{6BB30597-D42B-43F2-B2C6-AD0EA9126E3B}"/>
          </ac:picMkLst>
        </pc:picChg>
      </pc:sldChg>
      <pc:sldChg chg="addSp delSp modSp add mod">
        <pc:chgData name="Guilherme Micota Stipp" userId="7d8a6ee1e82349c3" providerId="LiveId" clId="{12C8F47E-5306-463A-BBF1-E6ABA3CADC1A}" dt="2021-09-13T13:34:39.283" v="354" actId="1038"/>
        <pc:sldMkLst>
          <pc:docMk/>
          <pc:sldMk cId="3004624989" sldId="307"/>
        </pc:sldMkLst>
        <pc:picChg chg="add del mod">
          <ac:chgData name="Guilherme Micota Stipp" userId="7d8a6ee1e82349c3" providerId="LiveId" clId="{12C8F47E-5306-463A-BBF1-E6ABA3CADC1A}" dt="2021-09-13T12:54:15.547" v="128" actId="478"/>
          <ac:picMkLst>
            <pc:docMk/>
            <pc:sldMk cId="3004624989" sldId="307"/>
            <ac:picMk id="8" creationId="{1E31749B-6804-4FCB-9B1C-42A51A4F6466}"/>
          </ac:picMkLst>
        </pc:picChg>
        <pc:picChg chg="add del mod">
          <ac:chgData name="Guilherme Micota Stipp" userId="7d8a6ee1e82349c3" providerId="LiveId" clId="{12C8F47E-5306-463A-BBF1-E6ABA3CADC1A}" dt="2021-09-13T13:25:28.856" v="245" actId="478"/>
          <ac:picMkLst>
            <pc:docMk/>
            <pc:sldMk cId="3004624989" sldId="307"/>
            <ac:picMk id="12" creationId="{5EF64DBA-63BD-4EFB-B740-6BF99338643D}"/>
          </ac:picMkLst>
        </pc:picChg>
        <pc:picChg chg="del">
          <ac:chgData name="Guilherme Micota Stipp" userId="7d8a6ee1e82349c3" providerId="LiveId" clId="{12C8F47E-5306-463A-BBF1-E6ABA3CADC1A}" dt="2021-09-13T12:53:29.773" v="116" actId="478"/>
          <ac:picMkLst>
            <pc:docMk/>
            <pc:sldMk cId="3004624989" sldId="307"/>
            <ac:picMk id="14" creationId="{6BB30597-D42B-43F2-B2C6-AD0EA9126E3B}"/>
          </ac:picMkLst>
        </pc:picChg>
        <pc:picChg chg="add del mod">
          <ac:chgData name="Guilherme Micota Stipp" userId="7d8a6ee1e82349c3" providerId="LiveId" clId="{12C8F47E-5306-463A-BBF1-E6ABA3CADC1A}" dt="2021-09-13T13:26:01.050" v="255" actId="478"/>
          <ac:picMkLst>
            <pc:docMk/>
            <pc:sldMk cId="3004624989" sldId="307"/>
            <ac:picMk id="15" creationId="{FC948F63-8056-4714-9302-99FFFEA0A75D}"/>
          </ac:picMkLst>
        </pc:picChg>
        <pc:picChg chg="add del mod">
          <ac:chgData name="Guilherme Micota Stipp" userId="7d8a6ee1e82349c3" providerId="LiveId" clId="{12C8F47E-5306-463A-BBF1-E6ABA3CADC1A}" dt="2021-09-13T13:26:15.803" v="259" actId="478"/>
          <ac:picMkLst>
            <pc:docMk/>
            <pc:sldMk cId="3004624989" sldId="307"/>
            <ac:picMk id="17" creationId="{530F6866-266D-4DBB-8014-1F2CABDEC39C}"/>
          </ac:picMkLst>
        </pc:picChg>
        <pc:picChg chg="add mod">
          <ac:chgData name="Guilherme Micota Stipp" userId="7d8a6ee1e82349c3" providerId="LiveId" clId="{12C8F47E-5306-463A-BBF1-E6ABA3CADC1A}" dt="2021-09-13T13:34:39.283" v="354" actId="1038"/>
          <ac:picMkLst>
            <pc:docMk/>
            <pc:sldMk cId="3004624989" sldId="307"/>
            <ac:picMk id="19" creationId="{DD06415B-0718-4BE9-A450-22DF1A38FA5E}"/>
          </ac:picMkLst>
        </pc:picChg>
        <pc:picChg chg="add del mod">
          <ac:chgData name="Guilherme Micota Stipp" userId="7d8a6ee1e82349c3" providerId="LiveId" clId="{12C8F47E-5306-463A-BBF1-E6ABA3CADC1A}" dt="2021-09-13T13:33:54.351" v="277" actId="478"/>
          <ac:picMkLst>
            <pc:docMk/>
            <pc:sldMk cId="3004624989" sldId="307"/>
            <ac:picMk id="21" creationId="{8A7F25CA-AD37-4351-95CA-C99137037847}"/>
          </ac:picMkLst>
        </pc:picChg>
        <pc:picChg chg="add mod">
          <ac:chgData name="Guilherme Micota Stipp" userId="7d8a6ee1e82349c3" providerId="LiveId" clId="{12C8F47E-5306-463A-BBF1-E6ABA3CADC1A}" dt="2021-09-13T13:34:33.964" v="335" actId="1037"/>
          <ac:picMkLst>
            <pc:docMk/>
            <pc:sldMk cId="3004624989" sldId="307"/>
            <ac:picMk id="23" creationId="{C7A9EBC2-0028-4F2D-8C95-1DC121C4CB0D}"/>
          </ac:picMkLst>
        </pc:picChg>
      </pc:sldChg>
      <pc:sldChg chg="add del">
        <pc:chgData name="Guilherme Micota Stipp" userId="7d8a6ee1e82349c3" providerId="LiveId" clId="{12C8F47E-5306-463A-BBF1-E6ABA3CADC1A}" dt="2021-09-13T12:31:00.184" v="114" actId="2890"/>
        <pc:sldMkLst>
          <pc:docMk/>
          <pc:sldMk cId="4161134163" sldId="307"/>
        </pc:sldMkLst>
      </pc:sldChg>
      <pc:sldChg chg="addSp delSp modSp add mod ord">
        <pc:chgData name="Guilherme Micota Stipp" userId="7d8a6ee1e82349c3" providerId="LiveId" clId="{12C8F47E-5306-463A-BBF1-E6ABA3CADC1A}" dt="2021-09-13T13:16:50.818" v="242" actId="20577"/>
        <pc:sldMkLst>
          <pc:docMk/>
          <pc:sldMk cId="233878366" sldId="308"/>
        </pc:sldMkLst>
        <pc:spChg chg="mod">
          <ac:chgData name="Guilherme Micota Stipp" userId="7d8a6ee1e82349c3" providerId="LiveId" clId="{12C8F47E-5306-463A-BBF1-E6ABA3CADC1A}" dt="2021-09-13T13:16:50.818" v="242" actId="20577"/>
          <ac:spMkLst>
            <pc:docMk/>
            <pc:sldMk cId="233878366" sldId="308"/>
            <ac:spMk id="10" creationId="{0DC30F15-2778-418E-A2EF-BEAEC6F95C4E}"/>
          </ac:spMkLst>
        </pc:spChg>
        <pc:picChg chg="add del mod">
          <ac:chgData name="Guilherme Micota Stipp" userId="7d8a6ee1e82349c3" providerId="LiveId" clId="{12C8F47E-5306-463A-BBF1-E6ABA3CADC1A}" dt="2021-09-13T13:15:59.022" v="200" actId="478"/>
          <ac:picMkLst>
            <pc:docMk/>
            <pc:sldMk cId="233878366" sldId="308"/>
            <ac:picMk id="8" creationId="{D322623C-0ADF-4F98-8CFA-903D3C9DBEA3}"/>
          </ac:picMkLst>
        </pc:picChg>
        <pc:picChg chg="del">
          <ac:chgData name="Guilherme Micota Stipp" userId="7d8a6ee1e82349c3" providerId="LiveId" clId="{12C8F47E-5306-463A-BBF1-E6ABA3CADC1A}" dt="2021-09-13T13:15:28.760" v="174" actId="478"/>
          <ac:picMkLst>
            <pc:docMk/>
            <pc:sldMk cId="233878366" sldId="308"/>
            <ac:picMk id="11" creationId="{03E79D20-0A3B-4777-BE63-2585BF342C79}"/>
          </ac:picMkLst>
        </pc:picChg>
        <pc:picChg chg="add del mod">
          <ac:chgData name="Guilherme Micota Stipp" userId="7d8a6ee1e82349c3" providerId="LiveId" clId="{12C8F47E-5306-463A-BBF1-E6ABA3CADC1A}" dt="2021-09-13T13:16:15.722" v="206" actId="478"/>
          <ac:picMkLst>
            <pc:docMk/>
            <pc:sldMk cId="233878366" sldId="308"/>
            <ac:picMk id="13" creationId="{9EE15A65-5DF1-4CE6-8425-17E0B287FF4F}"/>
          </ac:picMkLst>
        </pc:picChg>
        <pc:picChg chg="add mod">
          <ac:chgData name="Guilherme Micota Stipp" userId="7d8a6ee1e82349c3" providerId="LiveId" clId="{12C8F47E-5306-463A-BBF1-E6ABA3CADC1A}" dt="2021-09-13T13:16:40.233" v="217" actId="14100"/>
          <ac:picMkLst>
            <pc:docMk/>
            <pc:sldMk cId="233878366" sldId="308"/>
            <ac:picMk id="15" creationId="{4DE792ED-2AA1-44FF-ADBA-A0CCBDE296E2}"/>
          </ac:picMkLst>
        </pc:picChg>
      </pc:sldChg>
      <pc:sldChg chg="addSp delSp modSp add mod">
        <pc:chgData name="Guilherme Micota Stipp" userId="7d8a6ee1e82349c3" providerId="LiveId" clId="{12C8F47E-5306-463A-BBF1-E6ABA3CADC1A}" dt="2021-09-13T13:44:34.881" v="371" actId="14100"/>
        <pc:sldMkLst>
          <pc:docMk/>
          <pc:sldMk cId="3677665713" sldId="309"/>
        </pc:sldMkLst>
        <pc:picChg chg="add del mod">
          <ac:chgData name="Guilherme Micota Stipp" userId="7d8a6ee1e82349c3" providerId="LiveId" clId="{12C8F47E-5306-463A-BBF1-E6ABA3CADC1A}" dt="2021-09-13T13:41:07.253" v="360" actId="478"/>
          <ac:picMkLst>
            <pc:docMk/>
            <pc:sldMk cId="3677665713" sldId="309"/>
            <ac:picMk id="8" creationId="{5976ABBE-FDAD-4B31-8419-1F21FB28E002}"/>
          </ac:picMkLst>
        </pc:picChg>
        <pc:picChg chg="add mod">
          <ac:chgData name="Guilherme Micota Stipp" userId="7d8a6ee1e82349c3" providerId="LiveId" clId="{12C8F47E-5306-463A-BBF1-E6ABA3CADC1A}" dt="2021-09-13T13:44:34.881" v="371" actId="14100"/>
          <ac:picMkLst>
            <pc:docMk/>
            <pc:sldMk cId="3677665713" sldId="309"/>
            <ac:picMk id="12" creationId="{721D86FE-5748-4A3A-9E32-35359A53EDA8}"/>
          </ac:picMkLst>
        </pc:picChg>
        <pc:picChg chg="del">
          <ac:chgData name="Guilherme Micota Stipp" userId="7d8a6ee1e82349c3" providerId="LiveId" clId="{12C8F47E-5306-463A-BBF1-E6ABA3CADC1A}" dt="2021-09-13T13:41:04.266" v="356" actId="478"/>
          <ac:picMkLst>
            <pc:docMk/>
            <pc:sldMk cId="3677665713" sldId="309"/>
            <ac:picMk id="14" creationId="{6BB30597-D42B-43F2-B2C6-AD0EA9126E3B}"/>
          </ac:picMkLst>
        </pc:picChg>
      </pc:sldChg>
      <pc:sldChg chg="addSp delSp modSp add mod">
        <pc:chgData name="Guilherme Micota Stipp" userId="7d8a6ee1e82349c3" providerId="LiveId" clId="{12C8F47E-5306-463A-BBF1-E6ABA3CADC1A}" dt="2021-09-13T14:23:39.992" v="446" actId="14100"/>
        <pc:sldMkLst>
          <pc:docMk/>
          <pc:sldMk cId="2820777525" sldId="310"/>
        </pc:sldMkLst>
        <pc:spChg chg="mod">
          <ac:chgData name="Guilherme Micota Stipp" userId="7d8a6ee1e82349c3" providerId="LiveId" clId="{12C8F47E-5306-463A-BBF1-E6ABA3CADC1A}" dt="2021-09-13T14:15:56.607" v="435" actId="20577"/>
          <ac:spMkLst>
            <pc:docMk/>
            <pc:sldMk cId="2820777525" sldId="310"/>
            <ac:spMk id="11" creationId="{B94966AA-2C97-4101-BDEA-BAFBBDAE8AA9}"/>
          </ac:spMkLst>
        </pc:spChg>
        <pc:picChg chg="del">
          <ac:chgData name="Guilherme Micota Stipp" userId="7d8a6ee1e82349c3" providerId="LiveId" clId="{12C8F47E-5306-463A-BBF1-E6ABA3CADC1A}" dt="2021-09-13T14:15:54.014" v="427" actId="478"/>
          <ac:picMkLst>
            <pc:docMk/>
            <pc:sldMk cId="2820777525" sldId="310"/>
            <ac:picMk id="8" creationId="{3B5D6EEB-E643-4D25-8CA8-79E21FA4A93E}"/>
          </ac:picMkLst>
        </pc:picChg>
        <pc:picChg chg="add mod">
          <ac:chgData name="Guilherme Micota Stipp" userId="7d8a6ee1e82349c3" providerId="LiveId" clId="{12C8F47E-5306-463A-BBF1-E6ABA3CADC1A}" dt="2021-09-13T14:23:39.992" v="446" actId="14100"/>
          <ac:picMkLst>
            <pc:docMk/>
            <pc:sldMk cId="2820777525" sldId="310"/>
            <ac:picMk id="10" creationId="{D2FEE8DB-1D12-4387-BD1D-FD9120360986}"/>
          </ac:picMkLst>
        </pc:picChg>
      </pc:sldChg>
    </pc:docChg>
  </pc:docChgLst>
  <pc:docChgLst>
    <pc:chgData name="Guilherme Micota Stipp" userId="7d8a6ee1e82349c3" providerId="LiveId" clId="{F6E6A899-6286-4DBA-AE4F-37307AAB2B6F}"/>
    <pc:docChg chg="undo custSel addSld delSld modSld sldOrd">
      <pc:chgData name="Guilherme Micota Stipp" userId="7d8a6ee1e82349c3" providerId="LiveId" clId="{F6E6A899-6286-4DBA-AE4F-37307AAB2B6F}" dt="2021-11-01T18:43:33.751" v="397" actId="1037"/>
      <pc:docMkLst>
        <pc:docMk/>
      </pc:docMkLst>
      <pc:sldChg chg="modSp mod">
        <pc:chgData name="Guilherme Micota Stipp" userId="7d8a6ee1e82349c3" providerId="LiveId" clId="{F6E6A899-6286-4DBA-AE4F-37307AAB2B6F}" dt="2021-10-31T18:30:48.364" v="14" actId="20577"/>
        <pc:sldMkLst>
          <pc:docMk/>
          <pc:sldMk cId="3178680452" sldId="256"/>
        </pc:sldMkLst>
        <pc:spChg chg="mod">
          <ac:chgData name="Guilherme Micota Stipp" userId="7d8a6ee1e82349c3" providerId="LiveId" clId="{F6E6A899-6286-4DBA-AE4F-37307AAB2B6F}" dt="2021-10-31T18:30:48.364" v="14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del">
        <pc:chgData name="Guilherme Micota Stipp" userId="7d8a6ee1e82349c3" providerId="LiveId" clId="{F6E6A899-6286-4DBA-AE4F-37307AAB2B6F}" dt="2021-10-31T18:30:41.894" v="6" actId="47"/>
        <pc:sldMkLst>
          <pc:docMk/>
          <pc:sldMk cId="2966454573" sldId="305"/>
        </pc:sldMkLst>
      </pc:sldChg>
      <pc:sldChg chg="del">
        <pc:chgData name="Guilherme Micota Stipp" userId="7d8a6ee1e82349c3" providerId="LiveId" clId="{F6E6A899-6286-4DBA-AE4F-37307AAB2B6F}" dt="2021-10-31T18:30:31.783" v="2" actId="47"/>
        <pc:sldMkLst>
          <pc:docMk/>
          <pc:sldMk cId="2975322907" sldId="323"/>
        </pc:sldMkLst>
      </pc:sldChg>
      <pc:sldChg chg="del">
        <pc:chgData name="Guilherme Micota Stipp" userId="7d8a6ee1e82349c3" providerId="LiveId" clId="{F6E6A899-6286-4DBA-AE4F-37307AAB2B6F}" dt="2021-10-31T18:30:35.916" v="4" actId="47"/>
        <pc:sldMkLst>
          <pc:docMk/>
          <pc:sldMk cId="570095097" sldId="324"/>
        </pc:sldMkLst>
      </pc:sldChg>
      <pc:sldChg chg="del">
        <pc:chgData name="Guilherme Micota Stipp" userId="7d8a6ee1e82349c3" providerId="LiveId" clId="{F6E6A899-6286-4DBA-AE4F-37307AAB2B6F}" dt="2021-10-31T18:30:32.407" v="3" actId="47"/>
        <pc:sldMkLst>
          <pc:docMk/>
          <pc:sldMk cId="3398708025" sldId="325"/>
        </pc:sldMkLst>
      </pc:sldChg>
      <pc:sldChg chg="del">
        <pc:chgData name="Guilherme Micota Stipp" userId="7d8a6ee1e82349c3" providerId="LiveId" clId="{F6E6A899-6286-4DBA-AE4F-37307AAB2B6F}" dt="2021-10-31T18:30:31.366" v="1" actId="47"/>
        <pc:sldMkLst>
          <pc:docMk/>
          <pc:sldMk cId="4191151455" sldId="326"/>
        </pc:sldMkLst>
      </pc:sldChg>
      <pc:sldChg chg="del">
        <pc:chgData name="Guilherme Micota Stipp" userId="7d8a6ee1e82349c3" providerId="LiveId" clId="{F6E6A899-6286-4DBA-AE4F-37307AAB2B6F}" dt="2021-10-31T18:30:30.895" v="0" actId="47"/>
        <pc:sldMkLst>
          <pc:docMk/>
          <pc:sldMk cId="3821362746" sldId="327"/>
        </pc:sldMkLst>
      </pc:sldChg>
      <pc:sldChg chg="addSp delSp modSp mod">
        <pc:chgData name="Guilherme Micota Stipp" userId="7d8a6ee1e82349c3" providerId="LiveId" clId="{F6E6A899-6286-4DBA-AE4F-37307AAB2B6F}" dt="2021-11-01T15:40:26.488" v="312" actId="14100"/>
        <pc:sldMkLst>
          <pc:docMk/>
          <pc:sldMk cId="3026180355" sldId="328"/>
        </pc:sldMkLst>
        <pc:spChg chg="mod">
          <ac:chgData name="Guilherme Micota Stipp" userId="7d8a6ee1e82349c3" providerId="LiveId" clId="{F6E6A899-6286-4DBA-AE4F-37307AAB2B6F}" dt="2021-10-31T18:30:57.459" v="17"/>
          <ac:spMkLst>
            <pc:docMk/>
            <pc:sldMk cId="3026180355" sldId="328"/>
            <ac:spMk id="4" creationId="{2A67854E-8517-42A3-8969-210A77F2C314}"/>
          </ac:spMkLst>
        </pc:spChg>
        <pc:spChg chg="mod">
          <ac:chgData name="Guilherme Micota Stipp" userId="7d8a6ee1e82349c3" providerId="LiveId" clId="{F6E6A899-6286-4DBA-AE4F-37307AAB2B6F}" dt="2021-11-01T15:20:20.378" v="303" actId="20577"/>
          <ac:spMkLst>
            <pc:docMk/>
            <pc:sldMk cId="3026180355" sldId="328"/>
            <ac:spMk id="10" creationId="{0DC30F15-2778-418E-A2EF-BEAEC6F95C4E}"/>
          </ac:spMkLst>
        </pc:spChg>
        <pc:picChg chg="add del mod">
          <ac:chgData name="Guilherme Micota Stipp" userId="7d8a6ee1e82349c3" providerId="LiveId" clId="{F6E6A899-6286-4DBA-AE4F-37307AAB2B6F}" dt="2021-10-31T22:56:11.591" v="66" actId="478"/>
          <ac:picMkLst>
            <pc:docMk/>
            <pc:sldMk cId="3026180355" sldId="328"/>
            <ac:picMk id="8" creationId="{CEF43C8B-30DD-42C7-89CF-E5873DF11E06}"/>
          </ac:picMkLst>
        </pc:picChg>
        <pc:picChg chg="add del mod">
          <ac:chgData name="Guilherme Micota Stipp" userId="7d8a6ee1e82349c3" providerId="LiveId" clId="{F6E6A899-6286-4DBA-AE4F-37307AAB2B6F}" dt="2021-11-01T13:17:28.875" v="150" actId="478"/>
          <ac:picMkLst>
            <pc:docMk/>
            <pc:sldMk cId="3026180355" sldId="328"/>
            <ac:picMk id="8" creationId="{F14CF4EA-71B3-4D8A-B658-873D291D6679}"/>
          </ac:picMkLst>
        </pc:picChg>
        <pc:picChg chg="add del mod">
          <ac:chgData name="Guilherme Micota Stipp" userId="7d8a6ee1e82349c3" providerId="LiveId" clId="{F6E6A899-6286-4DBA-AE4F-37307AAB2B6F}" dt="2021-10-31T22:56:58.265" v="86" actId="478"/>
          <ac:picMkLst>
            <pc:docMk/>
            <pc:sldMk cId="3026180355" sldId="328"/>
            <ac:picMk id="11" creationId="{021B088B-EF36-4066-94A7-39E99493CAC1}"/>
          </ac:picMkLst>
        </pc:picChg>
        <pc:picChg chg="add del mod">
          <ac:chgData name="Guilherme Micota Stipp" userId="7d8a6ee1e82349c3" providerId="LiveId" clId="{F6E6A899-6286-4DBA-AE4F-37307AAB2B6F}" dt="2021-11-01T14:07:11.499" v="235" actId="478"/>
          <ac:picMkLst>
            <pc:docMk/>
            <pc:sldMk cId="3026180355" sldId="328"/>
            <ac:picMk id="12" creationId="{7DDF7AE5-C81E-49C2-B08C-BFCE54158732}"/>
          </ac:picMkLst>
        </pc:picChg>
        <pc:picChg chg="add del mod">
          <ac:chgData name="Guilherme Micota Stipp" userId="7d8a6ee1e82349c3" providerId="LiveId" clId="{F6E6A899-6286-4DBA-AE4F-37307AAB2B6F}" dt="2021-10-31T23:23:45.305" v="99" actId="478"/>
          <ac:picMkLst>
            <pc:docMk/>
            <pc:sldMk cId="3026180355" sldId="328"/>
            <ac:picMk id="13" creationId="{C3DC3773-11E7-405D-B016-5E11E7DFC830}"/>
          </ac:picMkLst>
        </pc:picChg>
        <pc:picChg chg="add del mod">
          <ac:chgData name="Guilherme Micota Stipp" userId="7d8a6ee1e82349c3" providerId="LiveId" clId="{F6E6A899-6286-4DBA-AE4F-37307AAB2B6F}" dt="2021-11-01T15:20:06.588" v="273" actId="478"/>
          <ac:picMkLst>
            <pc:docMk/>
            <pc:sldMk cId="3026180355" sldId="328"/>
            <ac:picMk id="14" creationId="{6D5C9558-4CE7-4631-839B-9B8FBB3F6019}"/>
          </ac:picMkLst>
        </pc:picChg>
        <pc:picChg chg="add del mod">
          <ac:chgData name="Guilherme Micota Stipp" userId="7d8a6ee1e82349c3" providerId="LiveId" clId="{F6E6A899-6286-4DBA-AE4F-37307AAB2B6F}" dt="2021-10-31T23:24:06.091" v="111" actId="478"/>
          <ac:picMkLst>
            <pc:docMk/>
            <pc:sldMk cId="3026180355" sldId="328"/>
            <ac:picMk id="15" creationId="{52D2B3AB-34B9-4FF0-89BD-30847EB83CD1}"/>
          </ac:picMkLst>
        </pc:picChg>
        <pc:picChg chg="add mod">
          <ac:chgData name="Guilherme Micota Stipp" userId="7d8a6ee1e82349c3" providerId="LiveId" clId="{F6E6A899-6286-4DBA-AE4F-37307AAB2B6F}" dt="2021-11-01T15:40:26.488" v="312" actId="14100"/>
          <ac:picMkLst>
            <pc:docMk/>
            <pc:sldMk cId="3026180355" sldId="328"/>
            <ac:picMk id="16" creationId="{B79605C9-B445-4BF2-955F-9EE00EF59664}"/>
          </ac:picMkLst>
        </pc:picChg>
        <pc:picChg chg="add del mod">
          <ac:chgData name="Guilherme Micota Stipp" userId="7d8a6ee1e82349c3" providerId="LiveId" clId="{F6E6A899-6286-4DBA-AE4F-37307AAB2B6F}" dt="2021-10-31T23:28:59.908" v="128" actId="478"/>
          <ac:picMkLst>
            <pc:docMk/>
            <pc:sldMk cId="3026180355" sldId="328"/>
            <ac:picMk id="17" creationId="{19426B83-6291-4754-81F0-5F38FEBA551B}"/>
          </ac:picMkLst>
        </pc:picChg>
        <pc:picChg chg="del">
          <ac:chgData name="Guilherme Micota Stipp" userId="7d8a6ee1e82349c3" providerId="LiveId" clId="{F6E6A899-6286-4DBA-AE4F-37307AAB2B6F}" dt="2021-10-31T19:50:09.046" v="37" actId="478"/>
          <ac:picMkLst>
            <pc:docMk/>
            <pc:sldMk cId="3026180355" sldId="328"/>
            <ac:picMk id="17" creationId="{8B7C92F7-3DAA-4C0E-83A4-277E1E0520D5}"/>
          </ac:picMkLst>
        </pc:picChg>
        <pc:picChg chg="add del mod">
          <ac:chgData name="Guilherme Micota Stipp" userId="7d8a6ee1e82349c3" providerId="LiveId" clId="{F6E6A899-6286-4DBA-AE4F-37307AAB2B6F}" dt="2021-11-01T13:14:52.230" v="140" actId="478"/>
          <ac:picMkLst>
            <pc:docMk/>
            <pc:sldMk cId="3026180355" sldId="328"/>
            <ac:picMk id="19" creationId="{751A64A3-D3B9-4BF8-B317-91AEB3130F55}"/>
          </ac:picMkLst>
        </pc:picChg>
      </pc:sldChg>
      <pc:sldChg chg="del">
        <pc:chgData name="Guilherme Micota Stipp" userId="7d8a6ee1e82349c3" providerId="LiveId" clId="{F6E6A899-6286-4DBA-AE4F-37307AAB2B6F}" dt="2021-10-31T18:30:36.394" v="5" actId="47"/>
        <pc:sldMkLst>
          <pc:docMk/>
          <pc:sldMk cId="1457241197" sldId="329"/>
        </pc:sldMkLst>
      </pc:sldChg>
      <pc:sldChg chg="addSp delSp modSp add mod">
        <pc:chgData name="Guilherme Micota Stipp" userId="7d8a6ee1e82349c3" providerId="LiveId" clId="{F6E6A899-6286-4DBA-AE4F-37307AAB2B6F}" dt="2021-11-01T17:19:56.347" v="322" actId="14100"/>
        <pc:sldMkLst>
          <pc:docMk/>
          <pc:sldMk cId="2885106839" sldId="329"/>
        </pc:sldMkLst>
        <pc:picChg chg="add del mod">
          <ac:chgData name="Guilherme Micota Stipp" userId="7d8a6ee1e82349c3" providerId="LiveId" clId="{F6E6A899-6286-4DBA-AE4F-37307AAB2B6F}" dt="2021-11-01T14:08:41.354" v="249" actId="478"/>
          <ac:picMkLst>
            <pc:docMk/>
            <pc:sldMk cId="2885106839" sldId="329"/>
            <ac:picMk id="8" creationId="{02FBFFDD-917B-4AC1-9AD7-1FE89B2B45A2}"/>
          </ac:picMkLst>
        </pc:picChg>
        <pc:picChg chg="add del mod">
          <ac:chgData name="Guilherme Micota Stipp" userId="7d8a6ee1e82349c3" providerId="LiveId" clId="{F6E6A899-6286-4DBA-AE4F-37307AAB2B6F}" dt="2021-11-01T14:48:02.368" v="260" actId="478"/>
          <ac:picMkLst>
            <pc:docMk/>
            <pc:sldMk cId="2885106839" sldId="329"/>
            <ac:picMk id="12" creationId="{28BCFE0F-653A-4AB8-A291-A4FC16ABAFC3}"/>
          </ac:picMkLst>
        </pc:picChg>
        <pc:picChg chg="add del mod">
          <ac:chgData name="Guilherme Micota Stipp" userId="7d8a6ee1e82349c3" providerId="LiveId" clId="{F6E6A899-6286-4DBA-AE4F-37307AAB2B6F}" dt="2021-11-01T17:19:14.411" v="313" actId="478"/>
          <ac:picMkLst>
            <pc:docMk/>
            <pc:sldMk cId="2885106839" sldId="329"/>
            <ac:picMk id="14" creationId="{2DBCFE31-3513-40C3-8057-124CACDE0699}"/>
          </ac:picMkLst>
        </pc:picChg>
        <pc:picChg chg="add mod">
          <ac:chgData name="Guilherme Micota Stipp" userId="7d8a6ee1e82349c3" providerId="LiveId" clId="{F6E6A899-6286-4DBA-AE4F-37307AAB2B6F}" dt="2021-11-01T17:19:56.347" v="322" actId="14100"/>
          <ac:picMkLst>
            <pc:docMk/>
            <pc:sldMk cId="2885106839" sldId="329"/>
            <ac:picMk id="16" creationId="{D0C44453-7267-4DCD-AEF6-1AFEAA4C3DCA}"/>
          </ac:picMkLst>
        </pc:picChg>
        <pc:picChg chg="del">
          <ac:chgData name="Guilherme Micota Stipp" userId="7d8a6ee1e82349c3" providerId="LiveId" clId="{F6E6A899-6286-4DBA-AE4F-37307AAB2B6F}" dt="2021-11-01T13:59:43.519" v="224" actId="478"/>
          <ac:picMkLst>
            <pc:docMk/>
            <pc:sldMk cId="2885106839" sldId="329"/>
            <ac:picMk id="17" creationId="{8B7C92F7-3DAA-4C0E-83A4-277E1E0520D5}"/>
          </ac:picMkLst>
        </pc:picChg>
      </pc:sldChg>
      <pc:sldChg chg="addSp delSp modSp add mod">
        <pc:chgData name="Guilherme Micota Stipp" userId="7d8a6ee1e82349c3" providerId="LiveId" clId="{F6E6A899-6286-4DBA-AE4F-37307AAB2B6F}" dt="2021-11-01T13:35:27.939" v="187" actId="14100"/>
        <pc:sldMkLst>
          <pc:docMk/>
          <pc:sldMk cId="253066980" sldId="330"/>
        </pc:sldMkLst>
        <pc:picChg chg="add del mod">
          <ac:chgData name="Guilherme Micota Stipp" userId="7d8a6ee1e82349c3" providerId="LiveId" clId="{F6E6A899-6286-4DBA-AE4F-37307AAB2B6F}" dt="2021-11-01T13:32:43.832" v="169" actId="478"/>
          <ac:picMkLst>
            <pc:docMk/>
            <pc:sldMk cId="253066980" sldId="330"/>
            <ac:picMk id="8" creationId="{32E5A413-93C6-47C2-813A-1821A5980368}"/>
          </ac:picMkLst>
        </pc:picChg>
        <pc:picChg chg="add del mod">
          <ac:chgData name="Guilherme Micota Stipp" userId="7d8a6ee1e82349c3" providerId="LiveId" clId="{F6E6A899-6286-4DBA-AE4F-37307AAB2B6F}" dt="2021-11-01T13:35:19.913" v="179" actId="478"/>
          <ac:picMkLst>
            <pc:docMk/>
            <pc:sldMk cId="253066980" sldId="330"/>
            <ac:picMk id="12" creationId="{6BA3E67B-DF6D-4F3C-AC1D-EB2122EE2899}"/>
          </ac:picMkLst>
        </pc:picChg>
        <pc:picChg chg="add mod">
          <ac:chgData name="Guilherme Micota Stipp" userId="7d8a6ee1e82349c3" providerId="LiveId" clId="{F6E6A899-6286-4DBA-AE4F-37307AAB2B6F}" dt="2021-11-01T13:35:27.939" v="187" actId="14100"/>
          <ac:picMkLst>
            <pc:docMk/>
            <pc:sldMk cId="253066980" sldId="330"/>
            <ac:picMk id="14" creationId="{4A179651-15A0-4F1D-AE24-A94FE85580CB}"/>
          </ac:picMkLst>
        </pc:picChg>
        <pc:picChg chg="del">
          <ac:chgData name="Guilherme Micota Stipp" userId="7d8a6ee1e82349c3" providerId="LiveId" clId="{F6E6A899-6286-4DBA-AE4F-37307AAB2B6F}" dt="2021-11-01T12:59:35.641" v="139" actId="478"/>
          <ac:picMkLst>
            <pc:docMk/>
            <pc:sldMk cId="253066980" sldId="330"/>
            <ac:picMk id="19" creationId="{751A64A3-D3B9-4BF8-B317-91AEB3130F55}"/>
          </ac:picMkLst>
        </pc:picChg>
      </pc:sldChg>
      <pc:sldChg chg="addSp delSp modSp add mod ord">
        <pc:chgData name="Guilherme Micota Stipp" userId="7d8a6ee1e82349c3" providerId="LiveId" clId="{F6E6A899-6286-4DBA-AE4F-37307AAB2B6F}" dt="2021-11-01T18:43:33.751" v="397" actId="1037"/>
        <pc:sldMkLst>
          <pc:docMk/>
          <pc:sldMk cId="498397642" sldId="331"/>
        </pc:sldMkLst>
        <pc:spChg chg="mod">
          <ac:chgData name="Guilherme Micota Stipp" userId="7d8a6ee1e82349c3" providerId="LiveId" clId="{F6E6A899-6286-4DBA-AE4F-37307AAB2B6F}" dt="2021-11-01T13:40:20.003" v="221" actId="20577"/>
          <ac:spMkLst>
            <pc:docMk/>
            <pc:sldMk cId="498397642" sldId="331"/>
            <ac:spMk id="10" creationId="{0DC30F15-2778-418E-A2EF-BEAEC6F95C4E}"/>
          </ac:spMkLst>
        </pc:spChg>
        <pc:picChg chg="add mod">
          <ac:chgData name="Guilherme Micota Stipp" userId="7d8a6ee1e82349c3" providerId="LiveId" clId="{F6E6A899-6286-4DBA-AE4F-37307AAB2B6F}" dt="2021-11-01T18:43:33.751" v="397" actId="1037"/>
          <ac:picMkLst>
            <pc:docMk/>
            <pc:sldMk cId="498397642" sldId="331"/>
            <ac:picMk id="8" creationId="{DC7E0AF0-BFC1-4084-8CF2-083A96297E6D}"/>
          </ac:picMkLst>
        </pc:picChg>
        <pc:picChg chg="add del mod">
          <ac:chgData name="Guilherme Micota Stipp" userId="7d8a6ee1e82349c3" providerId="LiveId" clId="{F6E6A899-6286-4DBA-AE4F-37307AAB2B6F}" dt="2021-11-01T17:39:38.081" v="332" actId="478"/>
          <ac:picMkLst>
            <pc:docMk/>
            <pc:sldMk cId="498397642" sldId="331"/>
            <ac:picMk id="8" creationId="{F891BD81-7992-4A51-8583-EF3E2BECE229}"/>
          </ac:picMkLst>
        </pc:picChg>
        <pc:picChg chg="add mod">
          <ac:chgData name="Guilherme Micota Stipp" userId="7d8a6ee1e82349c3" providerId="LiveId" clId="{F6E6A899-6286-4DBA-AE4F-37307AAB2B6F}" dt="2021-11-01T17:40:10.848" v="347" actId="14100"/>
          <ac:picMkLst>
            <pc:docMk/>
            <pc:sldMk cId="498397642" sldId="331"/>
            <ac:picMk id="12" creationId="{28BC4999-B6B6-4D7E-908D-565FE4F0EF74}"/>
          </ac:picMkLst>
        </pc:picChg>
        <pc:picChg chg="del">
          <ac:chgData name="Guilherme Micota Stipp" userId="7d8a6ee1e82349c3" providerId="LiveId" clId="{F6E6A899-6286-4DBA-AE4F-37307AAB2B6F}" dt="2021-11-01T13:40:03.919" v="189" actId="478"/>
          <ac:picMkLst>
            <pc:docMk/>
            <pc:sldMk cId="498397642" sldId="331"/>
            <ac:picMk id="14" creationId="{4A179651-15A0-4F1D-AE24-A94FE85580CB}"/>
          </ac:picMkLst>
        </pc:picChg>
        <pc:picChg chg="add del mod">
          <ac:chgData name="Guilherme Micota Stipp" userId="7d8a6ee1e82349c3" providerId="LiveId" clId="{F6E6A899-6286-4DBA-AE4F-37307AAB2B6F}" dt="2021-11-01T18:43:22.590" v="356" actId="478"/>
          <ac:picMkLst>
            <pc:docMk/>
            <pc:sldMk cId="498397642" sldId="331"/>
            <ac:picMk id="15" creationId="{21F34FD1-A37D-4276-9C2C-FCA33B3FD82B}"/>
          </ac:picMkLst>
        </pc:picChg>
      </pc:sldChg>
      <pc:sldChg chg="addSp delSp modSp add mod">
        <pc:chgData name="Guilherme Micota Stipp" userId="7d8a6ee1e82349c3" providerId="LiveId" clId="{F6E6A899-6286-4DBA-AE4F-37307AAB2B6F}" dt="2021-11-01T17:29:47.229" v="330" actId="14100"/>
        <pc:sldMkLst>
          <pc:docMk/>
          <pc:sldMk cId="4065182258" sldId="332"/>
        </pc:sldMkLst>
        <pc:picChg chg="del">
          <ac:chgData name="Guilherme Micota Stipp" userId="7d8a6ee1e82349c3" providerId="LiveId" clId="{F6E6A899-6286-4DBA-AE4F-37307AAB2B6F}" dt="2021-11-01T17:29:37.866" v="323" actId="478"/>
          <ac:picMkLst>
            <pc:docMk/>
            <pc:sldMk cId="4065182258" sldId="332"/>
            <ac:picMk id="8" creationId="{02FBFFDD-917B-4AC1-9AD7-1FE89B2B45A2}"/>
          </ac:picMkLst>
        </pc:picChg>
        <pc:picChg chg="add mod">
          <ac:chgData name="Guilherme Micota Stipp" userId="7d8a6ee1e82349c3" providerId="LiveId" clId="{F6E6A899-6286-4DBA-AE4F-37307AAB2B6F}" dt="2021-11-01T17:29:47.229" v="330" actId="14100"/>
          <ac:picMkLst>
            <pc:docMk/>
            <pc:sldMk cId="4065182258" sldId="332"/>
            <ac:picMk id="11" creationId="{2540F51C-A275-4B32-BF65-E9245ACFE9F3}"/>
          </ac:picMkLst>
        </pc:picChg>
      </pc:sldChg>
      <pc:sldChg chg="add">
        <pc:chgData name="Guilherme Micota Stipp" userId="7d8a6ee1e82349c3" providerId="LiveId" clId="{F6E6A899-6286-4DBA-AE4F-37307AAB2B6F}" dt="2021-11-01T15:20:04.230" v="272" actId="2890"/>
        <pc:sldMkLst>
          <pc:docMk/>
          <pc:sldMk cId="1233038434" sldId="333"/>
        </pc:sldMkLst>
      </pc:sldChg>
      <pc:sldChg chg="add mod modShow">
        <pc:chgData name="Guilherme Micota Stipp" userId="7d8a6ee1e82349c3" providerId="LiveId" clId="{F6E6A899-6286-4DBA-AE4F-37307AAB2B6F}" dt="2021-11-01T18:26:14.042" v="355" actId="729"/>
        <pc:sldMkLst>
          <pc:docMk/>
          <pc:sldMk cId="4099728127" sldId="334"/>
        </pc:sldMkLst>
      </pc:sldChg>
    </pc:docChg>
  </pc:docChgLst>
  <pc:docChgLst>
    <pc:chgData name="Guilherme Micota Stipp" userId="7d8a6ee1e82349c3" providerId="LiveId" clId="{12575345-B4A6-48DB-8BD4-331D079849C0}"/>
    <pc:docChg chg="undo custSel addSld delSld modSld sldOrd">
      <pc:chgData name="Guilherme Micota Stipp" userId="7d8a6ee1e82349c3" providerId="LiveId" clId="{12575345-B4A6-48DB-8BD4-331D079849C0}" dt="2021-12-13T16:23:54.412" v="329" actId="729"/>
      <pc:docMkLst>
        <pc:docMk/>
      </pc:docMkLst>
      <pc:sldChg chg="add del">
        <pc:chgData name="Guilherme Micota Stipp" userId="7d8a6ee1e82349c3" providerId="LiveId" clId="{12575345-B4A6-48DB-8BD4-331D079849C0}" dt="2021-12-10T14:49:15.131" v="12" actId="47"/>
        <pc:sldMkLst>
          <pc:docMk/>
          <pc:sldMk cId="4065182258" sldId="332"/>
        </pc:sldMkLst>
      </pc:sldChg>
      <pc:sldChg chg="del">
        <pc:chgData name="Guilherme Micota Stipp" userId="7d8a6ee1e82349c3" providerId="LiveId" clId="{12575345-B4A6-48DB-8BD4-331D079849C0}" dt="2021-12-10T21:05:31.290" v="321" actId="47"/>
        <pc:sldMkLst>
          <pc:docMk/>
          <pc:sldMk cId="2604897518" sldId="349"/>
        </pc:sldMkLst>
      </pc:sldChg>
      <pc:sldChg chg="add del">
        <pc:chgData name="Guilherme Micota Stipp" userId="7d8a6ee1e82349c3" providerId="LiveId" clId="{12575345-B4A6-48DB-8BD4-331D079849C0}" dt="2021-12-10T14:49:15.653" v="13" actId="47"/>
        <pc:sldMkLst>
          <pc:docMk/>
          <pc:sldMk cId="2218977444" sldId="350"/>
        </pc:sldMkLst>
      </pc:sldChg>
      <pc:sldChg chg="add del">
        <pc:chgData name="Guilherme Micota Stipp" userId="7d8a6ee1e82349c3" providerId="LiveId" clId="{12575345-B4A6-48DB-8BD4-331D079849C0}" dt="2021-12-10T14:49:18.333" v="16" actId="47"/>
        <pc:sldMkLst>
          <pc:docMk/>
          <pc:sldMk cId="1143514007" sldId="351"/>
        </pc:sldMkLst>
      </pc:sldChg>
      <pc:sldChg chg="add del">
        <pc:chgData name="Guilherme Micota Stipp" userId="7d8a6ee1e82349c3" providerId="LiveId" clId="{12575345-B4A6-48DB-8BD4-331D079849C0}" dt="2021-12-10T14:49:16.582" v="14" actId="47"/>
        <pc:sldMkLst>
          <pc:docMk/>
          <pc:sldMk cId="123692855" sldId="352"/>
        </pc:sldMkLst>
      </pc:sldChg>
      <pc:sldChg chg="add del">
        <pc:chgData name="Guilherme Micota Stipp" userId="7d8a6ee1e82349c3" providerId="LiveId" clId="{12575345-B4A6-48DB-8BD4-331D079849C0}" dt="2021-12-10T14:49:17.538" v="15" actId="47"/>
        <pc:sldMkLst>
          <pc:docMk/>
          <pc:sldMk cId="1849198346" sldId="353"/>
        </pc:sldMkLst>
      </pc:sldChg>
      <pc:sldChg chg="add del">
        <pc:chgData name="Guilherme Micota Stipp" userId="7d8a6ee1e82349c3" providerId="LiveId" clId="{12575345-B4A6-48DB-8BD4-331D079849C0}" dt="2021-12-10T14:49:19.181" v="17" actId="47"/>
        <pc:sldMkLst>
          <pc:docMk/>
          <pc:sldMk cId="2642692909" sldId="354"/>
        </pc:sldMkLst>
      </pc:sldChg>
      <pc:sldChg chg="addSp delSp modSp mod">
        <pc:chgData name="Guilherme Micota Stipp" userId="7d8a6ee1e82349c3" providerId="LiveId" clId="{12575345-B4A6-48DB-8BD4-331D079849C0}" dt="2021-12-10T20:32:38.588" v="307" actId="14100"/>
        <pc:sldMkLst>
          <pc:docMk/>
          <pc:sldMk cId="3535575626" sldId="355"/>
        </pc:sldMkLst>
        <pc:spChg chg="mod">
          <ac:chgData name="Guilherme Micota Stipp" userId="7d8a6ee1e82349c3" providerId="LiveId" clId="{12575345-B4A6-48DB-8BD4-331D079849C0}" dt="2021-12-10T19:40:13.921" v="272" actId="20577"/>
          <ac:spMkLst>
            <pc:docMk/>
            <pc:sldMk cId="3535575626" sldId="355"/>
            <ac:spMk id="10" creationId="{0DC30F15-2778-418E-A2EF-BEAEC6F95C4E}"/>
          </ac:spMkLst>
        </pc:spChg>
        <pc:picChg chg="add del mod">
          <ac:chgData name="Guilherme Micota Stipp" userId="7d8a6ee1e82349c3" providerId="LiveId" clId="{12575345-B4A6-48DB-8BD4-331D079849C0}" dt="2021-12-10T20:32:29.255" v="297" actId="478"/>
          <ac:picMkLst>
            <pc:docMk/>
            <pc:sldMk cId="3535575626" sldId="355"/>
            <ac:picMk id="8" creationId="{CD67D401-7B90-4AF3-A791-25D8FCE3114C}"/>
          </ac:picMkLst>
        </pc:picChg>
        <pc:picChg chg="add del mod">
          <ac:chgData name="Guilherme Micota Stipp" userId="7d8a6ee1e82349c3" providerId="LiveId" clId="{12575345-B4A6-48DB-8BD4-331D079849C0}" dt="2021-12-10T14:51:23.522" v="48" actId="478"/>
          <ac:picMkLst>
            <pc:docMk/>
            <pc:sldMk cId="3535575626" sldId="355"/>
            <ac:picMk id="8" creationId="{F2713E9A-1886-4153-82E1-25D09EBED60F}"/>
          </ac:picMkLst>
        </pc:picChg>
        <pc:picChg chg="del">
          <ac:chgData name="Guilherme Micota Stipp" userId="7d8a6ee1e82349c3" providerId="LiveId" clId="{12575345-B4A6-48DB-8BD4-331D079849C0}" dt="2021-12-10T14:49:23.226" v="18" actId="478"/>
          <ac:picMkLst>
            <pc:docMk/>
            <pc:sldMk cId="3535575626" sldId="355"/>
            <ac:picMk id="11" creationId="{1181C9BB-89F6-4BC9-9620-2F927C262910}"/>
          </ac:picMkLst>
        </pc:picChg>
        <pc:picChg chg="add mod">
          <ac:chgData name="Guilherme Micota Stipp" userId="7d8a6ee1e82349c3" providerId="LiveId" clId="{12575345-B4A6-48DB-8BD4-331D079849C0}" dt="2021-12-10T20:32:38.588" v="307" actId="14100"/>
          <ac:picMkLst>
            <pc:docMk/>
            <pc:sldMk cId="3535575626" sldId="355"/>
            <ac:picMk id="12" creationId="{4AF0337F-318A-4CD4-B7F2-9BFEBD49DCCD}"/>
          </ac:picMkLst>
        </pc:picChg>
        <pc:picChg chg="add del mod">
          <ac:chgData name="Guilherme Micota Stipp" userId="7d8a6ee1e82349c3" providerId="LiveId" clId="{12575345-B4A6-48DB-8BD4-331D079849C0}" dt="2021-12-10T19:40:04.717" v="252" actId="478"/>
          <ac:picMkLst>
            <pc:docMk/>
            <pc:sldMk cId="3535575626" sldId="355"/>
            <ac:picMk id="13" creationId="{2D851FA3-64AC-4EAE-A938-0AC2F55532A5}"/>
          </ac:picMkLst>
        </pc:picChg>
      </pc:sldChg>
      <pc:sldChg chg="addSp delSp modSp add mod">
        <pc:chgData name="Guilherme Micota Stipp" userId="7d8a6ee1e82349c3" providerId="LiveId" clId="{12575345-B4A6-48DB-8BD4-331D079849C0}" dt="2021-12-10T15:20:47.363" v="117" actId="14100"/>
        <pc:sldMkLst>
          <pc:docMk/>
          <pc:sldMk cId="3422678684" sldId="356"/>
        </pc:sldMkLst>
        <pc:picChg chg="add del mod">
          <ac:chgData name="Guilherme Micota Stipp" userId="7d8a6ee1e82349c3" providerId="LiveId" clId="{12575345-B4A6-48DB-8BD4-331D079849C0}" dt="2021-12-10T15:01:25.296" v="81" actId="478"/>
          <ac:picMkLst>
            <pc:docMk/>
            <pc:sldMk cId="3422678684" sldId="356"/>
            <ac:picMk id="8" creationId="{05C39281-99FE-40E3-8B48-5CB7A56840EB}"/>
          </ac:picMkLst>
        </pc:picChg>
        <pc:picChg chg="add del mod">
          <ac:chgData name="Guilherme Micota Stipp" userId="7d8a6ee1e82349c3" providerId="LiveId" clId="{12575345-B4A6-48DB-8BD4-331D079849C0}" dt="2021-12-10T15:19:21.041" v="97" actId="478"/>
          <ac:picMkLst>
            <pc:docMk/>
            <pc:sldMk cId="3422678684" sldId="356"/>
            <ac:picMk id="12" creationId="{340D12BC-64ED-4A61-A42F-C0815565687B}"/>
          </ac:picMkLst>
        </pc:picChg>
        <pc:picChg chg="del">
          <ac:chgData name="Guilherme Micota Stipp" userId="7d8a6ee1e82349c3" providerId="LiveId" clId="{12575345-B4A6-48DB-8BD4-331D079849C0}" dt="2021-12-10T14:51:45.020" v="70" actId="478"/>
          <ac:picMkLst>
            <pc:docMk/>
            <pc:sldMk cId="3422678684" sldId="356"/>
            <ac:picMk id="13" creationId="{2D851FA3-64AC-4EAE-A938-0AC2F55532A5}"/>
          </ac:picMkLst>
        </pc:picChg>
        <pc:picChg chg="add del mod">
          <ac:chgData name="Guilherme Micota Stipp" userId="7d8a6ee1e82349c3" providerId="LiveId" clId="{12575345-B4A6-48DB-8BD4-331D079849C0}" dt="2021-12-10T15:20:39.916" v="107" actId="478"/>
          <ac:picMkLst>
            <pc:docMk/>
            <pc:sldMk cId="3422678684" sldId="356"/>
            <ac:picMk id="15" creationId="{92B3199D-3A25-4BB8-BADD-DE0F5B04D286}"/>
          </ac:picMkLst>
        </pc:picChg>
        <pc:picChg chg="add mod">
          <ac:chgData name="Guilherme Micota Stipp" userId="7d8a6ee1e82349c3" providerId="LiveId" clId="{12575345-B4A6-48DB-8BD4-331D079849C0}" dt="2021-12-10T15:20:47.363" v="117" actId="14100"/>
          <ac:picMkLst>
            <pc:docMk/>
            <pc:sldMk cId="3422678684" sldId="356"/>
            <ac:picMk id="17" creationId="{B9B9E2EA-57D8-47F2-8B80-B01ECBFB94C7}"/>
          </ac:picMkLst>
        </pc:picChg>
      </pc:sldChg>
      <pc:sldChg chg="addSp delSp modSp add mod">
        <pc:chgData name="Guilherme Micota Stipp" userId="7d8a6ee1e82349c3" providerId="LiveId" clId="{12575345-B4A6-48DB-8BD4-331D079849C0}" dt="2021-12-10T15:21:25.255" v="127" actId="14100"/>
        <pc:sldMkLst>
          <pc:docMk/>
          <pc:sldMk cId="2844299126" sldId="357"/>
        </pc:sldMkLst>
        <pc:picChg chg="add mod">
          <ac:chgData name="Guilherme Micota Stipp" userId="7d8a6ee1e82349c3" providerId="LiveId" clId="{12575345-B4A6-48DB-8BD4-331D079849C0}" dt="2021-12-10T15:21:25.255" v="127" actId="14100"/>
          <ac:picMkLst>
            <pc:docMk/>
            <pc:sldMk cId="2844299126" sldId="357"/>
            <ac:picMk id="8" creationId="{09D0B80C-95AE-4606-9E19-6B1CFD2AFFED}"/>
          </ac:picMkLst>
        </pc:picChg>
        <pc:picChg chg="del">
          <ac:chgData name="Guilherme Micota Stipp" userId="7d8a6ee1e82349c3" providerId="LiveId" clId="{12575345-B4A6-48DB-8BD4-331D079849C0}" dt="2021-12-10T15:02:14.254" v="96" actId="478"/>
          <ac:picMkLst>
            <pc:docMk/>
            <pc:sldMk cId="2844299126" sldId="357"/>
            <ac:picMk id="12" creationId="{340D12BC-64ED-4A61-A42F-C0815565687B}"/>
          </ac:picMkLst>
        </pc:picChg>
      </pc:sldChg>
      <pc:sldChg chg="addSp delSp modSp add mod">
        <pc:chgData name="Guilherme Micota Stipp" userId="7d8a6ee1e82349c3" providerId="LiveId" clId="{12575345-B4A6-48DB-8BD4-331D079849C0}" dt="2021-12-10T19:09:16.273" v="193" actId="14100"/>
        <pc:sldMkLst>
          <pc:docMk/>
          <pc:sldMk cId="2798714657" sldId="358"/>
        </pc:sldMkLst>
        <pc:spChg chg="add del mod">
          <ac:chgData name="Guilherme Micota Stipp" userId="7d8a6ee1e82349c3" providerId="LiveId" clId="{12575345-B4A6-48DB-8BD4-331D079849C0}" dt="2021-12-10T19:02:50.948" v="168" actId="478"/>
          <ac:spMkLst>
            <pc:docMk/>
            <pc:sldMk cId="2798714657" sldId="358"/>
            <ac:spMk id="2" creationId="{B604D0D8-E714-4D68-83EC-E9935F7C8578}"/>
          </ac:spMkLst>
        </pc:spChg>
        <pc:picChg chg="del">
          <ac:chgData name="Guilherme Micota Stipp" userId="7d8a6ee1e82349c3" providerId="LiveId" clId="{12575345-B4A6-48DB-8BD4-331D079849C0}" dt="2021-12-10T15:25:52.656" v="129" actId="478"/>
          <ac:picMkLst>
            <pc:docMk/>
            <pc:sldMk cId="2798714657" sldId="358"/>
            <ac:picMk id="8" creationId="{09D0B80C-95AE-4606-9E19-6B1CFD2AFFED}"/>
          </ac:picMkLst>
        </pc:picChg>
        <pc:picChg chg="add del mod">
          <ac:chgData name="Guilherme Micota Stipp" userId="7d8a6ee1e82349c3" providerId="LiveId" clId="{12575345-B4A6-48DB-8BD4-331D079849C0}" dt="2021-12-10T19:09:00.843" v="180" actId="478"/>
          <ac:picMkLst>
            <pc:docMk/>
            <pc:sldMk cId="2798714657" sldId="358"/>
            <ac:picMk id="11" creationId="{26439753-26C7-48E8-936F-364A0DABC78E}"/>
          </ac:picMkLst>
        </pc:picChg>
        <pc:picChg chg="add mod">
          <ac:chgData name="Guilherme Micota Stipp" userId="7d8a6ee1e82349c3" providerId="LiveId" clId="{12575345-B4A6-48DB-8BD4-331D079849C0}" dt="2021-12-10T19:09:16.273" v="193" actId="14100"/>
          <ac:picMkLst>
            <pc:docMk/>
            <pc:sldMk cId="2798714657" sldId="358"/>
            <ac:picMk id="13" creationId="{BDE81BCE-D31D-4E16-AF99-841000C51518}"/>
          </ac:picMkLst>
        </pc:picChg>
      </pc:sldChg>
      <pc:sldChg chg="addSp delSp modSp add mod">
        <pc:chgData name="Guilherme Micota Stipp" userId="7d8a6ee1e82349c3" providerId="LiveId" clId="{12575345-B4A6-48DB-8BD4-331D079849C0}" dt="2021-12-10T19:39:32.161" v="250" actId="14100"/>
        <pc:sldMkLst>
          <pc:docMk/>
          <pc:sldMk cId="2303623379" sldId="359"/>
        </pc:sldMkLst>
        <pc:picChg chg="add del mod">
          <ac:chgData name="Guilherme Micota Stipp" userId="7d8a6ee1e82349c3" providerId="LiveId" clId="{12575345-B4A6-48DB-8BD4-331D079849C0}" dt="2021-12-10T19:38:58.853" v="226" actId="478"/>
          <ac:picMkLst>
            <pc:docMk/>
            <pc:sldMk cId="2303623379" sldId="359"/>
            <ac:picMk id="8" creationId="{69E68802-66DE-4F4C-BFCE-7F4EAE1CB65E}"/>
          </ac:picMkLst>
        </pc:picChg>
        <pc:picChg chg="add del mod">
          <ac:chgData name="Guilherme Micota Stipp" userId="7d8a6ee1e82349c3" providerId="LiveId" clId="{12575345-B4A6-48DB-8BD4-331D079849C0}" dt="2021-12-10T19:39:10.223" v="240" actId="478"/>
          <ac:picMkLst>
            <pc:docMk/>
            <pc:sldMk cId="2303623379" sldId="359"/>
            <ac:picMk id="12" creationId="{E4A6A6B7-8E97-41D5-9659-09DAA6AA218D}"/>
          </ac:picMkLst>
        </pc:picChg>
        <pc:picChg chg="del">
          <ac:chgData name="Guilherme Micota Stipp" userId="7d8a6ee1e82349c3" providerId="LiveId" clId="{12575345-B4A6-48DB-8BD4-331D079849C0}" dt="2021-12-10T19:09:23.866" v="195" actId="478"/>
          <ac:picMkLst>
            <pc:docMk/>
            <pc:sldMk cId="2303623379" sldId="359"/>
            <ac:picMk id="13" creationId="{BDE81BCE-D31D-4E16-AF99-841000C51518}"/>
          </ac:picMkLst>
        </pc:picChg>
        <pc:picChg chg="add mod">
          <ac:chgData name="Guilherme Micota Stipp" userId="7d8a6ee1e82349c3" providerId="LiveId" clId="{12575345-B4A6-48DB-8BD4-331D079849C0}" dt="2021-12-10T19:39:32.161" v="250" actId="14100"/>
          <ac:picMkLst>
            <pc:docMk/>
            <pc:sldMk cId="2303623379" sldId="359"/>
            <ac:picMk id="15" creationId="{93F11076-24A3-4DE2-A346-B6003DFF2692}"/>
          </ac:picMkLst>
        </pc:picChg>
      </pc:sldChg>
      <pc:sldChg chg="addSp delSp modSp add mod">
        <pc:chgData name="Guilherme Micota Stipp" userId="7d8a6ee1e82349c3" providerId="LiveId" clId="{12575345-B4A6-48DB-8BD4-331D079849C0}" dt="2021-12-10T19:29:55.233" v="225" actId="14100"/>
        <pc:sldMkLst>
          <pc:docMk/>
          <pc:sldMk cId="3699925162" sldId="360"/>
        </pc:sldMkLst>
        <pc:picChg chg="del">
          <ac:chgData name="Guilherme Micota Stipp" userId="7d8a6ee1e82349c3" providerId="LiveId" clId="{12575345-B4A6-48DB-8BD4-331D079849C0}" dt="2021-12-10T19:13:30.756" v="207" actId="478"/>
          <ac:picMkLst>
            <pc:docMk/>
            <pc:sldMk cId="3699925162" sldId="360"/>
            <ac:picMk id="8" creationId="{09D0B80C-95AE-4606-9E19-6B1CFD2AFFED}"/>
          </ac:picMkLst>
        </pc:picChg>
        <pc:picChg chg="add mod">
          <ac:chgData name="Guilherme Micota Stipp" userId="7d8a6ee1e82349c3" providerId="LiveId" clId="{12575345-B4A6-48DB-8BD4-331D079849C0}" dt="2021-12-10T19:29:55.233" v="225" actId="14100"/>
          <ac:picMkLst>
            <pc:docMk/>
            <pc:sldMk cId="3699925162" sldId="360"/>
            <ac:picMk id="11" creationId="{D4EF1A15-AC69-4E66-A523-451A07663E52}"/>
          </ac:picMkLst>
        </pc:picChg>
      </pc:sldChg>
      <pc:sldChg chg="add ord">
        <pc:chgData name="Guilherme Micota Stipp" userId="7d8a6ee1e82349c3" providerId="LiveId" clId="{12575345-B4A6-48DB-8BD4-331D079849C0}" dt="2021-12-10T20:04:28.802" v="274"/>
        <pc:sldMkLst>
          <pc:docMk/>
          <pc:sldMk cId="2488373401" sldId="361"/>
        </pc:sldMkLst>
      </pc:sldChg>
      <pc:sldChg chg="addSp delSp modSp add mod">
        <pc:chgData name="Guilherme Micota Stipp" userId="7d8a6ee1e82349c3" providerId="LiveId" clId="{12575345-B4A6-48DB-8BD4-331D079849C0}" dt="2021-12-10T20:31:15.481" v="296" actId="14100"/>
        <pc:sldMkLst>
          <pc:docMk/>
          <pc:sldMk cId="3636613820" sldId="362"/>
        </pc:sldMkLst>
        <pc:picChg chg="add mod">
          <ac:chgData name="Guilherme Micota Stipp" userId="7d8a6ee1e82349c3" providerId="LiveId" clId="{12575345-B4A6-48DB-8BD4-331D079849C0}" dt="2021-12-10T20:31:15.481" v="296" actId="14100"/>
          <ac:picMkLst>
            <pc:docMk/>
            <pc:sldMk cId="3636613820" sldId="362"/>
            <ac:picMk id="8" creationId="{CE529AC1-525D-4451-8CBF-0BC9035A230E}"/>
          </ac:picMkLst>
        </pc:picChg>
        <pc:picChg chg="del">
          <ac:chgData name="Guilherme Micota Stipp" userId="7d8a6ee1e82349c3" providerId="LiveId" clId="{12575345-B4A6-48DB-8BD4-331D079849C0}" dt="2021-12-10T20:30:53.678" v="286" actId="478"/>
          <ac:picMkLst>
            <pc:docMk/>
            <pc:sldMk cId="3636613820" sldId="362"/>
            <ac:picMk id="11" creationId="{D4EF1A15-AC69-4E66-A523-451A07663E52}"/>
          </ac:picMkLst>
        </pc:picChg>
      </pc:sldChg>
      <pc:sldChg chg="addSp delSp modSp add mod modShow">
        <pc:chgData name="Guilherme Micota Stipp" userId="7d8a6ee1e82349c3" providerId="LiveId" clId="{12575345-B4A6-48DB-8BD4-331D079849C0}" dt="2021-12-13T16:23:54.412" v="329" actId="729"/>
        <pc:sldMkLst>
          <pc:docMk/>
          <pc:sldMk cId="4097677237" sldId="363"/>
        </pc:sldMkLst>
        <pc:spChg chg="mod">
          <ac:chgData name="Guilherme Micota Stipp" userId="7d8a6ee1e82349c3" providerId="LiveId" clId="{12575345-B4A6-48DB-8BD4-331D079849C0}" dt="2021-12-10T20:37:03.693" v="310"/>
          <ac:spMkLst>
            <pc:docMk/>
            <pc:sldMk cId="4097677237" sldId="363"/>
            <ac:spMk id="10" creationId="{0DC30F15-2778-418E-A2EF-BEAEC6F95C4E}"/>
          </ac:spMkLst>
        </pc:spChg>
        <pc:picChg chg="add mod">
          <ac:chgData name="Guilherme Micota Stipp" userId="7d8a6ee1e82349c3" providerId="LiveId" clId="{12575345-B4A6-48DB-8BD4-331D079849C0}" dt="2021-12-10T20:51:45.877" v="320" actId="14100"/>
          <ac:picMkLst>
            <pc:docMk/>
            <pc:sldMk cId="4097677237" sldId="363"/>
            <ac:picMk id="8" creationId="{4AF967E5-104A-4C2D-878F-2523E9E329DD}"/>
          </ac:picMkLst>
        </pc:picChg>
        <pc:picChg chg="del">
          <ac:chgData name="Guilherme Micota Stipp" userId="7d8a6ee1e82349c3" providerId="LiveId" clId="{12575345-B4A6-48DB-8BD4-331D079849C0}" dt="2021-12-10T20:36:59.815" v="309" actId="478"/>
          <ac:picMkLst>
            <pc:docMk/>
            <pc:sldMk cId="4097677237" sldId="363"/>
            <ac:picMk id="14" creationId="{A8BB0B96-D530-49C9-9115-6926F61B5FA0}"/>
          </ac:picMkLst>
        </pc:picChg>
      </pc:sldChg>
      <pc:sldChg chg="addSp delSp add del mod">
        <pc:chgData name="Guilherme Micota Stipp" userId="7d8a6ee1e82349c3" providerId="LiveId" clId="{12575345-B4A6-48DB-8BD4-331D079849C0}" dt="2021-12-10T21:07:08.836" v="327" actId="47"/>
        <pc:sldMkLst>
          <pc:docMk/>
          <pc:sldMk cId="1270223685" sldId="364"/>
        </pc:sldMkLst>
        <pc:picChg chg="add del">
          <ac:chgData name="Guilherme Micota Stipp" userId="7d8a6ee1e82349c3" providerId="LiveId" clId="{12575345-B4A6-48DB-8BD4-331D079849C0}" dt="2021-12-10T21:07:07.296" v="326" actId="478"/>
          <ac:picMkLst>
            <pc:docMk/>
            <pc:sldMk cId="1270223685" sldId="364"/>
            <ac:picMk id="11" creationId="{D4EF1A15-AC69-4E66-A523-451A07663E52}"/>
          </ac:picMkLst>
        </pc:picChg>
      </pc:sldChg>
    </pc:docChg>
  </pc:docChgLst>
  <pc:docChgLst>
    <pc:chgData name="Guilherme Micota Stipp" userId="7d8a6ee1e82349c3" providerId="LiveId" clId="{F3415BE5-403D-4ADF-9AD0-B16C966CA254}"/>
    <pc:docChg chg="undo custSel addSld delSld modSld sldOrd">
      <pc:chgData name="Guilherme Micota Stipp" userId="7d8a6ee1e82349c3" providerId="LiveId" clId="{F3415BE5-403D-4ADF-9AD0-B16C966CA254}" dt="2021-11-22T17:06:14.361" v="234" actId="14100"/>
      <pc:docMkLst>
        <pc:docMk/>
      </pc:docMkLst>
      <pc:sldChg chg="del">
        <pc:chgData name="Guilherme Micota Stipp" userId="7d8a6ee1e82349c3" providerId="LiveId" clId="{F3415BE5-403D-4ADF-9AD0-B16C966CA254}" dt="2021-11-21T15:07:17.223" v="0" actId="47"/>
        <pc:sldMkLst>
          <pc:docMk/>
          <pc:sldMk cId="3026180355" sldId="328"/>
        </pc:sldMkLst>
      </pc:sldChg>
      <pc:sldChg chg="addSp delSp modSp mod ord">
        <pc:chgData name="Guilherme Micota Stipp" userId="7d8a6ee1e82349c3" providerId="LiveId" clId="{F3415BE5-403D-4ADF-9AD0-B16C966CA254}" dt="2021-11-22T14:52:20.531" v="223" actId="1037"/>
        <pc:sldMkLst>
          <pc:docMk/>
          <pc:sldMk cId="498397642" sldId="331"/>
        </pc:sldMkLst>
        <pc:spChg chg="del">
          <ac:chgData name="Guilherme Micota Stipp" userId="7d8a6ee1e82349c3" providerId="LiveId" clId="{F3415BE5-403D-4ADF-9AD0-B16C966CA254}" dt="2021-11-22T13:53:35.794" v="158" actId="478"/>
          <ac:spMkLst>
            <pc:docMk/>
            <pc:sldMk cId="498397642" sldId="331"/>
            <ac:spMk id="15" creationId="{094FD604-E72C-4E2E-949B-E4561741F2BC}"/>
          </ac:spMkLst>
        </pc:spChg>
        <pc:picChg chg="del">
          <ac:chgData name="Guilherme Micota Stipp" userId="7d8a6ee1e82349c3" providerId="LiveId" clId="{F3415BE5-403D-4ADF-9AD0-B16C966CA254}" dt="2021-11-22T13:53:34.547" v="156" actId="478"/>
          <ac:picMkLst>
            <pc:docMk/>
            <pc:sldMk cId="498397642" sldId="331"/>
            <ac:picMk id="8" creationId="{9D44CE68-70AC-4EE8-940A-B76EA6E80CD6}"/>
          </ac:picMkLst>
        </pc:picChg>
        <pc:picChg chg="add del mod">
          <ac:chgData name="Guilherme Micota Stipp" userId="7d8a6ee1e82349c3" providerId="LiveId" clId="{F3415BE5-403D-4ADF-9AD0-B16C966CA254}" dt="2021-11-22T14:36:26.450" v="175" actId="478"/>
          <ac:picMkLst>
            <pc:docMk/>
            <pc:sldMk cId="498397642" sldId="331"/>
            <ac:picMk id="11" creationId="{2F827022-1BFC-46F6-A9C6-8A32E5BA9303}"/>
          </ac:picMkLst>
        </pc:picChg>
        <pc:picChg chg="del">
          <ac:chgData name="Guilherme Micota Stipp" userId="7d8a6ee1e82349c3" providerId="LiveId" clId="{F3415BE5-403D-4ADF-9AD0-B16C966CA254}" dt="2021-11-22T13:53:34.971" v="157" actId="478"/>
          <ac:picMkLst>
            <pc:docMk/>
            <pc:sldMk cId="498397642" sldId="331"/>
            <ac:picMk id="12" creationId="{49AF15D2-FE2D-4757-A1B3-F21C09A2BCC1}"/>
          </ac:picMkLst>
        </pc:picChg>
        <pc:picChg chg="add mod">
          <ac:chgData name="Guilherme Micota Stipp" userId="7d8a6ee1e82349c3" providerId="LiveId" clId="{F3415BE5-403D-4ADF-9AD0-B16C966CA254}" dt="2021-11-22T14:51:53.424" v="193" actId="14100"/>
          <ac:picMkLst>
            <pc:docMk/>
            <pc:sldMk cId="498397642" sldId="331"/>
            <ac:picMk id="14" creationId="{E31B0B3A-0CE0-4451-8547-F710F83455FD}"/>
          </ac:picMkLst>
        </pc:picChg>
        <pc:picChg chg="add mod">
          <ac:chgData name="Guilherme Micota Stipp" userId="7d8a6ee1e82349c3" providerId="LiveId" clId="{F3415BE5-403D-4ADF-9AD0-B16C966CA254}" dt="2021-11-22T14:52:16.578" v="222" actId="1037"/>
          <ac:picMkLst>
            <pc:docMk/>
            <pc:sldMk cId="498397642" sldId="331"/>
            <ac:picMk id="17" creationId="{C33D706B-4423-4862-B479-4AEA6500D37C}"/>
          </ac:picMkLst>
        </pc:picChg>
        <pc:picChg chg="add mod">
          <ac:chgData name="Guilherme Micota Stipp" userId="7d8a6ee1e82349c3" providerId="LiveId" clId="{F3415BE5-403D-4ADF-9AD0-B16C966CA254}" dt="2021-11-22T14:52:20.531" v="223" actId="1037"/>
          <ac:picMkLst>
            <pc:docMk/>
            <pc:sldMk cId="498397642" sldId="331"/>
            <ac:picMk id="19" creationId="{CFA7470C-7A3F-44BD-A5D3-E98156F2DFB6}"/>
          </ac:picMkLst>
        </pc:picChg>
      </pc:sldChg>
      <pc:sldChg chg="addSp delSp modSp mod ord">
        <pc:chgData name="Guilherme Micota Stipp" userId="7d8a6ee1e82349c3" providerId="LiveId" clId="{F3415BE5-403D-4ADF-9AD0-B16C966CA254}" dt="2021-11-22T17:06:14.361" v="234" actId="14100"/>
        <pc:sldMkLst>
          <pc:docMk/>
          <pc:sldMk cId="4065182258" sldId="332"/>
        </pc:sldMkLst>
        <pc:spChg chg="del">
          <ac:chgData name="Guilherme Micota Stipp" userId="7d8a6ee1e82349c3" providerId="LiveId" clId="{F3415BE5-403D-4ADF-9AD0-B16C966CA254}" dt="2021-11-22T13:53:31.834" v="155" actId="478"/>
          <ac:spMkLst>
            <pc:docMk/>
            <pc:sldMk cId="4065182258" sldId="332"/>
            <ac:spMk id="12" creationId="{C2AF14C4-1C61-4A64-97F3-1957D60198A9}"/>
          </ac:spMkLst>
        </pc:spChg>
        <pc:picChg chg="add mod">
          <ac:chgData name="Guilherme Micota Stipp" userId="7d8a6ee1e82349c3" providerId="LiveId" clId="{F3415BE5-403D-4ADF-9AD0-B16C966CA254}" dt="2021-11-22T17:06:14.361" v="234" actId="14100"/>
          <ac:picMkLst>
            <pc:docMk/>
            <pc:sldMk cId="4065182258" sldId="332"/>
            <ac:picMk id="8" creationId="{47BB17C0-47CB-4924-BD00-C3940A56499F}"/>
          </ac:picMkLst>
        </pc:picChg>
        <pc:picChg chg="del">
          <ac:chgData name="Guilherme Micota Stipp" userId="7d8a6ee1e82349c3" providerId="LiveId" clId="{F3415BE5-403D-4ADF-9AD0-B16C966CA254}" dt="2021-11-22T13:53:30.557" v="154" actId="478"/>
          <ac:picMkLst>
            <pc:docMk/>
            <pc:sldMk cId="4065182258" sldId="332"/>
            <ac:picMk id="11" creationId="{B447749B-2D7F-4975-AEC6-2F7AC9C50E99}"/>
          </ac:picMkLst>
        </pc:picChg>
        <pc:picChg chg="add del mod">
          <ac:chgData name="Guilherme Micota Stipp" userId="7d8a6ee1e82349c3" providerId="LiveId" clId="{F3415BE5-403D-4ADF-9AD0-B16C966CA254}" dt="2021-11-22T17:06:02.186" v="224" actId="478"/>
          <ac:picMkLst>
            <pc:docMk/>
            <pc:sldMk cId="4065182258" sldId="332"/>
            <ac:picMk id="13" creationId="{E5F84C8B-65D7-4F78-8473-E4C6A670FDFB}"/>
          </ac:picMkLst>
        </pc:picChg>
      </pc:sldChg>
      <pc:sldChg chg="addSp delSp modSp mod">
        <pc:chgData name="Guilherme Micota Stipp" userId="7d8a6ee1e82349c3" providerId="LiveId" clId="{F3415BE5-403D-4ADF-9AD0-B16C966CA254}" dt="2021-11-21T15:08:07.285" v="53" actId="14100"/>
        <pc:sldMkLst>
          <pc:docMk/>
          <pc:sldMk cId="1244231830" sldId="335"/>
        </pc:sldMkLst>
        <pc:spChg chg="mod">
          <ac:chgData name="Guilherme Micota Stipp" userId="7d8a6ee1e82349c3" providerId="LiveId" clId="{F3415BE5-403D-4ADF-9AD0-B16C966CA254}" dt="2021-11-21T15:07:40.028" v="42" actId="20577"/>
          <ac:spMkLst>
            <pc:docMk/>
            <pc:sldMk cId="1244231830" sldId="335"/>
            <ac:spMk id="10" creationId="{0DC30F15-2778-418E-A2EF-BEAEC6F95C4E}"/>
          </ac:spMkLst>
        </pc:spChg>
        <pc:spChg chg="del">
          <ac:chgData name="Guilherme Micota Stipp" userId="7d8a6ee1e82349c3" providerId="LiveId" clId="{F3415BE5-403D-4ADF-9AD0-B16C966CA254}" dt="2021-11-21T15:07:45.201" v="44" actId="478"/>
          <ac:spMkLst>
            <pc:docMk/>
            <pc:sldMk cId="1244231830" sldId="335"/>
            <ac:spMk id="12" creationId="{E13B9464-8041-4A2A-83C3-53A663E6BD13}"/>
          </ac:spMkLst>
        </pc:spChg>
        <pc:picChg chg="del">
          <ac:chgData name="Guilherme Micota Stipp" userId="7d8a6ee1e82349c3" providerId="LiveId" clId="{F3415BE5-403D-4ADF-9AD0-B16C966CA254}" dt="2021-11-21T15:07:42.324" v="43" actId="478"/>
          <ac:picMkLst>
            <pc:docMk/>
            <pc:sldMk cId="1244231830" sldId="335"/>
            <ac:picMk id="8" creationId="{DF9AE39B-A7F7-4B28-8C40-CB7FDC3790C5}"/>
          </ac:picMkLst>
        </pc:picChg>
        <pc:picChg chg="add mod">
          <ac:chgData name="Guilherme Micota Stipp" userId="7d8a6ee1e82349c3" providerId="LiveId" clId="{F3415BE5-403D-4ADF-9AD0-B16C966CA254}" dt="2021-11-21T15:08:07.285" v="53" actId="14100"/>
          <ac:picMkLst>
            <pc:docMk/>
            <pc:sldMk cId="1244231830" sldId="335"/>
            <ac:picMk id="11" creationId="{CCFC30E2-2E02-4BCB-82E8-9DD93FB7AB36}"/>
          </ac:picMkLst>
        </pc:picChg>
      </pc:sldChg>
      <pc:sldChg chg="addSp delSp modSp add mod">
        <pc:chgData name="Guilherme Micota Stipp" userId="7d8a6ee1e82349c3" providerId="LiveId" clId="{F3415BE5-403D-4ADF-9AD0-B16C966CA254}" dt="2021-11-22T00:07:02.154" v="65" actId="14100"/>
        <pc:sldMkLst>
          <pc:docMk/>
          <pc:sldMk cId="77050720" sldId="336"/>
        </pc:sldMkLst>
        <pc:picChg chg="add mod">
          <ac:chgData name="Guilherme Micota Stipp" userId="7d8a6ee1e82349c3" providerId="LiveId" clId="{F3415BE5-403D-4ADF-9AD0-B16C966CA254}" dt="2021-11-22T00:07:02.154" v="65" actId="14100"/>
          <ac:picMkLst>
            <pc:docMk/>
            <pc:sldMk cId="77050720" sldId="336"/>
            <ac:picMk id="8" creationId="{3C365756-C20F-4DC5-BD27-C0859335339A}"/>
          </ac:picMkLst>
        </pc:picChg>
        <pc:picChg chg="del">
          <ac:chgData name="Guilherme Micota Stipp" userId="7d8a6ee1e82349c3" providerId="LiveId" clId="{F3415BE5-403D-4ADF-9AD0-B16C966CA254}" dt="2021-11-21T21:05:57.171" v="55" actId="478"/>
          <ac:picMkLst>
            <pc:docMk/>
            <pc:sldMk cId="77050720" sldId="336"/>
            <ac:picMk id="11" creationId="{CCFC30E2-2E02-4BCB-82E8-9DD93FB7AB36}"/>
          </ac:picMkLst>
        </pc:picChg>
      </pc:sldChg>
      <pc:sldChg chg="del">
        <pc:chgData name="Guilherme Micota Stipp" userId="7d8a6ee1e82349c3" providerId="LiveId" clId="{F3415BE5-403D-4ADF-9AD0-B16C966CA254}" dt="2021-11-21T15:07:19.546" v="1" actId="47"/>
        <pc:sldMkLst>
          <pc:docMk/>
          <pc:sldMk cId="1388573534" sldId="336"/>
        </pc:sldMkLst>
      </pc:sldChg>
      <pc:sldChg chg="del">
        <pc:chgData name="Guilherme Micota Stipp" userId="7d8a6ee1e82349c3" providerId="LiveId" clId="{F3415BE5-403D-4ADF-9AD0-B16C966CA254}" dt="2021-11-21T15:07:20.144" v="2" actId="47"/>
        <pc:sldMkLst>
          <pc:docMk/>
          <pc:sldMk cId="601019487" sldId="337"/>
        </pc:sldMkLst>
      </pc:sldChg>
      <pc:sldChg chg="addSp delSp modSp add mod">
        <pc:chgData name="Guilherme Micota Stipp" userId="7d8a6ee1e82349c3" providerId="LiveId" clId="{F3415BE5-403D-4ADF-9AD0-B16C966CA254}" dt="2021-11-22T00:51:24.787" v="76" actId="14100"/>
        <pc:sldMkLst>
          <pc:docMk/>
          <pc:sldMk cId="2409569259" sldId="337"/>
        </pc:sldMkLst>
        <pc:picChg chg="del">
          <ac:chgData name="Guilherme Micota Stipp" userId="7d8a6ee1e82349c3" providerId="LiveId" clId="{F3415BE5-403D-4ADF-9AD0-B16C966CA254}" dt="2021-11-22T00:30:08.271" v="67" actId="478"/>
          <ac:picMkLst>
            <pc:docMk/>
            <pc:sldMk cId="2409569259" sldId="337"/>
            <ac:picMk id="8" creationId="{3C365756-C20F-4DC5-BD27-C0859335339A}"/>
          </ac:picMkLst>
        </pc:picChg>
        <pc:picChg chg="add mod">
          <ac:chgData name="Guilherme Micota Stipp" userId="7d8a6ee1e82349c3" providerId="LiveId" clId="{F3415BE5-403D-4ADF-9AD0-B16C966CA254}" dt="2021-11-22T00:51:24.787" v="76" actId="14100"/>
          <ac:picMkLst>
            <pc:docMk/>
            <pc:sldMk cId="2409569259" sldId="337"/>
            <ac:picMk id="11" creationId="{8744B42F-B943-4E80-97B4-3797042BFD3B}"/>
          </ac:picMkLst>
        </pc:picChg>
      </pc:sldChg>
      <pc:sldChg chg="del">
        <pc:chgData name="Guilherme Micota Stipp" userId="7d8a6ee1e82349c3" providerId="LiveId" clId="{F3415BE5-403D-4ADF-9AD0-B16C966CA254}" dt="2021-11-21T15:07:20.679" v="3" actId="47"/>
        <pc:sldMkLst>
          <pc:docMk/>
          <pc:sldMk cId="94601103" sldId="338"/>
        </pc:sldMkLst>
      </pc:sldChg>
      <pc:sldChg chg="addSp delSp modSp add mod">
        <pc:chgData name="Guilherme Micota Stipp" userId="7d8a6ee1e82349c3" providerId="LiveId" clId="{F3415BE5-403D-4ADF-9AD0-B16C966CA254}" dt="2021-11-22T01:22:10.181" v="87" actId="14100"/>
        <pc:sldMkLst>
          <pc:docMk/>
          <pc:sldMk cId="1855339585" sldId="338"/>
        </pc:sldMkLst>
        <pc:picChg chg="add mod">
          <ac:chgData name="Guilherme Micota Stipp" userId="7d8a6ee1e82349c3" providerId="LiveId" clId="{F3415BE5-403D-4ADF-9AD0-B16C966CA254}" dt="2021-11-22T01:22:10.181" v="87" actId="14100"/>
          <ac:picMkLst>
            <pc:docMk/>
            <pc:sldMk cId="1855339585" sldId="338"/>
            <ac:picMk id="8" creationId="{19B90D87-A822-4047-9ECA-32D0B113A2C3}"/>
          </ac:picMkLst>
        </pc:picChg>
        <pc:picChg chg="del">
          <ac:chgData name="Guilherme Micota Stipp" userId="7d8a6ee1e82349c3" providerId="LiveId" clId="{F3415BE5-403D-4ADF-9AD0-B16C966CA254}" dt="2021-11-22T00:52:32.493" v="78" actId="478"/>
          <ac:picMkLst>
            <pc:docMk/>
            <pc:sldMk cId="1855339585" sldId="338"/>
            <ac:picMk id="11" creationId="{8744B42F-B943-4E80-97B4-3797042BFD3B}"/>
          </ac:picMkLst>
        </pc:picChg>
      </pc:sldChg>
      <pc:sldChg chg="addSp delSp modSp add mod">
        <pc:chgData name="Guilherme Micota Stipp" userId="7d8a6ee1e82349c3" providerId="LiveId" clId="{F3415BE5-403D-4ADF-9AD0-B16C966CA254}" dt="2021-11-22T01:45:09.856" v="108" actId="14100"/>
        <pc:sldMkLst>
          <pc:docMk/>
          <pc:sldMk cId="3759144261" sldId="339"/>
        </pc:sldMkLst>
        <pc:picChg chg="del">
          <ac:chgData name="Guilherme Micota Stipp" userId="7d8a6ee1e82349c3" providerId="LiveId" clId="{F3415BE5-403D-4ADF-9AD0-B16C966CA254}" dt="2021-11-22T01:44:54.469" v="89" actId="478"/>
          <ac:picMkLst>
            <pc:docMk/>
            <pc:sldMk cId="3759144261" sldId="339"/>
            <ac:picMk id="8" creationId="{19B90D87-A822-4047-9ECA-32D0B113A2C3}"/>
          </ac:picMkLst>
        </pc:picChg>
        <pc:picChg chg="add mod">
          <ac:chgData name="Guilherme Micota Stipp" userId="7d8a6ee1e82349c3" providerId="LiveId" clId="{F3415BE5-403D-4ADF-9AD0-B16C966CA254}" dt="2021-11-22T01:45:09.856" v="108" actId="14100"/>
          <ac:picMkLst>
            <pc:docMk/>
            <pc:sldMk cId="3759144261" sldId="339"/>
            <ac:picMk id="11" creationId="{66A9B3A9-BECA-4B32-A9FE-EDA59943323B}"/>
          </ac:picMkLst>
        </pc:picChg>
      </pc:sldChg>
      <pc:sldChg chg="addSp delSp modSp add mod">
        <pc:chgData name="Guilherme Micota Stipp" userId="7d8a6ee1e82349c3" providerId="LiveId" clId="{F3415BE5-403D-4ADF-9AD0-B16C966CA254}" dt="2021-11-22T01:45:28.872" v="119" actId="14100"/>
        <pc:sldMkLst>
          <pc:docMk/>
          <pc:sldMk cId="507041105" sldId="340"/>
        </pc:sldMkLst>
        <pc:picChg chg="add mod">
          <ac:chgData name="Guilherme Micota Stipp" userId="7d8a6ee1e82349c3" providerId="LiveId" clId="{F3415BE5-403D-4ADF-9AD0-B16C966CA254}" dt="2021-11-22T01:45:28.872" v="119" actId="14100"/>
          <ac:picMkLst>
            <pc:docMk/>
            <pc:sldMk cId="507041105" sldId="340"/>
            <ac:picMk id="8" creationId="{4BBDAECA-A2B1-4C05-B61C-05B3DBAA2E97}"/>
          </ac:picMkLst>
        </pc:picChg>
        <pc:picChg chg="del">
          <ac:chgData name="Guilherme Micota Stipp" userId="7d8a6ee1e82349c3" providerId="LiveId" clId="{F3415BE5-403D-4ADF-9AD0-B16C966CA254}" dt="2021-11-22T01:45:15.298" v="110" actId="478"/>
          <ac:picMkLst>
            <pc:docMk/>
            <pc:sldMk cId="507041105" sldId="340"/>
            <ac:picMk id="11" creationId="{66A9B3A9-BECA-4B32-A9FE-EDA59943323B}"/>
          </ac:picMkLst>
        </pc:picChg>
      </pc:sldChg>
      <pc:sldChg chg="addSp delSp modSp add mod">
        <pc:chgData name="Guilherme Micota Stipp" userId="7d8a6ee1e82349c3" providerId="LiveId" clId="{F3415BE5-403D-4ADF-9AD0-B16C966CA254}" dt="2021-11-22T13:34:20.911" v="136" actId="14100"/>
        <pc:sldMkLst>
          <pc:docMk/>
          <pc:sldMk cId="1070826681" sldId="341"/>
        </pc:sldMkLst>
        <pc:picChg chg="del">
          <ac:chgData name="Guilherme Micota Stipp" userId="7d8a6ee1e82349c3" providerId="LiveId" clId="{F3415BE5-403D-4ADF-9AD0-B16C966CA254}" dt="2021-11-22T12:11:17.230" v="121" actId="478"/>
          <ac:picMkLst>
            <pc:docMk/>
            <pc:sldMk cId="1070826681" sldId="341"/>
            <ac:picMk id="8" creationId="{4BBDAECA-A2B1-4C05-B61C-05B3DBAA2E97}"/>
          </ac:picMkLst>
        </pc:picChg>
        <pc:picChg chg="add del mod">
          <ac:chgData name="Guilherme Micota Stipp" userId="7d8a6ee1e82349c3" providerId="LiveId" clId="{F3415BE5-403D-4ADF-9AD0-B16C966CA254}" dt="2021-11-22T13:33:57.928" v="128" actId="478"/>
          <ac:picMkLst>
            <pc:docMk/>
            <pc:sldMk cId="1070826681" sldId="341"/>
            <ac:picMk id="11" creationId="{D122F630-7F60-45F5-8334-3630C378B07F}"/>
          </ac:picMkLst>
        </pc:picChg>
        <pc:picChg chg="add mod">
          <ac:chgData name="Guilherme Micota Stipp" userId="7d8a6ee1e82349c3" providerId="LiveId" clId="{F3415BE5-403D-4ADF-9AD0-B16C966CA254}" dt="2021-11-22T13:34:20.911" v="136" actId="14100"/>
          <ac:picMkLst>
            <pc:docMk/>
            <pc:sldMk cId="1070826681" sldId="341"/>
            <ac:picMk id="13" creationId="{B7ADB981-48D8-4A03-A0CB-3AE13515E32A}"/>
          </ac:picMkLst>
        </pc:picChg>
      </pc:sldChg>
      <pc:sldChg chg="addSp delSp add del mod">
        <pc:chgData name="Guilherme Micota Stipp" userId="7d8a6ee1e82349c3" providerId="LiveId" clId="{F3415BE5-403D-4ADF-9AD0-B16C966CA254}" dt="2021-11-22T13:53:19.685" v="153" actId="47"/>
        <pc:sldMkLst>
          <pc:docMk/>
          <pc:sldMk cId="2102268312" sldId="342"/>
        </pc:sldMkLst>
        <pc:picChg chg="add del">
          <ac:chgData name="Guilherme Micota Stipp" userId="7d8a6ee1e82349c3" providerId="LiveId" clId="{F3415BE5-403D-4ADF-9AD0-B16C966CA254}" dt="2021-11-22T13:41:33.764" v="140" actId="478"/>
          <ac:picMkLst>
            <pc:docMk/>
            <pc:sldMk cId="2102268312" sldId="342"/>
            <ac:picMk id="13" creationId="{B7ADB981-48D8-4A03-A0CB-3AE13515E32A}"/>
          </ac:picMkLst>
        </pc:picChg>
      </pc:sldChg>
      <pc:sldChg chg="addSp delSp modSp add mod">
        <pc:chgData name="Guilherme Micota Stipp" userId="7d8a6ee1e82349c3" providerId="LiveId" clId="{F3415BE5-403D-4ADF-9AD0-B16C966CA254}" dt="2021-11-22T13:53:07.591" v="152" actId="14100"/>
        <pc:sldMkLst>
          <pc:docMk/>
          <pc:sldMk cId="983633962" sldId="343"/>
        </pc:sldMkLst>
        <pc:picChg chg="del">
          <ac:chgData name="Guilherme Micota Stipp" userId="7d8a6ee1e82349c3" providerId="LiveId" clId="{F3415BE5-403D-4ADF-9AD0-B16C966CA254}" dt="2021-11-22T13:46:58.232" v="142" actId="478"/>
          <ac:picMkLst>
            <pc:docMk/>
            <pc:sldMk cId="983633962" sldId="343"/>
            <ac:picMk id="8" creationId="{4BBDAECA-A2B1-4C05-B61C-05B3DBAA2E97}"/>
          </ac:picMkLst>
        </pc:picChg>
        <pc:picChg chg="add mod">
          <ac:chgData name="Guilherme Micota Stipp" userId="7d8a6ee1e82349c3" providerId="LiveId" clId="{F3415BE5-403D-4ADF-9AD0-B16C966CA254}" dt="2021-11-22T13:53:07.591" v="152" actId="14100"/>
          <ac:picMkLst>
            <pc:docMk/>
            <pc:sldMk cId="983633962" sldId="343"/>
            <ac:picMk id="11" creationId="{6804E7FC-8521-469D-ACD1-02CAEB8F0D84}"/>
          </ac:picMkLst>
        </pc:picChg>
      </pc:sldChg>
    </pc:docChg>
  </pc:docChgLst>
  <pc:docChgLst>
    <pc:chgData name="Guilherme Micota Stipp" userId="7d8a6ee1e82349c3" providerId="LiveId" clId="{9B7EC03D-66E4-4932-8412-73D376255432}"/>
    <pc:docChg chg="custSel addSld delSld modSld sldOrd">
      <pc:chgData name="Guilherme Micota Stipp" userId="7d8a6ee1e82349c3" providerId="LiveId" clId="{9B7EC03D-66E4-4932-8412-73D376255432}" dt="2022-02-07T16:36:03.399" v="544" actId="14100"/>
      <pc:docMkLst>
        <pc:docMk/>
      </pc:docMkLst>
      <pc:sldChg chg="modSp mod">
        <pc:chgData name="Guilherme Micota Stipp" userId="7d8a6ee1e82349c3" providerId="LiveId" clId="{9B7EC03D-66E4-4932-8412-73D376255432}" dt="2022-02-06T22:12:16.387" v="27" actId="20577"/>
        <pc:sldMkLst>
          <pc:docMk/>
          <pc:sldMk cId="3178680452" sldId="256"/>
        </pc:sldMkLst>
        <pc:spChg chg="mod">
          <ac:chgData name="Guilherme Micota Stipp" userId="7d8a6ee1e82349c3" providerId="LiveId" clId="{9B7EC03D-66E4-4932-8412-73D376255432}" dt="2022-02-06T22:12:16.387" v="27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del">
        <pc:chgData name="Guilherme Micota Stipp" userId="7d8a6ee1e82349c3" providerId="LiveId" clId="{9B7EC03D-66E4-4932-8412-73D376255432}" dt="2022-02-06T22:11:54.110" v="1" actId="47"/>
        <pc:sldMkLst>
          <pc:docMk/>
          <pc:sldMk cId="256213339" sldId="377"/>
        </pc:sldMkLst>
      </pc:sldChg>
      <pc:sldChg chg="del">
        <pc:chgData name="Guilherme Micota Stipp" userId="7d8a6ee1e82349c3" providerId="LiveId" clId="{9B7EC03D-66E4-4932-8412-73D376255432}" dt="2022-02-06T22:11:55.186" v="3" actId="47"/>
        <pc:sldMkLst>
          <pc:docMk/>
          <pc:sldMk cId="2324104785" sldId="380"/>
        </pc:sldMkLst>
      </pc:sldChg>
      <pc:sldChg chg="del">
        <pc:chgData name="Guilherme Micota Stipp" userId="7d8a6ee1e82349c3" providerId="LiveId" clId="{9B7EC03D-66E4-4932-8412-73D376255432}" dt="2022-02-06T22:11:54.737" v="2" actId="47"/>
        <pc:sldMkLst>
          <pc:docMk/>
          <pc:sldMk cId="2545110012" sldId="381"/>
        </pc:sldMkLst>
      </pc:sldChg>
      <pc:sldChg chg="del">
        <pc:chgData name="Guilherme Micota Stipp" userId="7d8a6ee1e82349c3" providerId="LiveId" clId="{9B7EC03D-66E4-4932-8412-73D376255432}" dt="2022-02-06T22:11:55.931" v="5" actId="47"/>
        <pc:sldMkLst>
          <pc:docMk/>
          <pc:sldMk cId="575610892" sldId="384"/>
        </pc:sldMkLst>
      </pc:sldChg>
      <pc:sldChg chg="del">
        <pc:chgData name="Guilherme Micota Stipp" userId="7d8a6ee1e82349c3" providerId="LiveId" clId="{9B7EC03D-66E4-4932-8412-73D376255432}" dt="2022-02-06T22:11:56.334" v="6" actId="47"/>
        <pc:sldMkLst>
          <pc:docMk/>
          <pc:sldMk cId="328276980" sldId="385"/>
        </pc:sldMkLst>
      </pc:sldChg>
      <pc:sldChg chg="del">
        <pc:chgData name="Guilherme Micota Stipp" userId="7d8a6ee1e82349c3" providerId="LiveId" clId="{9B7EC03D-66E4-4932-8412-73D376255432}" dt="2022-02-06T22:11:57.468" v="8" actId="47"/>
        <pc:sldMkLst>
          <pc:docMk/>
          <pc:sldMk cId="2297147168" sldId="386"/>
        </pc:sldMkLst>
      </pc:sldChg>
      <pc:sldChg chg="del">
        <pc:chgData name="Guilherme Micota Stipp" userId="7d8a6ee1e82349c3" providerId="LiveId" clId="{9B7EC03D-66E4-4932-8412-73D376255432}" dt="2022-02-06T22:11:57.897" v="9" actId="47"/>
        <pc:sldMkLst>
          <pc:docMk/>
          <pc:sldMk cId="314059784" sldId="387"/>
        </pc:sldMkLst>
      </pc:sldChg>
      <pc:sldChg chg="addSp delSp modSp mod">
        <pc:chgData name="Guilherme Micota Stipp" userId="7d8a6ee1e82349c3" providerId="LiveId" clId="{9B7EC03D-66E4-4932-8412-73D376255432}" dt="2022-02-07T01:19:28.532" v="194" actId="14100"/>
        <pc:sldMkLst>
          <pc:docMk/>
          <pc:sldMk cId="3461407716" sldId="388"/>
        </pc:sldMkLst>
        <pc:spChg chg="add del mod">
          <ac:chgData name="Guilherme Micota Stipp" userId="7d8a6ee1e82349c3" providerId="LiveId" clId="{9B7EC03D-66E4-4932-8412-73D376255432}" dt="2022-02-07T00:49:00.376" v="156" actId="478"/>
          <ac:spMkLst>
            <pc:docMk/>
            <pc:sldMk cId="3461407716" sldId="388"/>
            <ac:spMk id="2" creationId="{BE852FC6-F038-40DE-B21F-8085A487DF11}"/>
          </ac:spMkLst>
        </pc:spChg>
        <pc:spChg chg="mod">
          <ac:chgData name="Guilherme Micota Stipp" userId="7d8a6ee1e82349c3" providerId="LiveId" clId="{9B7EC03D-66E4-4932-8412-73D376255432}" dt="2022-02-06T22:12:24.619" v="36" actId="20577"/>
          <ac:spMkLst>
            <pc:docMk/>
            <pc:sldMk cId="3461407716" sldId="388"/>
            <ac:spMk id="4" creationId="{2A67854E-8517-42A3-8969-210A77F2C314}"/>
          </ac:spMkLst>
        </pc:spChg>
        <pc:spChg chg="mod">
          <ac:chgData name="Guilherme Micota Stipp" userId="7d8a6ee1e82349c3" providerId="LiveId" clId="{9B7EC03D-66E4-4932-8412-73D376255432}" dt="2022-02-06T22:14:41.417" v="143" actId="20577"/>
          <ac:spMkLst>
            <pc:docMk/>
            <pc:sldMk cId="3461407716" sldId="388"/>
            <ac:spMk id="10" creationId="{0DC30F15-2778-418E-A2EF-BEAEC6F95C4E}"/>
          </ac:spMkLst>
        </pc:spChg>
        <pc:picChg chg="add mod">
          <ac:chgData name="Guilherme Micota Stipp" userId="7d8a6ee1e82349c3" providerId="LiveId" clId="{9B7EC03D-66E4-4932-8412-73D376255432}" dt="2022-02-07T01:19:28.532" v="194" actId="14100"/>
          <ac:picMkLst>
            <pc:docMk/>
            <pc:sldMk cId="3461407716" sldId="388"/>
            <ac:picMk id="11" creationId="{8E4A33FB-C685-4936-85EC-88F20191293B}"/>
          </ac:picMkLst>
        </pc:picChg>
        <pc:picChg chg="del">
          <ac:chgData name="Guilherme Micota Stipp" userId="7d8a6ee1e82349c3" providerId="LiveId" clId="{9B7EC03D-66E4-4932-8412-73D376255432}" dt="2022-02-06T22:13:06.214" v="72" actId="478"/>
          <ac:picMkLst>
            <pc:docMk/>
            <pc:sldMk cId="3461407716" sldId="388"/>
            <ac:picMk id="12" creationId="{33C1DB29-5208-4A63-A33B-2535B34EBD53}"/>
          </ac:picMkLst>
        </pc:picChg>
      </pc:sldChg>
      <pc:sldChg chg="addSp delSp modSp add mod">
        <pc:chgData name="Guilherme Micota Stipp" userId="7d8a6ee1e82349c3" providerId="LiveId" clId="{9B7EC03D-66E4-4932-8412-73D376255432}" dt="2022-02-07T03:26:54.574" v="295" actId="1076"/>
        <pc:sldMkLst>
          <pc:docMk/>
          <pc:sldMk cId="1142824624" sldId="389"/>
        </pc:sldMkLst>
        <pc:spChg chg="del mod">
          <ac:chgData name="Guilherme Micota Stipp" userId="7d8a6ee1e82349c3" providerId="LiveId" clId="{9B7EC03D-66E4-4932-8412-73D376255432}" dt="2022-02-07T03:22:27.713" v="285" actId="478"/>
          <ac:spMkLst>
            <pc:docMk/>
            <pc:sldMk cId="1142824624" sldId="389"/>
            <ac:spMk id="2" creationId="{BE852FC6-F038-40DE-B21F-8085A487DF11}"/>
          </ac:spMkLst>
        </pc:spChg>
        <pc:picChg chg="add mod">
          <ac:chgData name="Guilherme Micota Stipp" userId="7d8a6ee1e82349c3" providerId="LiveId" clId="{9B7EC03D-66E4-4932-8412-73D376255432}" dt="2022-02-07T03:26:54.574" v="295" actId="1076"/>
          <ac:picMkLst>
            <pc:docMk/>
            <pc:sldMk cId="1142824624" sldId="389"/>
            <ac:picMk id="11" creationId="{595F0A83-D853-4498-A05C-8648DB81F5FA}"/>
          </ac:picMkLst>
        </pc:picChg>
      </pc:sldChg>
      <pc:sldChg chg="modSp del mod">
        <pc:chgData name="Guilherme Micota Stipp" userId="7d8a6ee1e82349c3" providerId="LiveId" clId="{9B7EC03D-66E4-4932-8412-73D376255432}" dt="2022-02-06T22:12:44.074" v="53" actId="47"/>
        <pc:sldMkLst>
          <pc:docMk/>
          <pc:sldMk cId="192884504" sldId="390"/>
        </pc:sldMkLst>
        <pc:spChg chg="mod">
          <ac:chgData name="Guilherme Micota Stipp" userId="7d8a6ee1e82349c3" providerId="LiveId" clId="{9B7EC03D-66E4-4932-8412-73D376255432}" dt="2022-02-06T22:12:36.834" v="52" actId="20577"/>
          <ac:spMkLst>
            <pc:docMk/>
            <pc:sldMk cId="192884504" sldId="390"/>
            <ac:spMk id="4" creationId="{2A67854E-8517-42A3-8969-210A77F2C314}"/>
          </ac:spMkLst>
        </pc:spChg>
      </pc:sldChg>
      <pc:sldChg chg="addSp delSp modSp add mod ord">
        <pc:chgData name="Guilherme Micota Stipp" userId="7d8a6ee1e82349c3" providerId="LiveId" clId="{9B7EC03D-66E4-4932-8412-73D376255432}" dt="2022-02-07T16:36:03.399" v="544" actId="14100"/>
        <pc:sldMkLst>
          <pc:docMk/>
          <pc:sldMk cId="2287488751" sldId="390"/>
        </pc:sldMkLst>
        <pc:spChg chg="del mod">
          <ac:chgData name="Guilherme Micota Stipp" userId="7d8a6ee1e82349c3" providerId="LiveId" clId="{9B7EC03D-66E4-4932-8412-73D376255432}" dt="2022-02-07T16:35:55.719" v="534" actId="478"/>
          <ac:spMkLst>
            <pc:docMk/>
            <pc:sldMk cId="2287488751" sldId="390"/>
            <ac:spMk id="2" creationId="{BE852FC6-F038-40DE-B21F-8085A487DF11}"/>
          </ac:spMkLst>
        </pc:spChg>
        <pc:picChg chg="add mod">
          <ac:chgData name="Guilherme Micota Stipp" userId="7d8a6ee1e82349c3" providerId="LiveId" clId="{9B7EC03D-66E4-4932-8412-73D376255432}" dt="2022-02-07T16:36:03.399" v="544" actId="14100"/>
          <ac:picMkLst>
            <pc:docMk/>
            <pc:sldMk cId="2287488751" sldId="390"/>
            <ac:picMk id="11" creationId="{141BB7B6-BD9D-4F45-A678-A34946AC5BE6}"/>
          </ac:picMkLst>
        </pc:picChg>
      </pc:sldChg>
      <pc:sldChg chg="addSp delSp modSp add mod">
        <pc:chgData name="Guilherme Micota Stipp" userId="7d8a6ee1e82349c3" providerId="LiveId" clId="{9B7EC03D-66E4-4932-8412-73D376255432}" dt="2022-02-07T14:46:01.667" v="533" actId="1035"/>
        <pc:sldMkLst>
          <pc:docMk/>
          <pc:sldMk cId="4068793934" sldId="391"/>
        </pc:sldMkLst>
        <pc:spChg chg="del">
          <ac:chgData name="Guilherme Micota Stipp" userId="7d8a6ee1e82349c3" providerId="LiveId" clId="{9B7EC03D-66E4-4932-8412-73D376255432}" dt="2022-02-07T14:25:55.731" v="411" actId="478"/>
          <ac:spMkLst>
            <pc:docMk/>
            <pc:sldMk cId="4068793934" sldId="391"/>
            <ac:spMk id="2" creationId="{BE852FC6-F038-40DE-B21F-8085A487DF11}"/>
          </ac:spMkLst>
        </pc:spChg>
        <pc:spChg chg="mod">
          <ac:chgData name="Guilherme Micota Stipp" userId="7d8a6ee1e82349c3" providerId="LiveId" clId="{9B7EC03D-66E4-4932-8412-73D376255432}" dt="2022-02-06T22:14:28.917" v="133" actId="20577"/>
          <ac:spMkLst>
            <pc:docMk/>
            <pc:sldMk cId="4068793934" sldId="391"/>
            <ac:spMk id="10" creationId="{0DC30F15-2778-418E-A2EF-BEAEC6F95C4E}"/>
          </ac:spMkLst>
        </pc:spChg>
        <pc:picChg chg="add mod">
          <ac:chgData name="Guilherme Micota Stipp" userId="7d8a6ee1e82349c3" providerId="LiveId" clId="{9B7EC03D-66E4-4932-8412-73D376255432}" dt="2022-02-07T14:45:49.185" v="480" actId="14100"/>
          <ac:picMkLst>
            <pc:docMk/>
            <pc:sldMk cId="4068793934" sldId="391"/>
            <ac:picMk id="11" creationId="{46A5416B-0542-490F-B9FE-04BC028DD7BC}"/>
          </ac:picMkLst>
        </pc:picChg>
        <pc:picChg chg="add mod">
          <ac:chgData name="Guilherme Micota Stipp" userId="7d8a6ee1e82349c3" providerId="LiveId" clId="{9B7EC03D-66E4-4932-8412-73D376255432}" dt="2022-02-07T14:46:01.667" v="533" actId="1035"/>
          <ac:picMkLst>
            <pc:docMk/>
            <pc:sldMk cId="4068793934" sldId="391"/>
            <ac:picMk id="13" creationId="{266DF91B-CB7C-40C8-AB1E-95497C087E18}"/>
          </ac:picMkLst>
        </pc:picChg>
      </pc:sldChg>
      <pc:sldChg chg="addSp delSp modSp add mod">
        <pc:chgData name="Guilherme Micota Stipp" userId="7d8a6ee1e82349c3" providerId="LiveId" clId="{9B7EC03D-66E4-4932-8412-73D376255432}" dt="2022-02-07T13:32:44.709" v="305" actId="14100"/>
        <pc:sldMkLst>
          <pc:docMk/>
          <pc:sldMk cId="1303463140" sldId="392"/>
        </pc:sldMkLst>
        <pc:spChg chg="del">
          <ac:chgData name="Guilherme Micota Stipp" userId="7d8a6ee1e82349c3" providerId="LiveId" clId="{9B7EC03D-66E4-4932-8412-73D376255432}" dt="2022-02-07T13:32:38.226" v="296" actId="478"/>
          <ac:spMkLst>
            <pc:docMk/>
            <pc:sldMk cId="1303463140" sldId="392"/>
            <ac:spMk id="2" creationId="{BE852FC6-F038-40DE-B21F-8085A487DF11}"/>
          </ac:spMkLst>
        </pc:spChg>
        <pc:picChg chg="add mod">
          <ac:chgData name="Guilherme Micota Stipp" userId="7d8a6ee1e82349c3" providerId="LiveId" clId="{9B7EC03D-66E4-4932-8412-73D376255432}" dt="2022-02-07T13:32:44.709" v="305" actId="14100"/>
          <ac:picMkLst>
            <pc:docMk/>
            <pc:sldMk cId="1303463140" sldId="392"/>
            <ac:picMk id="11" creationId="{16BB8530-EE3E-41CF-A6F8-1DDF7F7BE802}"/>
          </ac:picMkLst>
        </pc:picChg>
      </pc:sldChg>
      <pc:sldChg chg="del">
        <pc:chgData name="Guilherme Micota Stipp" userId="7d8a6ee1e82349c3" providerId="LiveId" clId="{9B7EC03D-66E4-4932-8412-73D376255432}" dt="2022-02-06T22:12:01.544" v="11" actId="47"/>
        <pc:sldMkLst>
          <pc:docMk/>
          <pc:sldMk cId="1536375087" sldId="392"/>
        </pc:sldMkLst>
      </pc:sldChg>
      <pc:sldChg chg="addSp delSp modSp add mod">
        <pc:chgData name="Guilherme Micota Stipp" userId="7d8a6ee1e82349c3" providerId="LiveId" clId="{9B7EC03D-66E4-4932-8412-73D376255432}" dt="2022-02-07T02:55:29.713" v="284" actId="14100"/>
        <pc:sldMkLst>
          <pc:docMk/>
          <pc:sldMk cId="364867705" sldId="393"/>
        </pc:sldMkLst>
        <pc:picChg chg="add del mod">
          <ac:chgData name="Guilherme Micota Stipp" userId="7d8a6ee1e82349c3" providerId="LiveId" clId="{9B7EC03D-66E4-4932-8412-73D376255432}" dt="2022-02-07T02:55:16.359" v="216" actId="478"/>
          <ac:picMkLst>
            <pc:docMk/>
            <pc:sldMk cId="364867705" sldId="393"/>
            <ac:picMk id="8" creationId="{A7D584CB-B2A0-4BDF-9418-15B349C62CBD}"/>
          </ac:picMkLst>
        </pc:picChg>
        <pc:picChg chg="del">
          <ac:chgData name="Guilherme Micota Stipp" userId="7d8a6ee1e82349c3" providerId="LiveId" clId="{9B7EC03D-66E4-4932-8412-73D376255432}" dt="2022-02-07T01:19:38.389" v="196" actId="478"/>
          <ac:picMkLst>
            <pc:docMk/>
            <pc:sldMk cId="364867705" sldId="393"/>
            <ac:picMk id="11" creationId="{8E4A33FB-C685-4936-85EC-88F20191293B}"/>
          </ac:picMkLst>
        </pc:picChg>
        <pc:picChg chg="add mod">
          <ac:chgData name="Guilherme Micota Stipp" userId="7d8a6ee1e82349c3" providerId="LiveId" clId="{9B7EC03D-66E4-4932-8412-73D376255432}" dt="2022-02-07T02:55:29.713" v="284" actId="14100"/>
          <ac:picMkLst>
            <pc:docMk/>
            <pc:sldMk cId="364867705" sldId="393"/>
            <ac:picMk id="13" creationId="{645FAAF0-EDE7-41C4-87B0-A43AF23D4B68}"/>
          </ac:picMkLst>
        </pc:picChg>
      </pc:sldChg>
      <pc:sldChg chg="del">
        <pc:chgData name="Guilherme Micota Stipp" userId="7d8a6ee1e82349c3" providerId="LiveId" clId="{9B7EC03D-66E4-4932-8412-73D376255432}" dt="2022-02-06T22:11:55.527" v="4" actId="47"/>
        <pc:sldMkLst>
          <pc:docMk/>
          <pc:sldMk cId="3844132931" sldId="393"/>
        </pc:sldMkLst>
      </pc:sldChg>
      <pc:sldChg chg="addSp delSp modSp add mod">
        <pc:chgData name="Guilherme Micota Stipp" userId="7d8a6ee1e82349c3" providerId="LiveId" clId="{9B7EC03D-66E4-4932-8412-73D376255432}" dt="2022-02-07T14:18:32.388" v="409" actId="14100"/>
        <pc:sldMkLst>
          <pc:docMk/>
          <pc:sldMk cId="1366893882" sldId="394"/>
        </pc:sldMkLst>
        <pc:spChg chg="add del mod">
          <ac:chgData name="Guilherme Micota Stipp" userId="7d8a6ee1e82349c3" providerId="LiveId" clId="{9B7EC03D-66E4-4932-8412-73D376255432}" dt="2022-02-07T14:01:07.007" v="344" actId="478"/>
          <ac:spMkLst>
            <pc:docMk/>
            <pc:sldMk cId="1366893882" sldId="394"/>
            <ac:spMk id="2" creationId="{AF99BCFE-BD9F-4920-ABD7-4612FFFD58E0}"/>
          </ac:spMkLst>
        </pc:spChg>
        <pc:picChg chg="del">
          <ac:chgData name="Guilherme Micota Stipp" userId="7d8a6ee1e82349c3" providerId="LiveId" clId="{9B7EC03D-66E4-4932-8412-73D376255432}" dt="2022-02-07T13:34:16.252" v="307" actId="478"/>
          <ac:picMkLst>
            <pc:docMk/>
            <pc:sldMk cId="1366893882" sldId="394"/>
            <ac:picMk id="11" creationId="{16BB8530-EE3E-41CF-A6F8-1DDF7F7BE802}"/>
          </ac:picMkLst>
        </pc:picChg>
        <pc:picChg chg="add del mod">
          <ac:chgData name="Guilherme Micota Stipp" userId="7d8a6ee1e82349c3" providerId="LiveId" clId="{9B7EC03D-66E4-4932-8412-73D376255432}" dt="2022-02-07T14:18:16.398" v="364" actId="478"/>
          <ac:picMkLst>
            <pc:docMk/>
            <pc:sldMk cId="1366893882" sldId="394"/>
            <ac:picMk id="12" creationId="{339F2823-1675-443B-B483-23B63128F5F2}"/>
          </ac:picMkLst>
        </pc:picChg>
        <pc:picChg chg="add mod">
          <ac:chgData name="Guilherme Micota Stipp" userId="7d8a6ee1e82349c3" providerId="LiveId" clId="{9B7EC03D-66E4-4932-8412-73D376255432}" dt="2022-02-07T14:18:32.388" v="409" actId="14100"/>
          <ac:picMkLst>
            <pc:docMk/>
            <pc:sldMk cId="1366893882" sldId="394"/>
            <ac:picMk id="14" creationId="{71E621A7-3C31-42BF-89BC-F9F0474041B4}"/>
          </ac:picMkLst>
        </pc:picChg>
      </pc:sldChg>
      <pc:sldChg chg="del">
        <pc:chgData name="Guilherme Micota Stipp" userId="7d8a6ee1e82349c3" providerId="LiveId" clId="{9B7EC03D-66E4-4932-8412-73D376255432}" dt="2022-02-06T22:11:56.753" v="7" actId="47"/>
        <pc:sldMkLst>
          <pc:docMk/>
          <pc:sldMk cId="3124580742" sldId="394"/>
        </pc:sldMkLst>
      </pc:sldChg>
      <pc:sldChg chg="add del">
        <pc:chgData name="Guilherme Micota Stipp" userId="7d8a6ee1e82349c3" providerId="LiveId" clId="{9B7EC03D-66E4-4932-8412-73D376255432}" dt="2022-02-07T14:25:12.797" v="410" actId="47"/>
        <pc:sldMkLst>
          <pc:docMk/>
          <pc:sldMk cId="916054382" sldId="395"/>
        </pc:sldMkLst>
      </pc:sldChg>
      <pc:sldChg chg="del">
        <pc:chgData name="Guilherme Micota Stipp" userId="7d8a6ee1e82349c3" providerId="LiveId" clId="{9B7EC03D-66E4-4932-8412-73D376255432}" dt="2022-02-06T22:11:53.633" v="0" actId="47"/>
        <pc:sldMkLst>
          <pc:docMk/>
          <pc:sldMk cId="1704048934" sldId="395"/>
        </pc:sldMkLst>
      </pc:sldChg>
      <pc:sldChg chg="del">
        <pc:chgData name="Guilherme Micota Stipp" userId="7d8a6ee1e82349c3" providerId="LiveId" clId="{9B7EC03D-66E4-4932-8412-73D376255432}" dt="2022-02-06T22:11:58.480" v="10" actId="47"/>
        <pc:sldMkLst>
          <pc:docMk/>
          <pc:sldMk cId="1410331332" sldId="396"/>
        </pc:sldMkLst>
      </pc:sldChg>
    </pc:docChg>
  </pc:docChgLst>
  <pc:docChgLst>
    <pc:chgData name="Guilherme Micota Stipp" userId="7d8a6ee1e82349c3" providerId="LiveId" clId="{97B2E432-D71D-4CC1-891A-FC57E743E970}"/>
    <pc:docChg chg="undo custSel addSld delSld modSld">
      <pc:chgData name="Guilherme Micota Stipp" userId="7d8a6ee1e82349c3" providerId="LiveId" clId="{97B2E432-D71D-4CC1-891A-FC57E743E970}" dt="2021-07-19T18:43:43.180" v="564" actId="20577"/>
      <pc:docMkLst>
        <pc:docMk/>
      </pc:docMkLst>
      <pc:sldChg chg="modSp mod">
        <pc:chgData name="Guilherme Micota Stipp" userId="7d8a6ee1e82349c3" providerId="LiveId" clId="{97B2E432-D71D-4CC1-891A-FC57E743E970}" dt="2021-07-18T20:58:53.319" v="73" actId="20577"/>
        <pc:sldMkLst>
          <pc:docMk/>
          <pc:sldMk cId="3178680452" sldId="256"/>
        </pc:sldMkLst>
        <pc:spChg chg="mod">
          <ac:chgData name="Guilherme Micota Stipp" userId="7d8a6ee1e82349c3" providerId="LiveId" clId="{97B2E432-D71D-4CC1-891A-FC57E743E970}" dt="2021-07-18T20:58:53.319" v="73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addSp delSp modSp mod">
        <pc:chgData name="Guilherme Micota Stipp" userId="7d8a6ee1e82349c3" providerId="LiveId" clId="{97B2E432-D71D-4CC1-891A-FC57E743E970}" dt="2021-07-19T14:56:36.012" v="254" actId="14100"/>
        <pc:sldMkLst>
          <pc:docMk/>
          <pc:sldMk cId="2551466354" sldId="258"/>
        </pc:sldMkLst>
        <pc:spChg chg="mod">
          <ac:chgData name="Guilherme Micota Stipp" userId="7d8a6ee1e82349c3" providerId="LiveId" clId="{97B2E432-D71D-4CC1-891A-FC57E743E970}" dt="2021-07-18T20:59:11.051" v="78" actId="20577"/>
          <ac:spMkLst>
            <pc:docMk/>
            <pc:sldMk cId="2551466354" sldId="258"/>
            <ac:spMk id="4" creationId="{2A67854E-8517-42A3-8969-210A77F2C314}"/>
          </ac:spMkLst>
        </pc:spChg>
        <pc:spChg chg="mod">
          <ac:chgData name="Guilherme Micota Stipp" userId="7d8a6ee1e82349c3" providerId="LiveId" clId="{97B2E432-D71D-4CC1-891A-FC57E743E970}" dt="2021-07-18T21:33:04.770" v="209" actId="20577"/>
          <ac:spMkLst>
            <pc:docMk/>
            <pc:sldMk cId="2551466354" sldId="258"/>
            <ac:spMk id="10" creationId="{0DC30F15-2778-418E-A2EF-BEAEC6F95C4E}"/>
          </ac:spMkLst>
        </pc:spChg>
        <pc:picChg chg="add mod">
          <ac:chgData name="Guilherme Micota Stipp" userId="7d8a6ee1e82349c3" providerId="LiveId" clId="{97B2E432-D71D-4CC1-891A-FC57E743E970}" dt="2021-07-19T14:56:36.012" v="254" actId="14100"/>
          <ac:picMkLst>
            <pc:docMk/>
            <pc:sldMk cId="2551466354" sldId="258"/>
            <ac:picMk id="8" creationId="{3B48123D-1A6A-4D7B-B427-37E7BBF4855B}"/>
          </ac:picMkLst>
        </pc:picChg>
        <pc:picChg chg="add del mod">
          <ac:chgData name="Guilherme Micota Stipp" userId="7d8a6ee1e82349c3" providerId="LiveId" clId="{97B2E432-D71D-4CC1-891A-FC57E743E970}" dt="2021-07-18T21:00:58.321" v="149" actId="478"/>
          <ac:picMkLst>
            <pc:docMk/>
            <pc:sldMk cId="2551466354" sldId="258"/>
            <ac:picMk id="8" creationId="{57EB9AC4-8E0E-4F8E-BB66-0C8F55058E31}"/>
          </ac:picMkLst>
        </pc:picChg>
        <pc:picChg chg="del mod">
          <ac:chgData name="Guilherme Micota Stipp" userId="7d8a6ee1e82349c3" providerId="LiveId" clId="{97B2E432-D71D-4CC1-891A-FC57E743E970}" dt="2021-07-18T20:58:04.543" v="1" actId="478"/>
          <ac:picMkLst>
            <pc:docMk/>
            <pc:sldMk cId="2551466354" sldId="258"/>
            <ac:picMk id="11" creationId="{B215E63B-EE9F-4EFC-B815-78A2FF870C02}"/>
          </ac:picMkLst>
        </pc:picChg>
      </pc:sldChg>
      <pc:sldChg chg="del">
        <pc:chgData name="Guilherme Micota Stipp" userId="7d8a6ee1e82349c3" providerId="LiveId" clId="{97B2E432-D71D-4CC1-891A-FC57E743E970}" dt="2021-07-18T20:59:20.066" v="79" actId="47"/>
        <pc:sldMkLst>
          <pc:docMk/>
          <pc:sldMk cId="1759825756" sldId="259"/>
        </pc:sldMkLst>
      </pc:sldChg>
      <pc:sldChg chg="addSp delSp modSp add mod">
        <pc:chgData name="Guilherme Micota Stipp" userId="7d8a6ee1e82349c3" providerId="LiveId" clId="{97B2E432-D71D-4CC1-891A-FC57E743E970}" dt="2021-07-18T21:00:07.875" v="147" actId="14100"/>
        <pc:sldMkLst>
          <pc:docMk/>
          <pc:sldMk cId="1259924771" sldId="299"/>
        </pc:sldMkLst>
        <pc:spChg chg="mod">
          <ac:chgData name="Guilherme Micota Stipp" userId="7d8a6ee1e82349c3" providerId="LiveId" clId="{97B2E432-D71D-4CC1-891A-FC57E743E970}" dt="2021-07-18T20:59:44.190" v="118" actId="20577"/>
          <ac:spMkLst>
            <pc:docMk/>
            <pc:sldMk cId="1259924771" sldId="299"/>
            <ac:spMk id="10" creationId="{0DC30F15-2778-418E-A2EF-BEAEC6F95C4E}"/>
          </ac:spMkLst>
        </pc:spChg>
        <pc:picChg chg="del">
          <ac:chgData name="Guilherme Micota Stipp" userId="7d8a6ee1e82349c3" providerId="LiveId" clId="{97B2E432-D71D-4CC1-891A-FC57E743E970}" dt="2021-07-18T20:59:46.542" v="119" actId="478"/>
          <ac:picMkLst>
            <pc:docMk/>
            <pc:sldMk cId="1259924771" sldId="299"/>
            <ac:picMk id="8" creationId="{57EB9AC4-8E0E-4F8E-BB66-0C8F55058E31}"/>
          </ac:picMkLst>
        </pc:picChg>
        <pc:picChg chg="add mod">
          <ac:chgData name="Guilherme Micota Stipp" userId="7d8a6ee1e82349c3" providerId="LiveId" clId="{97B2E432-D71D-4CC1-891A-FC57E743E970}" dt="2021-07-18T21:00:07.875" v="147" actId="14100"/>
          <ac:picMkLst>
            <pc:docMk/>
            <pc:sldMk cId="1259924771" sldId="299"/>
            <ac:picMk id="11" creationId="{20B90BCF-CD3C-4900-826E-58D5562F58F6}"/>
          </ac:picMkLst>
        </pc:picChg>
      </pc:sldChg>
      <pc:sldChg chg="add">
        <pc:chgData name="Guilherme Micota Stipp" userId="7d8a6ee1e82349c3" providerId="LiveId" clId="{97B2E432-D71D-4CC1-891A-FC57E743E970}" dt="2021-07-18T21:00:55.700" v="148" actId="2890"/>
        <pc:sldMkLst>
          <pc:docMk/>
          <pc:sldMk cId="2321114233" sldId="300"/>
        </pc:sldMkLst>
      </pc:sldChg>
      <pc:sldChg chg="addSp modSp add mod">
        <pc:chgData name="Guilherme Micota Stipp" userId="7d8a6ee1e82349c3" providerId="LiveId" clId="{97B2E432-D71D-4CC1-891A-FC57E743E970}" dt="2021-07-19T14:58:25.944" v="299" actId="14100"/>
        <pc:sldMkLst>
          <pc:docMk/>
          <pc:sldMk cId="3638586378" sldId="301"/>
        </pc:sldMkLst>
        <pc:spChg chg="mod">
          <ac:chgData name="Guilherme Micota Stipp" userId="7d8a6ee1e82349c3" providerId="LiveId" clId="{97B2E432-D71D-4CC1-891A-FC57E743E970}" dt="2021-07-19T14:56:43.897" v="257" actId="20577"/>
          <ac:spMkLst>
            <pc:docMk/>
            <pc:sldMk cId="3638586378" sldId="301"/>
            <ac:spMk id="10" creationId="{0DC30F15-2778-418E-A2EF-BEAEC6F95C4E}"/>
          </ac:spMkLst>
        </pc:spChg>
        <pc:picChg chg="add mod">
          <ac:chgData name="Guilherme Micota Stipp" userId="7d8a6ee1e82349c3" providerId="LiveId" clId="{97B2E432-D71D-4CC1-891A-FC57E743E970}" dt="2021-07-19T14:58:25.944" v="299" actId="14100"/>
          <ac:picMkLst>
            <pc:docMk/>
            <pc:sldMk cId="3638586378" sldId="301"/>
            <ac:picMk id="8" creationId="{8DAEA6F2-155C-4391-AB99-C9B48D69D051}"/>
          </ac:picMkLst>
        </pc:picChg>
      </pc:sldChg>
      <pc:sldChg chg="addSp delSp modSp add mod">
        <pc:chgData name="Guilherme Micota Stipp" userId="7d8a6ee1e82349c3" providerId="LiveId" clId="{97B2E432-D71D-4CC1-891A-FC57E743E970}" dt="2021-07-19T14:59:59.808" v="324" actId="14100"/>
        <pc:sldMkLst>
          <pc:docMk/>
          <pc:sldMk cId="4277908712" sldId="302"/>
        </pc:sldMkLst>
        <pc:spChg chg="mod">
          <ac:chgData name="Guilherme Micota Stipp" userId="7d8a6ee1e82349c3" providerId="LiveId" clId="{97B2E432-D71D-4CC1-891A-FC57E743E970}" dt="2021-07-19T14:58:41.543" v="316" actId="20577"/>
          <ac:spMkLst>
            <pc:docMk/>
            <pc:sldMk cId="4277908712" sldId="302"/>
            <ac:spMk id="10" creationId="{0DC30F15-2778-418E-A2EF-BEAEC6F95C4E}"/>
          </ac:spMkLst>
        </pc:spChg>
        <pc:picChg chg="del">
          <ac:chgData name="Guilherme Micota Stipp" userId="7d8a6ee1e82349c3" providerId="LiveId" clId="{97B2E432-D71D-4CC1-891A-FC57E743E970}" dt="2021-07-19T14:58:43.419" v="317" actId="478"/>
          <ac:picMkLst>
            <pc:docMk/>
            <pc:sldMk cId="4277908712" sldId="302"/>
            <ac:picMk id="8" creationId="{8DAEA6F2-155C-4391-AB99-C9B48D69D051}"/>
          </ac:picMkLst>
        </pc:picChg>
        <pc:picChg chg="add mod">
          <ac:chgData name="Guilherme Micota Stipp" userId="7d8a6ee1e82349c3" providerId="LiveId" clId="{97B2E432-D71D-4CC1-891A-FC57E743E970}" dt="2021-07-19T14:59:59.808" v="324" actId="14100"/>
          <ac:picMkLst>
            <pc:docMk/>
            <pc:sldMk cId="4277908712" sldId="302"/>
            <ac:picMk id="11" creationId="{1704140A-6E49-41D4-8145-274BC2EEF404}"/>
          </ac:picMkLst>
        </pc:picChg>
      </pc:sldChg>
      <pc:sldChg chg="addSp delSp modSp add mod">
        <pc:chgData name="Guilherme Micota Stipp" userId="7d8a6ee1e82349c3" providerId="LiveId" clId="{97B2E432-D71D-4CC1-891A-FC57E743E970}" dt="2021-07-19T18:43:43.180" v="564" actId="20577"/>
        <pc:sldMkLst>
          <pc:docMk/>
          <pc:sldMk cId="3329450168" sldId="303"/>
        </pc:sldMkLst>
        <pc:spChg chg="mod">
          <ac:chgData name="Guilherme Micota Stipp" userId="7d8a6ee1e82349c3" providerId="LiveId" clId="{97B2E432-D71D-4CC1-891A-FC57E743E970}" dt="2021-07-19T17:36:47.875" v="460" actId="20577"/>
          <ac:spMkLst>
            <pc:docMk/>
            <pc:sldMk cId="3329450168" sldId="303"/>
            <ac:spMk id="10" creationId="{0DC30F15-2778-418E-A2EF-BEAEC6F95C4E}"/>
          </ac:spMkLst>
        </pc:spChg>
        <pc:graphicFrameChg chg="add mod modGraphic">
          <ac:chgData name="Guilherme Micota Stipp" userId="7d8a6ee1e82349c3" providerId="LiveId" clId="{97B2E432-D71D-4CC1-891A-FC57E743E970}" dt="2021-07-19T18:43:43.180" v="564" actId="20577"/>
          <ac:graphicFrameMkLst>
            <pc:docMk/>
            <pc:sldMk cId="3329450168" sldId="303"/>
            <ac:graphicFrameMk id="2" creationId="{ACAF9521-9F86-4A52-B4AA-9063EEE6824F}"/>
          </ac:graphicFrameMkLst>
        </pc:graphicFrameChg>
        <pc:picChg chg="del mod">
          <ac:chgData name="Guilherme Micota Stipp" userId="7d8a6ee1e82349c3" providerId="LiveId" clId="{97B2E432-D71D-4CC1-891A-FC57E743E970}" dt="2021-07-19T17:09:24.702" v="327" actId="478"/>
          <ac:picMkLst>
            <pc:docMk/>
            <pc:sldMk cId="3329450168" sldId="303"/>
            <ac:picMk id="11" creationId="{1704140A-6E49-41D4-8145-274BC2EEF404}"/>
          </ac:picMkLst>
        </pc:picChg>
        <pc:picChg chg="add del mod">
          <ac:chgData name="Guilherme Micota Stipp" userId="7d8a6ee1e82349c3" providerId="LiveId" clId="{97B2E432-D71D-4CC1-891A-FC57E743E970}" dt="2021-07-19T17:49:08.021" v="541" actId="478"/>
          <ac:picMkLst>
            <pc:docMk/>
            <pc:sldMk cId="3329450168" sldId="303"/>
            <ac:picMk id="12" creationId="{BB1A816B-0F4A-4318-8ED1-036B4099F54F}"/>
          </ac:picMkLst>
        </pc:picChg>
        <pc:picChg chg="add del mod">
          <ac:chgData name="Guilherme Micota Stipp" userId="7d8a6ee1e82349c3" providerId="LiveId" clId="{97B2E432-D71D-4CC1-891A-FC57E743E970}" dt="2021-07-19T17:51:01.639" v="561" actId="478"/>
          <ac:picMkLst>
            <pc:docMk/>
            <pc:sldMk cId="3329450168" sldId="303"/>
            <ac:picMk id="14" creationId="{41BE8696-E05F-4EA3-9F2B-4BFA75A2343C}"/>
          </ac:picMkLst>
        </pc:picChg>
      </pc:sldChg>
    </pc:docChg>
  </pc:docChgLst>
  <pc:docChgLst>
    <pc:chgData name="Guilherme Micota Stipp" userId="7d8a6ee1e82349c3" providerId="LiveId" clId="{3D5A9367-0D1F-41BB-9D9F-6CD0F9094A7D}"/>
    <pc:docChg chg="custSel addSld modSld">
      <pc:chgData name="Guilherme Micota Stipp" userId="7d8a6ee1e82349c3" providerId="LiveId" clId="{3D5A9367-0D1F-41BB-9D9F-6CD0F9094A7D}" dt="2021-12-13T17:47:15.345" v="20" actId="14100"/>
      <pc:docMkLst>
        <pc:docMk/>
      </pc:docMkLst>
      <pc:sldChg chg="addSp delSp modSp mod">
        <pc:chgData name="Guilherme Micota Stipp" userId="7d8a6ee1e82349c3" providerId="LiveId" clId="{3D5A9367-0D1F-41BB-9D9F-6CD0F9094A7D}" dt="2021-12-13T17:47:15.345" v="20" actId="14100"/>
        <pc:sldMkLst>
          <pc:docMk/>
          <pc:sldMk cId="3535575626" sldId="355"/>
        </pc:sldMkLst>
        <pc:spChg chg="mod">
          <ac:chgData name="Guilherme Micota Stipp" userId="7d8a6ee1e82349c3" providerId="LiveId" clId="{3D5A9367-0D1F-41BB-9D9F-6CD0F9094A7D}" dt="2021-12-13T17:47:07.535" v="10" actId="20577"/>
          <ac:spMkLst>
            <pc:docMk/>
            <pc:sldMk cId="3535575626" sldId="355"/>
            <ac:spMk id="10" creationId="{0DC30F15-2778-418E-A2EF-BEAEC6F95C4E}"/>
          </ac:spMkLst>
        </pc:spChg>
        <pc:picChg chg="add mod">
          <ac:chgData name="Guilherme Micota Stipp" userId="7d8a6ee1e82349c3" providerId="LiveId" clId="{3D5A9367-0D1F-41BB-9D9F-6CD0F9094A7D}" dt="2021-12-13T17:47:15.345" v="20" actId="14100"/>
          <ac:picMkLst>
            <pc:docMk/>
            <pc:sldMk cId="3535575626" sldId="355"/>
            <ac:picMk id="8" creationId="{8488EBD1-8231-4FCF-B00A-3C0B4D90CA1A}"/>
          </ac:picMkLst>
        </pc:picChg>
        <pc:picChg chg="del">
          <ac:chgData name="Guilherme Micota Stipp" userId="7d8a6ee1e82349c3" providerId="LiveId" clId="{3D5A9367-0D1F-41BB-9D9F-6CD0F9094A7D}" dt="2021-12-13T17:47:05.006" v="1" actId="478"/>
          <ac:picMkLst>
            <pc:docMk/>
            <pc:sldMk cId="3535575626" sldId="355"/>
            <ac:picMk id="12" creationId="{4AF0337F-318A-4CD4-B7F2-9BFEBD49DCCD}"/>
          </ac:picMkLst>
        </pc:picChg>
      </pc:sldChg>
      <pc:sldChg chg="add">
        <pc:chgData name="Guilherme Micota Stipp" userId="7d8a6ee1e82349c3" providerId="LiveId" clId="{3D5A9367-0D1F-41BB-9D9F-6CD0F9094A7D}" dt="2021-12-13T17:47:03.070" v="0" actId="2890"/>
        <pc:sldMkLst>
          <pc:docMk/>
          <pc:sldMk cId="2812180357" sldId="364"/>
        </pc:sldMkLst>
      </pc:sldChg>
    </pc:docChg>
  </pc:docChgLst>
  <pc:docChgLst>
    <pc:chgData name="Guilherme Micota Stipp" userId="7d8a6ee1e82349c3" providerId="LiveId" clId="{FDA3FEB3-3A2A-4596-9546-E0B3457EA66F}"/>
    <pc:docChg chg="undo custSel addSld delSld modSld sldOrd">
      <pc:chgData name="Guilherme Micota Stipp" userId="7d8a6ee1e82349c3" providerId="LiveId" clId="{FDA3FEB3-3A2A-4596-9546-E0B3457EA66F}" dt="2022-03-07T18:12:48.700" v="863" actId="20577"/>
      <pc:docMkLst>
        <pc:docMk/>
      </pc:docMkLst>
      <pc:sldChg chg="modSp mod">
        <pc:chgData name="Guilherme Micota Stipp" userId="7d8a6ee1e82349c3" providerId="LiveId" clId="{FDA3FEB3-3A2A-4596-9546-E0B3457EA66F}" dt="2022-03-06T21:45:20.679" v="42" actId="20577"/>
        <pc:sldMkLst>
          <pc:docMk/>
          <pc:sldMk cId="3178680452" sldId="256"/>
        </pc:sldMkLst>
        <pc:spChg chg="mod">
          <ac:chgData name="Guilherme Micota Stipp" userId="7d8a6ee1e82349c3" providerId="LiveId" clId="{FDA3FEB3-3A2A-4596-9546-E0B3457EA66F}" dt="2022-03-06T21:45:20.679" v="42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FDA3FEB3-3A2A-4596-9546-E0B3457EA66F}" dt="2022-03-07T18:12:48.700" v="863" actId="20577"/>
        <pc:sldMkLst>
          <pc:docMk/>
          <pc:sldMk cId="4068793934" sldId="391"/>
        </pc:sldMkLst>
        <pc:spChg chg="mod">
          <ac:chgData name="Guilherme Micota Stipp" userId="7d8a6ee1e82349c3" providerId="LiveId" clId="{FDA3FEB3-3A2A-4596-9546-E0B3457EA66F}" dt="2022-03-07T18:12:48.700" v="863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addSp modSp mod">
        <pc:chgData name="Guilherme Micota Stipp" userId="7d8a6ee1e82349c3" providerId="LiveId" clId="{FDA3FEB3-3A2A-4596-9546-E0B3457EA66F}" dt="2022-03-06T21:45:00.614" v="35" actId="14100"/>
        <pc:sldMkLst>
          <pc:docMk/>
          <pc:sldMk cId="236232426" sldId="399"/>
        </pc:sldMkLst>
        <pc:picChg chg="add mod">
          <ac:chgData name="Guilherme Micota Stipp" userId="7d8a6ee1e82349c3" providerId="LiveId" clId="{FDA3FEB3-3A2A-4596-9546-E0B3457EA66F}" dt="2022-03-06T21:45:00.614" v="35" actId="14100"/>
          <ac:picMkLst>
            <pc:docMk/>
            <pc:sldMk cId="236232426" sldId="399"/>
            <ac:picMk id="8" creationId="{AA8D0CFE-758A-45B7-9FD7-460CD0660B97}"/>
          </ac:picMkLst>
        </pc:picChg>
      </pc:sldChg>
      <pc:sldChg chg="mod ord modShow">
        <pc:chgData name="Guilherme Micota Stipp" userId="7d8a6ee1e82349c3" providerId="LiveId" clId="{FDA3FEB3-3A2A-4596-9546-E0B3457EA66F}" dt="2022-03-07T18:12:29.630" v="862"/>
        <pc:sldMkLst>
          <pc:docMk/>
          <pc:sldMk cId="2953335727" sldId="400"/>
        </pc:sldMkLst>
      </pc:sldChg>
      <pc:sldChg chg="ord">
        <pc:chgData name="Guilherme Micota Stipp" userId="7d8a6ee1e82349c3" providerId="LiveId" clId="{FDA3FEB3-3A2A-4596-9546-E0B3457EA66F}" dt="2022-03-07T18:11:43.986" v="854"/>
        <pc:sldMkLst>
          <pc:docMk/>
          <pc:sldMk cId="1377187411" sldId="401"/>
        </pc:sldMkLst>
      </pc:sldChg>
      <pc:sldChg chg="mod ord modShow">
        <pc:chgData name="Guilherme Micota Stipp" userId="7d8a6ee1e82349c3" providerId="LiveId" clId="{FDA3FEB3-3A2A-4596-9546-E0B3457EA66F}" dt="2022-03-07T18:12:29.630" v="862"/>
        <pc:sldMkLst>
          <pc:docMk/>
          <pc:sldMk cId="213482182" sldId="402"/>
        </pc:sldMkLst>
      </pc:sldChg>
      <pc:sldChg chg="ord">
        <pc:chgData name="Guilherme Micota Stipp" userId="7d8a6ee1e82349c3" providerId="LiveId" clId="{FDA3FEB3-3A2A-4596-9546-E0B3457EA66F}" dt="2022-03-07T18:12:02.786" v="859"/>
        <pc:sldMkLst>
          <pc:docMk/>
          <pc:sldMk cId="2055683902" sldId="403"/>
        </pc:sldMkLst>
      </pc:sldChg>
      <pc:sldChg chg="addSp delSp modSp mod">
        <pc:chgData name="Guilherme Micota Stipp" userId="7d8a6ee1e82349c3" providerId="LiveId" clId="{FDA3FEB3-3A2A-4596-9546-E0B3457EA66F}" dt="2022-03-06T22:21:08.642" v="231" actId="20577"/>
        <pc:sldMkLst>
          <pc:docMk/>
          <pc:sldMk cId="419424506" sldId="404"/>
        </pc:sldMkLst>
        <pc:spChg chg="mod">
          <ac:chgData name="Guilherme Micota Stipp" userId="7d8a6ee1e82349c3" providerId="LiveId" clId="{FDA3FEB3-3A2A-4596-9546-E0B3457EA66F}" dt="2022-03-06T22:21:08.642" v="231" actId="20577"/>
          <ac:spMkLst>
            <pc:docMk/>
            <pc:sldMk cId="419424506" sldId="404"/>
            <ac:spMk id="10" creationId="{0DC30F15-2778-418E-A2EF-BEAEC6F95C4E}"/>
          </ac:spMkLst>
        </pc:spChg>
        <pc:picChg chg="add del mod">
          <ac:chgData name="Guilherme Micota Stipp" userId="7d8a6ee1e82349c3" providerId="LiveId" clId="{FDA3FEB3-3A2A-4596-9546-E0B3457EA66F}" dt="2022-03-06T22:19:37.749" v="158" actId="478"/>
          <ac:picMkLst>
            <pc:docMk/>
            <pc:sldMk cId="419424506" sldId="404"/>
            <ac:picMk id="8" creationId="{93C444E5-2C50-4F96-99CA-20C3CD555212}"/>
          </ac:picMkLst>
        </pc:picChg>
        <pc:picChg chg="add mod">
          <ac:chgData name="Guilherme Micota Stipp" userId="7d8a6ee1e82349c3" providerId="LiveId" clId="{FDA3FEB3-3A2A-4596-9546-E0B3457EA66F}" dt="2022-03-06T22:19:46.029" v="198" actId="14100"/>
          <ac:picMkLst>
            <pc:docMk/>
            <pc:sldMk cId="419424506" sldId="404"/>
            <ac:picMk id="12" creationId="{CDBAF5FC-4542-4659-90A9-2E8558128A88}"/>
          </ac:picMkLst>
        </pc:picChg>
        <pc:picChg chg="del">
          <ac:chgData name="Guilherme Micota Stipp" userId="7d8a6ee1e82349c3" providerId="LiveId" clId="{FDA3FEB3-3A2A-4596-9546-E0B3457EA66F}" dt="2022-03-06T21:46:09.861" v="98" actId="478"/>
          <ac:picMkLst>
            <pc:docMk/>
            <pc:sldMk cId="419424506" sldId="404"/>
            <ac:picMk id="13" creationId="{EC7A96C8-97E3-4EB1-BC9F-0C11BA695417}"/>
          </ac:picMkLst>
        </pc:picChg>
      </pc:sldChg>
      <pc:sldChg chg="addSp delSp modSp mod ord">
        <pc:chgData name="Guilherme Micota Stipp" userId="7d8a6ee1e82349c3" providerId="LiveId" clId="{FDA3FEB3-3A2A-4596-9546-E0B3457EA66F}" dt="2022-03-07T18:12:02.786" v="859"/>
        <pc:sldMkLst>
          <pc:docMk/>
          <pc:sldMk cId="257289335" sldId="406"/>
        </pc:sldMkLst>
        <pc:picChg chg="del">
          <ac:chgData name="Guilherme Micota Stipp" userId="7d8a6ee1e82349c3" providerId="LiveId" clId="{FDA3FEB3-3A2A-4596-9546-E0B3457EA66F}" dt="2022-03-06T23:37:24.674" v="324" actId="478"/>
          <ac:picMkLst>
            <pc:docMk/>
            <pc:sldMk cId="257289335" sldId="406"/>
            <ac:picMk id="8" creationId="{6A24C662-6650-4E3E-A79B-2B43C39604CF}"/>
          </ac:picMkLst>
        </pc:picChg>
        <pc:picChg chg="add mod">
          <ac:chgData name="Guilherme Micota Stipp" userId="7d8a6ee1e82349c3" providerId="LiveId" clId="{FDA3FEB3-3A2A-4596-9546-E0B3457EA66F}" dt="2022-03-06T23:37:36.048" v="361" actId="14100"/>
          <ac:picMkLst>
            <pc:docMk/>
            <pc:sldMk cId="257289335" sldId="406"/>
            <ac:picMk id="11" creationId="{A40F4024-3FBD-40FF-A7AA-A51FBC926981}"/>
          </ac:picMkLst>
        </pc:picChg>
      </pc:sldChg>
      <pc:sldChg chg="addSp modSp mod">
        <pc:chgData name="Guilherme Micota Stipp" userId="7d8a6ee1e82349c3" providerId="LiveId" clId="{FDA3FEB3-3A2A-4596-9546-E0B3457EA66F}" dt="2022-03-06T23:14:10.462" v="323" actId="14100"/>
        <pc:sldMkLst>
          <pc:docMk/>
          <pc:sldMk cId="1189271507" sldId="409"/>
        </pc:sldMkLst>
        <pc:picChg chg="add mod">
          <ac:chgData name="Guilherme Micota Stipp" userId="7d8a6ee1e82349c3" providerId="LiveId" clId="{FDA3FEB3-3A2A-4596-9546-E0B3457EA66F}" dt="2022-03-06T23:14:10.462" v="323" actId="14100"/>
          <ac:picMkLst>
            <pc:docMk/>
            <pc:sldMk cId="1189271507" sldId="409"/>
            <ac:picMk id="8" creationId="{10028091-D9E7-47A5-A22F-16DFC709E80B}"/>
          </ac:picMkLst>
        </pc:picChg>
      </pc:sldChg>
      <pc:sldChg chg="add del">
        <pc:chgData name="Guilherme Micota Stipp" userId="7d8a6ee1e82349c3" providerId="LiveId" clId="{FDA3FEB3-3A2A-4596-9546-E0B3457EA66F}" dt="2022-03-06T23:13:51.153" v="282" actId="47"/>
        <pc:sldMkLst>
          <pc:docMk/>
          <pc:sldMk cId="2881904045" sldId="410"/>
        </pc:sldMkLst>
      </pc:sldChg>
      <pc:sldChg chg="add ord">
        <pc:chgData name="Guilherme Micota Stipp" userId="7d8a6ee1e82349c3" providerId="LiveId" clId="{FDA3FEB3-3A2A-4596-9546-E0B3457EA66F}" dt="2022-03-07T18:11:01.801" v="852"/>
        <pc:sldMkLst>
          <pc:docMk/>
          <pc:sldMk cId="4187036957" sldId="411"/>
        </pc:sldMkLst>
      </pc:sldChg>
      <pc:sldChg chg="addSp delSp modSp add mod">
        <pc:chgData name="Guilherme Micota Stipp" userId="7d8a6ee1e82349c3" providerId="LiveId" clId="{FDA3FEB3-3A2A-4596-9546-E0B3457EA66F}" dt="2022-03-06T22:53:13.402" v="281" actId="14100"/>
        <pc:sldMkLst>
          <pc:docMk/>
          <pc:sldMk cId="3127000589" sldId="412"/>
        </pc:sldMkLst>
        <pc:spChg chg="mod">
          <ac:chgData name="Guilherme Micota Stipp" userId="7d8a6ee1e82349c3" providerId="LiveId" clId="{FDA3FEB3-3A2A-4596-9546-E0B3457EA66F}" dt="2022-03-06T22:21:16.266" v="242" actId="20577"/>
          <ac:spMkLst>
            <pc:docMk/>
            <pc:sldMk cId="3127000589" sldId="412"/>
            <ac:spMk id="10" creationId="{0DC30F15-2778-418E-A2EF-BEAEC6F95C4E}"/>
          </ac:spMkLst>
        </pc:spChg>
        <pc:picChg chg="add mod">
          <ac:chgData name="Guilherme Micota Stipp" userId="7d8a6ee1e82349c3" providerId="LiveId" clId="{FDA3FEB3-3A2A-4596-9546-E0B3457EA66F}" dt="2022-03-06T22:53:13.402" v="281" actId="14100"/>
          <ac:picMkLst>
            <pc:docMk/>
            <pc:sldMk cId="3127000589" sldId="412"/>
            <ac:picMk id="8" creationId="{F9B0480F-9E44-470C-A848-6F8D57648EE9}"/>
          </ac:picMkLst>
        </pc:picChg>
        <pc:picChg chg="del mod">
          <ac:chgData name="Guilherme Micota Stipp" userId="7d8a6ee1e82349c3" providerId="LiveId" clId="{FDA3FEB3-3A2A-4596-9546-E0B3457EA66F}" dt="2022-03-06T22:21:18.125" v="244" actId="478"/>
          <ac:picMkLst>
            <pc:docMk/>
            <pc:sldMk cId="3127000589" sldId="412"/>
            <ac:picMk id="12" creationId="{CDBAF5FC-4542-4659-90A9-2E8558128A88}"/>
          </ac:picMkLst>
        </pc:picChg>
      </pc:sldChg>
      <pc:sldChg chg="addSp delSp modSp add mod ord">
        <pc:chgData name="Guilherme Micota Stipp" userId="7d8a6ee1e82349c3" providerId="LiveId" clId="{FDA3FEB3-3A2A-4596-9546-E0B3457EA66F}" dt="2022-03-07T02:27:06.180" v="850"/>
        <pc:sldMkLst>
          <pc:docMk/>
          <pc:sldMk cId="3694425836" sldId="413"/>
        </pc:sldMkLst>
        <pc:spChg chg="mod">
          <ac:chgData name="Guilherme Micota Stipp" userId="7d8a6ee1e82349c3" providerId="LiveId" clId="{FDA3FEB3-3A2A-4596-9546-E0B3457EA66F}" dt="2022-03-07T02:04:58.215" v="384" actId="20577"/>
          <ac:spMkLst>
            <pc:docMk/>
            <pc:sldMk cId="3694425836" sldId="413"/>
            <ac:spMk id="10" creationId="{0DC30F15-2778-418E-A2EF-BEAEC6F95C4E}"/>
          </ac:spMkLst>
        </pc:spChg>
        <pc:graphicFrameChg chg="add del mod">
          <ac:chgData name="Guilherme Micota Stipp" userId="7d8a6ee1e82349c3" providerId="LiveId" clId="{FDA3FEB3-3A2A-4596-9546-E0B3457EA66F}" dt="2022-03-07T02:05:51.095" v="388"/>
          <ac:graphicFrameMkLst>
            <pc:docMk/>
            <pc:sldMk cId="3694425836" sldId="413"/>
            <ac:graphicFrameMk id="2" creationId="{F0B7DE03-E814-4246-8477-7906C761050D}"/>
          </ac:graphicFrameMkLst>
        </pc:graphicFrameChg>
        <pc:graphicFrameChg chg="add del mod modGraphic">
          <ac:chgData name="Guilherme Micota Stipp" userId="7d8a6ee1e82349c3" providerId="LiveId" clId="{FDA3FEB3-3A2A-4596-9546-E0B3457EA66F}" dt="2022-03-07T02:16:29.355" v="426" actId="478"/>
          <ac:graphicFrameMkLst>
            <pc:docMk/>
            <pc:sldMk cId="3694425836" sldId="413"/>
            <ac:graphicFrameMk id="8" creationId="{3F9E2369-A437-48E7-A520-15DB258A9A9D}"/>
          </ac:graphicFrameMkLst>
        </pc:graphicFrameChg>
        <pc:graphicFrameChg chg="add del mod">
          <ac:chgData name="Guilherme Micota Stipp" userId="7d8a6ee1e82349c3" providerId="LiveId" clId="{FDA3FEB3-3A2A-4596-9546-E0B3457EA66F}" dt="2022-03-07T02:16:35.276" v="430"/>
          <ac:graphicFrameMkLst>
            <pc:docMk/>
            <pc:sldMk cId="3694425836" sldId="413"/>
            <ac:graphicFrameMk id="12" creationId="{38F50AEE-7210-4114-A3AF-20FE23ADB262}"/>
          </ac:graphicFrameMkLst>
        </pc:graphicFrameChg>
        <pc:graphicFrameChg chg="add mod modGraphic">
          <ac:chgData name="Guilherme Micota Stipp" userId="7d8a6ee1e82349c3" providerId="LiveId" clId="{FDA3FEB3-3A2A-4596-9546-E0B3457EA66F}" dt="2022-03-07T02:26:47.136" v="848" actId="20577"/>
          <ac:graphicFrameMkLst>
            <pc:docMk/>
            <pc:sldMk cId="3694425836" sldId="413"/>
            <ac:graphicFrameMk id="13" creationId="{8A834951-67F5-42DC-84AF-02757D6440BC}"/>
          </ac:graphicFrameMkLst>
        </pc:graphicFrameChg>
        <pc:picChg chg="del">
          <ac:chgData name="Guilherme Micota Stipp" userId="7d8a6ee1e82349c3" providerId="LiveId" clId="{FDA3FEB3-3A2A-4596-9546-E0B3457EA66F}" dt="2022-03-07T02:04:49.888" v="363" actId="478"/>
          <ac:picMkLst>
            <pc:docMk/>
            <pc:sldMk cId="3694425836" sldId="413"/>
            <ac:picMk id="11" creationId="{A40F4024-3FBD-40FF-A7AA-A51FBC926981}"/>
          </ac:picMkLst>
        </pc:picChg>
      </pc:sldChg>
    </pc:docChg>
  </pc:docChgLst>
  <pc:docChgLst>
    <pc:chgData name="Guilherme Micota Stipp" userId="7d8a6ee1e82349c3" providerId="LiveId" clId="{B032950E-818E-4D85-9A81-3E25277511AD}"/>
    <pc:docChg chg="custSel addSld delSld modSld sldOrd">
      <pc:chgData name="Guilherme Micota Stipp" userId="7d8a6ee1e82349c3" providerId="LiveId" clId="{B032950E-818E-4D85-9A81-3E25277511AD}" dt="2022-03-14T17:53:49.275" v="842"/>
      <pc:docMkLst>
        <pc:docMk/>
      </pc:docMkLst>
      <pc:sldChg chg="modSp mod">
        <pc:chgData name="Guilherme Micota Stipp" userId="7d8a6ee1e82349c3" providerId="LiveId" clId="{B032950E-818E-4D85-9A81-3E25277511AD}" dt="2022-03-13T23:34:44.878" v="349" actId="20577"/>
        <pc:sldMkLst>
          <pc:docMk/>
          <pc:sldMk cId="3178680452" sldId="256"/>
        </pc:sldMkLst>
        <pc:spChg chg="mod">
          <ac:chgData name="Guilherme Micota Stipp" userId="7d8a6ee1e82349c3" providerId="LiveId" clId="{B032950E-818E-4D85-9A81-3E25277511AD}" dt="2022-03-13T23:34:44.878" v="349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B032950E-818E-4D85-9A81-3E25277511AD}" dt="2022-03-13T23:34:51.965" v="354" actId="20577"/>
        <pc:sldMkLst>
          <pc:docMk/>
          <pc:sldMk cId="4068793934" sldId="391"/>
        </pc:sldMkLst>
        <pc:spChg chg="mod">
          <ac:chgData name="Guilherme Micota Stipp" userId="7d8a6ee1e82349c3" providerId="LiveId" clId="{B032950E-818E-4D85-9A81-3E25277511AD}" dt="2022-03-13T23:34:51.965" v="354" actId="20577"/>
          <ac:spMkLst>
            <pc:docMk/>
            <pc:sldMk cId="4068793934" sldId="391"/>
            <ac:spMk id="4" creationId="{2A67854E-8517-42A3-8969-210A77F2C314}"/>
          </ac:spMkLst>
        </pc:spChg>
        <pc:spChg chg="mod">
          <ac:chgData name="Guilherme Micota Stipp" userId="7d8a6ee1e82349c3" providerId="LiveId" clId="{B032950E-818E-4D85-9A81-3E25277511AD}" dt="2022-03-13T20:55:08.067" v="149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del">
        <pc:chgData name="Guilherme Micota Stipp" userId="7d8a6ee1e82349c3" providerId="LiveId" clId="{B032950E-818E-4D85-9A81-3E25277511AD}" dt="2022-03-13T20:55:40.356" v="177" actId="47"/>
        <pc:sldMkLst>
          <pc:docMk/>
          <pc:sldMk cId="236232426" sldId="399"/>
        </pc:sldMkLst>
      </pc:sldChg>
      <pc:sldChg chg="addSp delSp modSp mod ord modShow">
        <pc:chgData name="Guilherme Micota Stipp" userId="7d8a6ee1e82349c3" providerId="LiveId" clId="{B032950E-818E-4D85-9A81-3E25277511AD}" dt="2022-03-13T23:35:06.855" v="357"/>
        <pc:sldMkLst>
          <pc:docMk/>
          <pc:sldMk cId="2953335727" sldId="400"/>
        </pc:sldMkLst>
        <pc:spChg chg="mod">
          <ac:chgData name="Guilherme Micota Stipp" userId="7d8a6ee1e82349c3" providerId="LiveId" clId="{B032950E-818E-4D85-9A81-3E25277511AD}" dt="2022-03-13T23:35:06.855" v="357"/>
          <ac:spMkLst>
            <pc:docMk/>
            <pc:sldMk cId="2953335727" sldId="400"/>
            <ac:spMk id="4" creationId="{2A67854E-8517-42A3-8969-210A77F2C314}"/>
          </ac:spMkLst>
        </pc:spChg>
        <pc:picChg chg="add del mod">
          <ac:chgData name="Guilherme Micota Stipp" userId="7d8a6ee1e82349c3" providerId="LiveId" clId="{B032950E-818E-4D85-9A81-3E25277511AD}" dt="2022-03-13T23:26:57.504" v="298" actId="478"/>
          <ac:picMkLst>
            <pc:docMk/>
            <pc:sldMk cId="2953335727" sldId="400"/>
            <ac:picMk id="8" creationId="{D0875B1D-8315-4494-926F-43482504C612}"/>
          </ac:picMkLst>
        </pc:picChg>
        <pc:picChg chg="add mod">
          <ac:chgData name="Guilherme Micota Stipp" userId="7d8a6ee1e82349c3" providerId="LiveId" clId="{B032950E-818E-4D85-9A81-3E25277511AD}" dt="2022-03-13T23:34:17.304" v="345" actId="14100"/>
          <ac:picMkLst>
            <pc:docMk/>
            <pc:sldMk cId="2953335727" sldId="400"/>
            <ac:picMk id="12" creationId="{CE959ED3-9F03-4EE1-AACD-53D1D1DE811A}"/>
          </ac:picMkLst>
        </pc:picChg>
        <pc:picChg chg="del">
          <ac:chgData name="Guilherme Micota Stipp" userId="7d8a6ee1e82349c3" providerId="LiveId" clId="{B032950E-818E-4D85-9A81-3E25277511AD}" dt="2022-03-13T23:26:39.087" v="273" actId="478"/>
          <ac:picMkLst>
            <pc:docMk/>
            <pc:sldMk cId="2953335727" sldId="400"/>
            <ac:picMk id="13" creationId="{09A736EC-1107-483B-9400-3BA89AD28267}"/>
          </ac:picMkLst>
        </pc:picChg>
      </pc:sldChg>
      <pc:sldChg chg="del">
        <pc:chgData name="Guilherme Micota Stipp" userId="7d8a6ee1e82349c3" providerId="LiveId" clId="{B032950E-818E-4D85-9A81-3E25277511AD}" dt="2022-03-13T20:55:36.975" v="173" actId="47"/>
        <pc:sldMkLst>
          <pc:docMk/>
          <pc:sldMk cId="1377187411" sldId="401"/>
        </pc:sldMkLst>
      </pc:sldChg>
      <pc:sldChg chg="del">
        <pc:chgData name="Guilherme Micota Stipp" userId="7d8a6ee1e82349c3" providerId="LiveId" clId="{B032950E-818E-4D85-9A81-3E25277511AD}" dt="2022-03-13T20:55:51.073" v="180" actId="47"/>
        <pc:sldMkLst>
          <pc:docMk/>
          <pc:sldMk cId="213482182" sldId="402"/>
        </pc:sldMkLst>
      </pc:sldChg>
      <pc:sldChg chg="del">
        <pc:chgData name="Guilherme Micota Stipp" userId="7d8a6ee1e82349c3" providerId="LiveId" clId="{B032950E-818E-4D85-9A81-3E25277511AD}" dt="2022-03-13T20:55:37.577" v="174" actId="47"/>
        <pc:sldMkLst>
          <pc:docMk/>
          <pc:sldMk cId="2055683902" sldId="403"/>
        </pc:sldMkLst>
      </pc:sldChg>
      <pc:sldChg chg="addSp delSp modSp mod">
        <pc:chgData name="Guilherme Micota Stipp" userId="7d8a6ee1e82349c3" providerId="LiveId" clId="{B032950E-818E-4D85-9A81-3E25277511AD}" dt="2022-03-13T23:34:58.703" v="355"/>
        <pc:sldMkLst>
          <pc:docMk/>
          <pc:sldMk cId="419424506" sldId="404"/>
        </pc:sldMkLst>
        <pc:spChg chg="mod">
          <ac:chgData name="Guilherme Micota Stipp" userId="7d8a6ee1e82349c3" providerId="LiveId" clId="{B032950E-818E-4D85-9A81-3E25277511AD}" dt="2022-03-13T23:34:58.703" v="355"/>
          <ac:spMkLst>
            <pc:docMk/>
            <pc:sldMk cId="419424506" sldId="404"/>
            <ac:spMk id="4" creationId="{2A67854E-8517-42A3-8969-210A77F2C314}"/>
          </ac:spMkLst>
        </pc:spChg>
        <pc:spChg chg="mod">
          <ac:chgData name="Guilherme Micota Stipp" userId="7d8a6ee1e82349c3" providerId="LiveId" clId="{B032950E-818E-4D85-9A81-3E25277511AD}" dt="2022-03-13T20:55:24.415" v="167" actId="20577"/>
          <ac:spMkLst>
            <pc:docMk/>
            <pc:sldMk cId="419424506" sldId="404"/>
            <ac:spMk id="10" creationId="{0DC30F15-2778-418E-A2EF-BEAEC6F95C4E}"/>
          </ac:spMkLst>
        </pc:spChg>
        <pc:picChg chg="add mod">
          <ac:chgData name="Guilherme Micota Stipp" userId="7d8a6ee1e82349c3" providerId="LiveId" clId="{B032950E-818E-4D85-9A81-3E25277511AD}" dt="2022-03-13T23:04:51.351" v="229" actId="14100"/>
          <ac:picMkLst>
            <pc:docMk/>
            <pc:sldMk cId="419424506" sldId="404"/>
            <ac:picMk id="8" creationId="{C69746DA-E329-4C1F-AF20-2EFF533A0C66}"/>
          </ac:picMkLst>
        </pc:picChg>
        <pc:picChg chg="del mod">
          <ac:chgData name="Guilherme Micota Stipp" userId="7d8a6ee1e82349c3" providerId="LiveId" clId="{B032950E-818E-4D85-9A81-3E25277511AD}" dt="2022-03-13T20:55:26.267" v="169" actId="478"/>
          <ac:picMkLst>
            <pc:docMk/>
            <pc:sldMk cId="419424506" sldId="404"/>
            <ac:picMk id="12" creationId="{CDBAF5FC-4542-4659-90A9-2E8558128A88}"/>
          </ac:picMkLst>
        </pc:picChg>
      </pc:sldChg>
      <pc:sldChg chg="del">
        <pc:chgData name="Guilherme Micota Stipp" userId="7d8a6ee1e82349c3" providerId="LiveId" clId="{B032950E-818E-4D85-9A81-3E25277511AD}" dt="2022-03-13T20:55:35.612" v="172" actId="47"/>
        <pc:sldMkLst>
          <pc:docMk/>
          <pc:sldMk cId="2850634303" sldId="405"/>
        </pc:sldMkLst>
      </pc:sldChg>
      <pc:sldChg chg="del">
        <pc:chgData name="Guilherme Micota Stipp" userId="7d8a6ee1e82349c3" providerId="LiveId" clId="{B032950E-818E-4D85-9A81-3E25277511AD}" dt="2022-03-13T20:55:38.204" v="175" actId="47"/>
        <pc:sldMkLst>
          <pc:docMk/>
          <pc:sldMk cId="257289335" sldId="406"/>
        </pc:sldMkLst>
      </pc:sldChg>
      <pc:sldChg chg="addSp delSp modSp mod ord">
        <pc:chgData name="Guilherme Micota Stipp" userId="7d8a6ee1e82349c3" providerId="LiveId" clId="{B032950E-818E-4D85-9A81-3E25277511AD}" dt="2022-03-14T14:16:00.601" v="838"/>
        <pc:sldMkLst>
          <pc:docMk/>
          <pc:sldMk cId="2344046376" sldId="407"/>
        </pc:sldMkLst>
        <pc:spChg chg="mod">
          <ac:chgData name="Guilherme Micota Stipp" userId="7d8a6ee1e82349c3" providerId="LiveId" clId="{B032950E-818E-4D85-9A81-3E25277511AD}" dt="2022-03-13T23:35:10.473" v="358"/>
          <ac:spMkLst>
            <pc:docMk/>
            <pc:sldMk cId="2344046376" sldId="407"/>
            <ac:spMk id="4" creationId="{2A67854E-8517-42A3-8969-210A77F2C314}"/>
          </ac:spMkLst>
        </pc:spChg>
        <pc:picChg chg="del">
          <ac:chgData name="Guilherme Micota Stipp" userId="7d8a6ee1e82349c3" providerId="LiveId" clId="{B032950E-818E-4D85-9A81-3E25277511AD}" dt="2022-03-13T23:37:03.997" v="359" actId="478"/>
          <ac:picMkLst>
            <pc:docMk/>
            <pc:sldMk cId="2344046376" sldId="407"/>
            <ac:picMk id="8" creationId="{1ABCB43D-7093-4288-B395-854B5B49E5D7}"/>
          </ac:picMkLst>
        </pc:picChg>
        <pc:picChg chg="add mod">
          <ac:chgData name="Guilherme Micota Stipp" userId="7d8a6ee1e82349c3" providerId="LiveId" clId="{B032950E-818E-4D85-9A81-3E25277511AD}" dt="2022-03-13T23:37:14.372" v="401" actId="14100"/>
          <ac:picMkLst>
            <pc:docMk/>
            <pc:sldMk cId="2344046376" sldId="407"/>
            <ac:picMk id="11" creationId="{ACECDD7C-710C-4D78-8D0E-E0E464FD8F11}"/>
          </ac:picMkLst>
        </pc:picChg>
      </pc:sldChg>
      <pc:sldChg chg="addSp delSp modSp mod">
        <pc:chgData name="Guilherme Micota Stipp" userId="7d8a6ee1e82349c3" providerId="LiveId" clId="{B032950E-818E-4D85-9A81-3E25277511AD}" dt="2022-03-14T12:59:24.495" v="737" actId="14100"/>
        <pc:sldMkLst>
          <pc:docMk/>
          <pc:sldMk cId="3328700761" sldId="408"/>
        </pc:sldMkLst>
        <pc:spChg chg="mod">
          <ac:chgData name="Guilherme Micota Stipp" userId="7d8a6ee1e82349c3" providerId="LiveId" clId="{B032950E-818E-4D85-9A81-3E25277511AD}" dt="2022-03-13T23:35:01.742" v="356"/>
          <ac:spMkLst>
            <pc:docMk/>
            <pc:sldMk cId="3328700761" sldId="408"/>
            <ac:spMk id="4" creationId="{2A67854E-8517-42A3-8969-210A77F2C314}"/>
          </ac:spMkLst>
        </pc:spChg>
        <pc:picChg chg="add del mod">
          <ac:chgData name="Guilherme Micota Stipp" userId="7d8a6ee1e82349c3" providerId="LiveId" clId="{B032950E-818E-4D85-9A81-3E25277511AD}" dt="2022-03-14T12:58:57.997" v="667" actId="478"/>
          <ac:picMkLst>
            <pc:docMk/>
            <pc:sldMk cId="3328700761" sldId="408"/>
            <ac:picMk id="8" creationId="{22B68EB2-886E-4874-BE8B-4F42B76840B1}"/>
          </ac:picMkLst>
        </pc:picChg>
        <pc:picChg chg="add del mod">
          <ac:chgData name="Guilherme Micota Stipp" userId="7d8a6ee1e82349c3" providerId="LiveId" clId="{B032950E-818E-4D85-9A81-3E25277511AD}" dt="2022-03-14T12:59:04.467" v="698" actId="478"/>
          <ac:picMkLst>
            <pc:docMk/>
            <pc:sldMk cId="3328700761" sldId="408"/>
            <ac:picMk id="11" creationId="{E1290CAF-414C-4E42-87A0-FB4453C3089B}"/>
          </ac:picMkLst>
        </pc:picChg>
        <pc:picChg chg="add mod">
          <ac:chgData name="Guilherme Micota Stipp" userId="7d8a6ee1e82349c3" providerId="LiveId" clId="{B032950E-818E-4D85-9A81-3E25277511AD}" dt="2022-03-14T12:59:24.495" v="737" actId="14100"/>
          <ac:picMkLst>
            <pc:docMk/>
            <pc:sldMk cId="3328700761" sldId="408"/>
            <ac:picMk id="13" creationId="{889B44E7-ED90-47EF-8539-01D8880C1DC8}"/>
          </ac:picMkLst>
        </pc:picChg>
        <pc:picChg chg="del">
          <ac:chgData name="Guilherme Micota Stipp" userId="7d8a6ee1e82349c3" providerId="LiveId" clId="{B032950E-818E-4D85-9A81-3E25277511AD}" dt="2022-03-13T23:04:57.783" v="230" actId="478"/>
          <ac:picMkLst>
            <pc:docMk/>
            <pc:sldMk cId="3328700761" sldId="408"/>
            <ac:picMk id="14" creationId="{B8D6FB4C-7A8D-4CB0-A3BE-8B0DB208DC70}"/>
          </ac:picMkLst>
        </pc:picChg>
      </pc:sldChg>
      <pc:sldChg chg="del">
        <pc:chgData name="Guilherme Micota Stipp" userId="7d8a6ee1e82349c3" providerId="LiveId" clId="{B032950E-818E-4D85-9A81-3E25277511AD}" dt="2022-03-13T20:55:40.936" v="178" actId="47"/>
        <pc:sldMkLst>
          <pc:docMk/>
          <pc:sldMk cId="1189271507" sldId="409"/>
        </pc:sldMkLst>
      </pc:sldChg>
      <pc:sldChg chg="addSp delSp modSp add mod ord">
        <pc:chgData name="Guilherme Micota Stipp" userId="7d8a6ee1e82349c3" providerId="LiveId" clId="{B032950E-818E-4D85-9A81-3E25277511AD}" dt="2022-03-14T17:53:49.275" v="842"/>
        <pc:sldMkLst>
          <pc:docMk/>
          <pc:sldMk cId="3690287305" sldId="409"/>
        </pc:sldMkLst>
        <pc:picChg chg="add mod">
          <ac:chgData name="Guilherme Micota Stipp" userId="7d8a6ee1e82349c3" providerId="LiveId" clId="{B032950E-818E-4D85-9A81-3E25277511AD}" dt="2022-03-13T23:39:58.468" v="446" actId="14100"/>
          <ac:picMkLst>
            <pc:docMk/>
            <pc:sldMk cId="3690287305" sldId="409"/>
            <ac:picMk id="8" creationId="{F2E345F6-4E3B-4351-A1D4-1E265DE727E5}"/>
          </ac:picMkLst>
        </pc:picChg>
        <pc:picChg chg="del">
          <ac:chgData name="Guilherme Micota Stipp" userId="7d8a6ee1e82349c3" providerId="LiveId" clId="{B032950E-818E-4D85-9A81-3E25277511AD}" dt="2022-03-13T23:37:17.468" v="403" actId="478"/>
          <ac:picMkLst>
            <pc:docMk/>
            <pc:sldMk cId="3690287305" sldId="409"/>
            <ac:picMk id="11" creationId="{ACECDD7C-710C-4D78-8D0E-E0E464FD8F11}"/>
          </ac:picMkLst>
        </pc:picChg>
      </pc:sldChg>
      <pc:sldChg chg="addSp delSp modSp add mod">
        <pc:chgData name="Guilherme Micota Stipp" userId="7d8a6ee1e82349c3" providerId="LiveId" clId="{B032950E-818E-4D85-9A81-3E25277511AD}" dt="2022-03-14T00:05:59.782" v="487" actId="14100"/>
        <pc:sldMkLst>
          <pc:docMk/>
          <pc:sldMk cId="2423635845" sldId="410"/>
        </pc:sldMkLst>
        <pc:picChg chg="del">
          <ac:chgData name="Guilherme Micota Stipp" userId="7d8a6ee1e82349c3" providerId="LiveId" clId="{B032950E-818E-4D85-9A81-3E25277511AD}" dt="2022-03-14T00:05:50.535" v="448" actId="478"/>
          <ac:picMkLst>
            <pc:docMk/>
            <pc:sldMk cId="2423635845" sldId="410"/>
            <ac:picMk id="8" creationId="{F2E345F6-4E3B-4351-A1D4-1E265DE727E5}"/>
          </ac:picMkLst>
        </pc:picChg>
        <pc:picChg chg="add mod">
          <ac:chgData name="Guilherme Micota Stipp" userId="7d8a6ee1e82349c3" providerId="LiveId" clId="{B032950E-818E-4D85-9A81-3E25277511AD}" dt="2022-03-14T00:05:59.782" v="487" actId="14100"/>
          <ac:picMkLst>
            <pc:docMk/>
            <pc:sldMk cId="2423635845" sldId="410"/>
            <ac:picMk id="11" creationId="{BD7C0487-E552-4945-A9EE-0FC624156844}"/>
          </ac:picMkLst>
        </pc:picChg>
      </pc:sldChg>
      <pc:sldChg chg="addSp delSp modSp add mod">
        <pc:chgData name="Guilherme Micota Stipp" userId="7d8a6ee1e82349c3" providerId="LiveId" clId="{B032950E-818E-4D85-9A81-3E25277511AD}" dt="2022-03-14T12:33:36.951" v="531" actId="14100"/>
        <pc:sldMkLst>
          <pc:docMk/>
          <pc:sldMk cId="264724510" sldId="411"/>
        </pc:sldMkLst>
        <pc:picChg chg="add mod">
          <ac:chgData name="Guilherme Micota Stipp" userId="7d8a6ee1e82349c3" providerId="LiveId" clId="{B032950E-818E-4D85-9A81-3E25277511AD}" dt="2022-03-14T12:33:36.951" v="531" actId="14100"/>
          <ac:picMkLst>
            <pc:docMk/>
            <pc:sldMk cId="264724510" sldId="411"/>
            <ac:picMk id="8" creationId="{CE2A7A5B-102A-45C7-9383-90CE20D6FDE4}"/>
          </ac:picMkLst>
        </pc:picChg>
        <pc:picChg chg="del">
          <ac:chgData name="Guilherme Micota Stipp" userId="7d8a6ee1e82349c3" providerId="LiveId" clId="{B032950E-818E-4D85-9A81-3E25277511AD}" dt="2022-03-14T12:25:46.030" v="489" actId="478"/>
          <ac:picMkLst>
            <pc:docMk/>
            <pc:sldMk cId="264724510" sldId="411"/>
            <ac:picMk id="11" creationId="{BD7C0487-E552-4945-A9EE-0FC624156844}"/>
          </ac:picMkLst>
        </pc:picChg>
      </pc:sldChg>
      <pc:sldChg chg="del">
        <pc:chgData name="Guilherme Micota Stipp" userId="7d8a6ee1e82349c3" providerId="LiveId" clId="{B032950E-818E-4D85-9A81-3E25277511AD}" dt="2022-03-13T20:55:34.143" v="170" actId="47"/>
        <pc:sldMkLst>
          <pc:docMk/>
          <pc:sldMk cId="4187036957" sldId="411"/>
        </pc:sldMkLst>
      </pc:sldChg>
      <pc:sldChg chg="addSp delSp modSp add mod ord">
        <pc:chgData name="Guilherme Micota Stipp" userId="7d8a6ee1e82349c3" providerId="LiveId" clId="{B032950E-818E-4D85-9A81-3E25277511AD}" dt="2022-03-14T13:44:08.824" v="797"/>
        <pc:sldMkLst>
          <pc:docMk/>
          <pc:sldMk cId="807271743" sldId="412"/>
        </pc:sldMkLst>
        <pc:spChg chg="mod">
          <ac:chgData name="Guilherme Micota Stipp" userId="7d8a6ee1e82349c3" providerId="LiveId" clId="{B032950E-818E-4D85-9A81-3E25277511AD}" dt="2022-03-14T12:50:00.058" v="571" actId="20577"/>
          <ac:spMkLst>
            <pc:docMk/>
            <pc:sldMk cId="807271743" sldId="412"/>
            <ac:spMk id="10" creationId="{0DC30F15-2778-418E-A2EF-BEAEC6F95C4E}"/>
          </ac:spMkLst>
        </pc:spChg>
        <pc:picChg chg="del">
          <ac:chgData name="Guilherme Micota Stipp" userId="7d8a6ee1e82349c3" providerId="LiveId" clId="{B032950E-818E-4D85-9A81-3E25277511AD}" dt="2022-03-14T12:33:42.767" v="533" actId="478"/>
          <ac:picMkLst>
            <pc:docMk/>
            <pc:sldMk cId="807271743" sldId="412"/>
            <ac:picMk id="8" creationId="{CE2A7A5B-102A-45C7-9383-90CE20D6FDE4}"/>
          </ac:picMkLst>
        </pc:picChg>
        <pc:picChg chg="add del mod">
          <ac:chgData name="Guilherme Micota Stipp" userId="7d8a6ee1e82349c3" providerId="LiveId" clId="{B032950E-818E-4D85-9A81-3E25277511AD}" dt="2022-03-14T12:54:23.211" v="629" actId="478"/>
          <ac:picMkLst>
            <pc:docMk/>
            <pc:sldMk cId="807271743" sldId="412"/>
            <ac:picMk id="11" creationId="{5C1AFCF9-37A3-4243-8061-5E8DEFEA6929}"/>
          </ac:picMkLst>
        </pc:picChg>
        <pc:picChg chg="add mod">
          <ac:chgData name="Guilherme Micota Stipp" userId="7d8a6ee1e82349c3" providerId="LiveId" clId="{B032950E-818E-4D85-9A81-3E25277511AD}" dt="2022-03-14T12:54:32.941" v="666" actId="14100"/>
          <ac:picMkLst>
            <pc:docMk/>
            <pc:sldMk cId="807271743" sldId="412"/>
            <ac:picMk id="13" creationId="{A07596D5-F52E-43FF-A59C-0A1B78617350}"/>
          </ac:picMkLst>
        </pc:picChg>
      </pc:sldChg>
      <pc:sldChg chg="del">
        <pc:chgData name="Guilherme Micota Stipp" userId="7d8a6ee1e82349c3" providerId="LiveId" clId="{B032950E-818E-4D85-9A81-3E25277511AD}" dt="2022-03-13T20:55:34.911" v="171" actId="47"/>
        <pc:sldMkLst>
          <pc:docMk/>
          <pc:sldMk cId="3127000589" sldId="412"/>
        </pc:sldMkLst>
      </pc:sldChg>
      <pc:sldChg chg="del">
        <pc:chgData name="Guilherme Micota Stipp" userId="7d8a6ee1e82349c3" providerId="LiveId" clId="{B032950E-818E-4D85-9A81-3E25277511AD}" dt="2022-03-13T20:55:38.956" v="176" actId="47"/>
        <pc:sldMkLst>
          <pc:docMk/>
          <pc:sldMk cId="3694425836" sldId="413"/>
        </pc:sldMkLst>
      </pc:sldChg>
      <pc:sldChg chg="addSp delSp modSp add mod">
        <pc:chgData name="Guilherme Micota Stipp" userId="7d8a6ee1e82349c3" providerId="LiveId" clId="{B032950E-818E-4D85-9A81-3E25277511AD}" dt="2022-03-14T13:44:06.367" v="795" actId="14100"/>
        <pc:sldMkLst>
          <pc:docMk/>
          <pc:sldMk cId="3742578262" sldId="413"/>
        </pc:sldMkLst>
        <pc:spChg chg="mod">
          <ac:chgData name="Guilherme Micota Stipp" userId="7d8a6ee1e82349c3" providerId="LiveId" clId="{B032950E-818E-4D85-9A81-3E25277511AD}" dt="2022-03-14T13:24:52.259" v="757" actId="20577"/>
          <ac:spMkLst>
            <pc:docMk/>
            <pc:sldMk cId="3742578262" sldId="413"/>
            <ac:spMk id="10" creationId="{0DC30F15-2778-418E-A2EF-BEAEC6F95C4E}"/>
          </ac:spMkLst>
        </pc:spChg>
        <pc:picChg chg="add mod">
          <ac:chgData name="Guilherme Micota Stipp" userId="7d8a6ee1e82349c3" providerId="LiveId" clId="{B032950E-818E-4D85-9A81-3E25277511AD}" dt="2022-03-14T13:44:06.367" v="795" actId="14100"/>
          <ac:picMkLst>
            <pc:docMk/>
            <pc:sldMk cId="3742578262" sldId="413"/>
            <ac:picMk id="8" creationId="{A06D9C45-693B-4257-818A-9692D47C7E58}"/>
          </ac:picMkLst>
        </pc:picChg>
        <pc:picChg chg="del">
          <ac:chgData name="Guilherme Micota Stipp" userId="7d8a6ee1e82349c3" providerId="LiveId" clId="{B032950E-818E-4D85-9A81-3E25277511AD}" dt="2022-03-14T13:24:44.854" v="739" actId="478"/>
          <ac:picMkLst>
            <pc:docMk/>
            <pc:sldMk cId="3742578262" sldId="413"/>
            <ac:picMk id="13" creationId="{A07596D5-F52E-43FF-A59C-0A1B78617350}"/>
          </ac:picMkLst>
        </pc:picChg>
      </pc:sldChg>
      <pc:sldChg chg="addSp delSp modSp add mod">
        <pc:chgData name="Guilherme Micota Stipp" userId="7d8a6ee1e82349c3" providerId="LiveId" clId="{B032950E-818E-4D85-9A81-3E25277511AD}" dt="2022-03-14T14:04:25.248" v="836" actId="14100"/>
        <pc:sldMkLst>
          <pc:docMk/>
          <pc:sldMk cId="3623122601" sldId="414"/>
        </pc:sldMkLst>
        <pc:picChg chg="add mod">
          <ac:chgData name="Guilherme Micota Stipp" userId="7d8a6ee1e82349c3" providerId="LiveId" clId="{B032950E-818E-4D85-9A81-3E25277511AD}" dt="2022-03-14T14:04:25.248" v="836" actId="14100"/>
          <ac:picMkLst>
            <pc:docMk/>
            <pc:sldMk cId="3623122601" sldId="414"/>
            <ac:picMk id="8" creationId="{94B17001-E3D1-4FC4-A535-E736D4B37E44}"/>
          </ac:picMkLst>
        </pc:picChg>
        <pc:picChg chg="del">
          <ac:chgData name="Guilherme Micota Stipp" userId="7d8a6ee1e82349c3" providerId="LiveId" clId="{B032950E-818E-4D85-9A81-3E25277511AD}" dt="2022-03-14T13:44:13.363" v="799" actId="478"/>
          <ac:picMkLst>
            <pc:docMk/>
            <pc:sldMk cId="3623122601" sldId="414"/>
            <ac:picMk id="13" creationId="{A07596D5-F52E-43FF-A59C-0A1B78617350}"/>
          </ac:picMkLst>
        </pc:picChg>
      </pc:sldChg>
    </pc:docChg>
  </pc:docChgLst>
  <pc:docChgLst>
    <pc:chgData name="Guilherme Micota Stipp" userId="7d8a6ee1e82349c3" providerId="LiveId" clId="{97F65044-7298-BB48-926B-6873DB1D10F7}"/>
    <pc:docChg chg="modSld">
      <pc:chgData name="Guilherme Micota Stipp" userId="7d8a6ee1e82349c3" providerId="LiveId" clId="{97F65044-7298-BB48-926B-6873DB1D10F7}" dt="2022-05-07T21:47:32.212" v="1" actId="1076"/>
      <pc:docMkLst>
        <pc:docMk/>
      </pc:docMkLst>
      <pc:sldChg chg="addSp modSp">
        <pc:chgData name="Guilherme Micota Stipp" userId="7d8a6ee1e82349c3" providerId="LiveId" clId="{97F65044-7298-BB48-926B-6873DB1D10F7}" dt="2022-05-07T21:47:32.212" v="1" actId="1076"/>
        <pc:sldMkLst>
          <pc:docMk/>
          <pc:sldMk cId="2600531691" sldId="426"/>
        </pc:sldMkLst>
        <pc:picChg chg="add mod">
          <ac:chgData name="Guilherme Micota Stipp" userId="7d8a6ee1e82349c3" providerId="LiveId" clId="{97F65044-7298-BB48-926B-6873DB1D10F7}" dt="2022-05-07T21:47:32.212" v="1" actId="1076"/>
          <ac:picMkLst>
            <pc:docMk/>
            <pc:sldMk cId="2600531691" sldId="426"/>
            <ac:picMk id="2" creationId="{B93D4722-362C-EA3C-0508-561CE4714F40}"/>
          </ac:picMkLst>
        </pc:picChg>
      </pc:sldChg>
    </pc:docChg>
  </pc:docChgLst>
  <pc:docChgLst>
    <pc:chgData name="Guilherme Micota Stipp" userId="7d8a6ee1e82349c3" providerId="LiveId" clId="{6FA6293A-036C-439F-BB20-67D5A8177367}"/>
    <pc:docChg chg="undo custSel addSld delSld modSld sldOrd">
      <pc:chgData name="Guilherme Micota Stipp" userId="7d8a6ee1e82349c3" providerId="LiveId" clId="{6FA6293A-036C-439F-BB20-67D5A8177367}" dt="2022-04-25T17:31:44.645" v="1446" actId="14100"/>
      <pc:docMkLst>
        <pc:docMk/>
      </pc:docMkLst>
      <pc:sldChg chg="modSp mod">
        <pc:chgData name="Guilherme Micota Stipp" userId="7d8a6ee1e82349c3" providerId="LiveId" clId="{6FA6293A-036C-439F-BB20-67D5A8177367}" dt="2022-04-19T02:20:19.805" v="3" actId="20577"/>
        <pc:sldMkLst>
          <pc:docMk/>
          <pc:sldMk cId="3178680452" sldId="256"/>
        </pc:sldMkLst>
        <pc:spChg chg="mod">
          <ac:chgData name="Guilherme Micota Stipp" userId="7d8a6ee1e82349c3" providerId="LiveId" clId="{6FA6293A-036C-439F-BB20-67D5A8177367}" dt="2022-04-19T02:20:19.805" v="3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6FA6293A-036C-439F-BB20-67D5A8177367}" dt="2022-04-25T17:28:46.037" v="1406" actId="20577"/>
        <pc:sldMkLst>
          <pc:docMk/>
          <pc:sldMk cId="4068793934" sldId="391"/>
        </pc:sldMkLst>
        <pc:spChg chg="mod">
          <ac:chgData name="Guilherme Micota Stipp" userId="7d8a6ee1e82349c3" providerId="LiveId" clId="{6FA6293A-036C-439F-BB20-67D5A8177367}" dt="2022-04-25T17:28:46.037" v="1406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addSp delSp modSp mod">
        <pc:chgData name="Guilherme Micota Stipp" userId="7d8a6ee1e82349c3" providerId="LiveId" clId="{6FA6293A-036C-439F-BB20-67D5A8177367}" dt="2022-04-24T23:24:28.143" v="574" actId="20577"/>
        <pc:sldMkLst>
          <pc:docMk/>
          <pc:sldMk cId="1764788455" sldId="422"/>
        </pc:sldMkLst>
        <pc:spChg chg="mod">
          <ac:chgData name="Guilherme Micota Stipp" userId="7d8a6ee1e82349c3" providerId="LiveId" clId="{6FA6293A-036C-439F-BB20-67D5A8177367}" dt="2022-04-24T23:24:28.143" v="574" actId="20577"/>
          <ac:spMkLst>
            <pc:docMk/>
            <pc:sldMk cId="1764788455" sldId="422"/>
            <ac:spMk id="13" creationId="{D0C9F8C4-BC80-439D-B398-B468E1969B13}"/>
          </ac:spMkLst>
        </pc:spChg>
        <pc:picChg chg="add del mod">
          <ac:chgData name="Guilherme Micota Stipp" userId="7d8a6ee1e82349c3" providerId="LiveId" clId="{6FA6293A-036C-439F-BB20-67D5A8177367}" dt="2022-04-24T23:05:10.156" v="387" actId="478"/>
          <ac:picMkLst>
            <pc:docMk/>
            <pc:sldMk cId="1764788455" sldId="422"/>
            <ac:picMk id="8" creationId="{627212CA-7DED-4980-BE9D-3F7408D8F690}"/>
          </ac:picMkLst>
        </pc:picChg>
        <pc:picChg chg="add del mod">
          <ac:chgData name="Guilherme Micota Stipp" userId="7d8a6ee1e82349c3" providerId="LiveId" clId="{6FA6293A-036C-439F-BB20-67D5A8177367}" dt="2022-04-24T23:05:50.203" v="422" actId="478"/>
          <ac:picMkLst>
            <pc:docMk/>
            <pc:sldMk cId="1764788455" sldId="422"/>
            <ac:picMk id="10" creationId="{D7990989-45FE-4EFE-A489-753D3CA76F0F}"/>
          </ac:picMkLst>
        </pc:picChg>
        <pc:picChg chg="del">
          <ac:chgData name="Guilherme Micota Stipp" userId="7d8a6ee1e82349c3" providerId="LiveId" clId="{6FA6293A-036C-439F-BB20-67D5A8177367}" dt="2022-04-19T02:21:02.328" v="74" actId="478"/>
          <ac:picMkLst>
            <pc:docMk/>
            <pc:sldMk cId="1764788455" sldId="422"/>
            <ac:picMk id="12" creationId="{943056C3-A7E1-4517-A791-9D853E020D65}"/>
          </ac:picMkLst>
        </pc:picChg>
        <pc:picChg chg="add mod">
          <ac:chgData name="Guilherme Micota Stipp" userId="7d8a6ee1e82349c3" providerId="LiveId" clId="{6FA6293A-036C-439F-BB20-67D5A8177367}" dt="2022-04-24T23:06:00.154" v="456" actId="14100"/>
          <ac:picMkLst>
            <pc:docMk/>
            <pc:sldMk cId="1764788455" sldId="422"/>
            <ac:picMk id="12" creationId="{A73D8B76-7FC3-4D27-8F5A-E0E8C2EC8820}"/>
          </ac:picMkLst>
        </pc:picChg>
      </pc:sldChg>
      <pc:sldChg chg="addSp delSp modSp add del mod ord">
        <pc:chgData name="Guilherme Micota Stipp" userId="7d8a6ee1e82349c3" providerId="LiveId" clId="{6FA6293A-036C-439F-BB20-67D5A8177367}" dt="2022-04-24T23:15:51.883" v="520" actId="47"/>
        <pc:sldMkLst>
          <pc:docMk/>
          <pc:sldMk cId="351479496" sldId="423"/>
        </pc:sldMkLst>
        <pc:spChg chg="mod">
          <ac:chgData name="Guilherme Micota Stipp" userId="7d8a6ee1e82349c3" providerId="LiveId" clId="{6FA6293A-036C-439F-BB20-67D5A8177367}" dt="2022-04-24T22:50:10.731" v="383" actId="20577"/>
          <ac:spMkLst>
            <pc:docMk/>
            <pc:sldMk cId="351479496" sldId="423"/>
            <ac:spMk id="13" creationId="{D0C9F8C4-BC80-439D-B398-B468E1969B13}"/>
          </ac:spMkLst>
        </pc:spChg>
        <pc:picChg chg="del">
          <ac:chgData name="Guilherme Micota Stipp" userId="7d8a6ee1e82349c3" providerId="LiveId" clId="{6FA6293A-036C-439F-BB20-67D5A8177367}" dt="2022-04-23T16:55:38.141" v="219" actId="478"/>
          <ac:picMkLst>
            <pc:docMk/>
            <pc:sldMk cId="351479496" sldId="423"/>
            <ac:picMk id="8" creationId="{627212CA-7DED-4980-BE9D-3F7408D8F690}"/>
          </ac:picMkLst>
        </pc:picChg>
        <pc:picChg chg="add mod">
          <ac:chgData name="Guilherme Micota Stipp" userId="7d8a6ee1e82349c3" providerId="LiveId" clId="{6FA6293A-036C-439F-BB20-67D5A8177367}" dt="2022-04-23T17:03:14.259" v="253" actId="14100"/>
          <ac:picMkLst>
            <pc:docMk/>
            <pc:sldMk cId="351479496" sldId="423"/>
            <ac:picMk id="10" creationId="{2C7CE27F-B53D-4DA6-A447-29B0BEDD7D2A}"/>
          </ac:picMkLst>
        </pc:picChg>
      </pc:sldChg>
      <pc:sldChg chg="del">
        <pc:chgData name="Guilherme Micota Stipp" userId="7d8a6ee1e82349c3" providerId="LiveId" clId="{6FA6293A-036C-439F-BB20-67D5A8177367}" dt="2022-04-19T02:21:05.025" v="77" actId="47"/>
        <pc:sldMkLst>
          <pc:docMk/>
          <pc:sldMk cId="4043828389" sldId="423"/>
        </pc:sldMkLst>
      </pc:sldChg>
      <pc:sldChg chg="del">
        <pc:chgData name="Guilherme Micota Stipp" userId="7d8a6ee1e82349c3" providerId="LiveId" clId="{6FA6293A-036C-439F-BB20-67D5A8177367}" dt="2022-04-19T02:21:05.445" v="78" actId="47"/>
        <pc:sldMkLst>
          <pc:docMk/>
          <pc:sldMk cId="3022939018" sldId="424"/>
        </pc:sldMkLst>
      </pc:sldChg>
      <pc:sldChg chg="addSp delSp modSp add del mod ord">
        <pc:chgData name="Guilherme Micota Stipp" userId="7d8a6ee1e82349c3" providerId="LiveId" clId="{6FA6293A-036C-439F-BB20-67D5A8177367}" dt="2022-04-24T23:25:18.541" v="635" actId="47"/>
        <pc:sldMkLst>
          <pc:docMk/>
          <pc:sldMk cId="3575042184" sldId="424"/>
        </pc:sldMkLst>
        <pc:spChg chg="mod">
          <ac:chgData name="Guilherme Micota Stipp" userId="7d8a6ee1e82349c3" providerId="LiveId" clId="{6FA6293A-036C-439F-BB20-67D5A8177367}" dt="2022-04-24T23:24:57.247" v="634"/>
          <ac:spMkLst>
            <pc:docMk/>
            <pc:sldMk cId="3575042184" sldId="424"/>
            <ac:spMk id="13" creationId="{D0C9F8C4-BC80-439D-B398-B468E1969B13}"/>
          </ac:spMkLst>
        </pc:spChg>
        <pc:picChg chg="add mod">
          <ac:chgData name="Guilherme Micota Stipp" userId="7d8a6ee1e82349c3" providerId="LiveId" clId="{6FA6293A-036C-439F-BB20-67D5A8177367}" dt="2022-04-23T17:28:38.451" v="297" actId="14100"/>
          <ac:picMkLst>
            <pc:docMk/>
            <pc:sldMk cId="3575042184" sldId="424"/>
            <ac:picMk id="8" creationId="{A1ECCE6C-0380-43A2-BCFE-B966737AC1FF}"/>
          </ac:picMkLst>
        </pc:picChg>
        <pc:picChg chg="del">
          <ac:chgData name="Guilherme Micota Stipp" userId="7d8a6ee1e82349c3" providerId="LiveId" clId="{6FA6293A-036C-439F-BB20-67D5A8177367}" dt="2022-04-23T17:23:41.622" v="255" actId="478"/>
          <ac:picMkLst>
            <pc:docMk/>
            <pc:sldMk cId="3575042184" sldId="424"/>
            <ac:picMk id="10" creationId="{2C7CE27F-B53D-4DA6-A447-29B0BEDD7D2A}"/>
          </ac:picMkLst>
        </pc:picChg>
      </pc:sldChg>
      <pc:sldChg chg="addSp delSp modSp add mod ord">
        <pc:chgData name="Guilherme Micota Stipp" userId="7d8a6ee1e82349c3" providerId="LiveId" clId="{6FA6293A-036C-439F-BB20-67D5A8177367}" dt="2022-04-25T01:43:34.581" v="1074"/>
        <pc:sldMkLst>
          <pc:docMk/>
          <pc:sldMk cId="487205670" sldId="425"/>
        </pc:sldMkLst>
        <pc:spChg chg="mod">
          <ac:chgData name="Guilherme Micota Stipp" userId="7d8a6ee1e82349c3" providerId="LiveId" clId="{6FA6293A-036C-439F-BB20-67D5A8177367}" dt="2022-04-25T01:40:42.456" v="909" actId="20577"/>
          <ac:spMkLst>
            <pc:docMk/>
            <pc:sldMk cId="487205670" sldId="425"/>
            <ac:spMk id="13" creationId="{D0C9F8C4-BC80-439D-B398-B468E1969B13}"/>
          </ac:spMkLst>
        </pc:spChg>
        <pc:picChg chg="add del mod">
          <ac:chgData name="Guilherme Micota Stipp" userId="7d8a6ee1e82349c3" providerId="LiveId" clId="{6FA6293A-036C-439F-BB20-67D5A8177367}" dt="2022-04-24T23:12:12.760" v="457" actId="478"/>
          <ac:picMkLst>
            <pc:docMk/>
            <pc:sldMk cId="487205670" sldId="425"/>
            <ac:picMk id="8" creationId="{4C80448B-C0A4-49DB-98A4-6061E96C7AC9}"/>
          </ac:picMkLst>
        </pc:picChg>
        <pc:picChg chg="del">
          <ac:chgData name="Guilherme Micota Stipp" userId="7d8a6ee1e82349c3" providerId="LiveId" clId="{6FA6293A-036C-439F-BB20-67D5A8177367}" dt="2022-04-23T17:53:39.948" v="301" actId="478"/>
          <ac:picMkLst>
            <pc:docMk/>
            <pc:sldMk cId="487205670" sldId="425"/>
            <ac:picMk id="10" creationId="{2C7CE27F-B53D-4DA6-A447-29B0BEDD7D2A}"/>
          </ac:picMkLst>
        </pc:picChg>
        <pc:picChg chg="add del mod">
          <ac:chgData name="Guilherme Micota Stipp" userId="7d8a6ee1e82349c3" providerId="LiveId" clId="{6FA6293A-036C-439F-BB20-67D5A8177367}" dt="2022-04-24T23:12:16.728" v="469" actId="478"/>
          <ac:picMkLst>
            <pc:docMk/>
            <pc:sldMk cId="487205670" sldId="425"/>
            <ac:picMk id="10" creationId="{A6EF8B3E-EC69-4BD2-9BC7-407526869A94}"/>
          </ac:picMkLst>
        </pc:picChg>
        <pc:picChg chg="add mod">
          <ac:chgData name="Guilherme Micota Stipp" userId="7d8a6ee1e82349c3" providerId="LiveId" clId="{6FA6293A-036C-439F-BB20-67D5A8177367}" dt="2022-04-24T23:12:50.091" v="519" actId="14100"/>
          <ac:picMkLst>
            <pc:docMk/>
            <pc:sldMk cId="487205670" sldId="425"/>
            <ac:picMk id="12" creationId="{157C1E85-DD8A-4782-B9EA-955BB97715AA}"/>
          </ac:picMkLst>
        </pc:picChg>
      </pc:sldChg>
      <pc:sldChg chg="del">
        <pc:chgData name="Guilherme Micota Stipp" userId="7d8a6ee1e82349c3" providerId="LiveId" clId="{6FA6293A-036C-439F-BB20-67D5A8177367}" dt="2022-04-19T02:21:05.888" v="79" actId="47"/>
        <pc:sldMkLst>
          <pc:docMk/>
          <pc:sldMk cId="3943345589" sldId="425"/>
        </pc:sldMkLst>
      </pc:sldChg>
      <pc:sldChg chg="addSp delSp modSp add mod ord">
        <pc:chgData name="Guilherme Micota Stipp" userId="7d8a6ee1e82349c3" providerId="LiveId" clId="{6FA6293A-036C-439F-BB20-67D5A8177367}" dt="2022-04-24T23:24:46.687" v="594"/>
        <pc:sldMkLst>
          <pc:docMk/>
          <pc:sldMk cId="1190384644" sldId="426"/>
        </pc:sldMkLst>
        <pc:spChg chg="mod">
          <ac:chgData name="Guilherme Micota Stipp" userId="7d8a6ee1e82349c3" providerId="LiveId" clId="{6FA6293A-036C-439F-BB20-67D5A8177367}" dt="2022-04-24T23:24:46.687" v="594"/>
          <ac:spMkLst>
            <pc:docMk/>
            <pc:sldMk cId="1190384644" sldId="426"/>
            <ac:spMk id="13" creationId="{D0C9F8C4-BC80-439D-B398-B468E1969B13}"/>
          </ac:spMkLst>
        </pc:spChg>
        <pc:picChg chg="add del mod">
          <ac:chgData name="Guilherme Micota Stipp" userId="7d8a6ee1e82349c3" providerId="LiveId" clId="{6FA6293A-036C-439F-BB20-67D5A8177367}" dt="2022-04-24T23:23:34.480" v="521" actId="478"/>
          <ac:picMkLst>
            <pc:docMk/>
            <pc:sldMk cId="1190384644" sldId="426"/>
            <ac:picMk id="8" creationId="{773A9F5E-749D-4C0E-8179-3AB7822630CB}"/>
          </ac:picMkLst>
        </pc:picChg>
        <pc:picChg chg="del">
          <ac:chgData name="Guilherme Micota Stipp" userId="7d8a6ee1e82349c3" providerId="LiveId" clId="{6FA6293A-036C-439F-BB20-67D5A8177367}" dt="2022-04-24T22:49:31.923" v="337" actId="478"/>
          <ac:picMkLst>
            <pc:docMk/>
            <pc:sldMk cId="1190384644" sldId="426"/>
            <ac:picMk id="10" creationId="{2C7CE27F-B53D-4DA6-A447-29B0BEDD7D2A}"/>
          </ac:picMkLst>
        </pc:picChg>
        <pc:picChg chg="add mod">
          <ac:chgData name="Guilherme Micota Stipp" userId="7d8a6ee1e82349c3" providerId="LiveId" clId="{6FA6293A-036C-439F-BB20-67D5A8177367}" dt="2022-04-24T23:23:45.103" v="557" actId="14100"/>
          <ac:picMkLst>
            <pc:docMk/>
            <pc:sldMk cId="1190384644" sldId="426"/>
            <ac:picMk id="12" creationId="{DB06ED76-6F63-4E58-B201-02640F2E2C97}"/>
          </ac:picMkLst>
        </pc:picChg>
      </pc:sldChg>
      <pc:sldChg chg="del">
        <pc:chgData name="Guilherme Micota Stipp" userId="7d8a6ee1e82349c3" providerId="LiveId" clId="{6FA6293A-036C-439F-BB20-67D5A8177367}" dt="2022-04-19T02:21:04.185" v="75" actId="47"/>
        <pc:sldMkLst>
          <pc:docMk/>
          <pc:sldMk cId="2114036910" sldId="426"/>
        </pc:sldMkLst>
      </pc:sldChg>
      <pc:sldChg chg="addSp delSp modSp add mod ord">
        <pc:chgData name="Guilherme Micota Stipp" userId="7d8a6ee1e82349c3" providerId="LiveId" clId="{6FA6293A-036C-439F-BB20-67D5A8177367}" dt="2022-04-25T17:31:44.645" v="1446" actId="14100"/>
        <pc:sldMkLst>
          <pc:docMk/>
          <pc:sldMk cId="941115083" sldId="427"/>
        </pc:sldMkLst>
        <pc:spChg chg="mod">
          <ac:chgData name="Guilherme Micota Stipp" userId="7d8a6ee1e82349c3" providerId="LiveId" clId="{6FA6293A-036C-439F-BB20-67D5A8177367}" dt="2022-04-25T01:40:53.881" v="914" actId="20577"/>
          <ac:spMkLst>
            <pc:docMk/>
            <pc:sldMk cId="941115083" sldId="427"/>
            <ac:spMk id="13" creationId="{D0C9F8C4-BC80-439D-B398-B468E1969B13}"/>
          </ac:spMkLst>
        </pc:spChg>
        <pc:picChg chg="add mod">
          <ac:chgData name="Guilherme Micota Stipp" userId="7d8a6ee1e82349c3" providerId="LiveId" clId="{6FA6293A-036C-439F-BB20-67D5A8177367}" dt="2022-04-25T17:31:44.645" v="1446" actId="14100"/>
          <ac:picMkLst>
            <pc:docMk/>
            <pc:sldMk cId="941115083" sldId="427"/>
            <ac:picMk id="8" creationId="{603698D0-AB4A-4904-A504-5F9C02D8567B}"/>
          </ac:picMkLst>
        </pc:picChg>
        <pc:picChg chg="add del mod">
          <ac:chgData name="Guilherme Micota Stipp" userId="7d8a6ee1e82349c3" providerId="LiveId" clId="{6FA6293A-036C-439F-BB20-67D5A8177367}" dt="2022-04-24T23:48:46.302" v="678" actId="478"/>
          <ac:picMkLst>
            <pc:docMk/>
            <pc:sldMk cId="941115083" sldId="427"/>
            <ac:picMk id="8" creationId="{CF32C548-F3BC-4587-BDED-8F5BD50FF1E0}"/>
          </ac:picMkLst>
        </pc:picChg>
        <pc:picChg chg="add del mod">
          <ac:chgData name="Guilherme Micota Stipp" userId="7d8a6ee1e82349c3" providerId="LiveId" clId="{6FA6293A-036C-439F-BB20-67D5A8177367}" dt="2022-04-25T17:31:35.279" v="1407" actId="478"/>
          <ac:picMkLst>
            <pc:docMk/>
            <pc:sldMk cId="941115083" sldId="427"/>
            <ac:picMk id="11" creationId="{D0AF0360-FA60-4FDB-A36F-5F9402526142}"/>
          </ac:picMkLst>
        </pc:picChg>
        <pc:picChg chg="del">
          <ac:chgData name="Guilherme Micota Stipp" userId="7d8a6ee1e82349c3" providerId="LiveId" clId="{6FA6293A-036C-439F-BB20-67D5A8177367}" dt="2022-04-24T23:40:19.182" v="637" actId="478"/>
          <ac:picMkLst>
            <pc:docMk/>
            <pc:sldMk cId="941115083" sldId="427"/>
            <ac:picMk id="12" creationId="{157C1E85-DD8A-4782-B9EA-955BB97715AA}"/>
          </ac:picMkLst>
        </pc:picChg>
      </pc:sldChg>
      <pc:sldChg chg="del">
        <pc:chgData name="Guilherme Micota Stipp" userId="7d8a6ee1e82349c3" providerId="LiveId" clId="{6FA6293A-036C-439F-BB20-67D5A8177367}" dt="2022-04-19T02:21:06.330" v="80" actId="47"/>
        <pc:sldMkLst>
          <pc:docMk/>
          <pc:sldMk cId="2703827896" sldId="427"/>
        </pc:sldMkLst>
      </pc:sldChg>
      <pc:sldChg chg="del">
        <pc:chgData name="Guilherme Micota Stipp" userId="7d8a6ee1e82349c3" providerId="LiveId" clId="{6FA6293A-036C-439F-BB20-67D5A8177367}" dt="2022-04-19T02:21:07.611" v="81" actId="47"/>
        <pc:sldMkLst>
          <pc:docMk/>
          <pc:sldMk cId="2597204670" sldId="428"/>
        </pc:sldMkLst>
      </pc:sldChg>
      <pc:sldChg chg="addSp delSp modSp add del mod ord modShow">
        <pc:chgData name="Guilherme Micota Stipp" userId="7d8a6ee1e82349c3" providerId="LiveId" clId="{6FA6293A-036C-439F-BB20-67D5A8177367}" dt="2022-04-25T17:27:34.915" v="1403"/>
        <pc:sldMkLst>
          <pc:docMk/>
          <pc:sldMk cId="4014927651" sldId="428"/>
        </pc:sldMkLst>
        <pc:spChg chg="mod">
          <ac:chgData name="Guilherme Micota Stipp" userId="7d8a6ee1e82349c3" providerId="LiveId" clId="{6FA6293A-036C-439F-BB20-67D5A8177367}" dt="2022-04-25T01:41:01.633" v="920" actId="20577"/>
          <ac:spMkLst>
            <pc:docMk/>
            <pc:sldMk cId="4014927651" sldId="428"/>
            <ac:spMk id="13" creationId="{D0C9F8C4-BC80-439D-B398-B468E1969B13}"/>
          </ac:spMkLst>
        </pc:spChg>
        <pc:picChg chg="add mod">
          <ac:chgData name="Guilherme Micota Stipp" userId="7d8a6ee1e82349c3" providerId="LiveId" clId="{6FA6293A-036C-439F-BB20-67D5A8177367}" dt="2022-04-24T23:59:13.134" v="754" actId="14100"/>
          <ac:picMkLst>
            <pc:docMk/>
            <pc:sldMk cId="4014927651" sldId="428"/>
            <ac:picMk id="8" creationId="{2807EC91-85BA-426A-A3AB-E7004A210829}"/>
          </ac:picMkLst>
        </pc:picChg>
        <pc:picChg chg="del mod">
          <ac:chgData name="Guilherme Micota Stipp" userId="7d8a6ee1e82349c3" providerId="LiveId" clId="{6FA6293A-036C-439F-BB20-67D5A8177367}" dt="2022-04-24T23:59:01.214" v="718" actId="478"/>
          <ac:picMkLst>
            <pc:docMk/>
            <pc:sldMk cId="4014927651" sldId="428"/>
            <ac:picMk id="11" creationId="{D0AF0360-FA60-4FDB-A36F-5F9402526142}"/>
          </ac:picMkLst>
        </pc:picChg>
      </pc:sldChg>
      <pc:sldChg chg="addSp delSp modSp add mod ord">
        <pc:chgData name="Guilherme Micota Stipp" userId="7d8a6ee1e82349c3" providerId="LiveId" clId="{6FA6293A-036C-439F-BB20-67D5A8177367}" dt="2022-04-25T17:19:15.854" v="1245" actId="14100"/>
        <pc:sldMkLst>
          <pc:docMk/>
          <pc:sldMk cId="1049308813" sldId="429"/>
        </pc:sldMkLst>
        <pc:spChg chg="mod">
          <ac:chgData name="Guilherme Micota Stipp" userId="7d8a6ee1e82349c3" providerId="LiveId" clId="{6FA6293A-036C-439F-BB20-67D5A8177367}" dt="2022-04-25T01:41:17.915" v="927" actId="20577"/>
          <ac:spMkLst>
            <pc:docMk/>
            <pc:sldMk cId="1049308813" sldId="429"/>
            <ac:spMk id="13" creationId="{D0C9F8C4-BC80-439D-B398-B468E1969B13}"/>
          </ac:spMkLst>
        </pc:spChg>
        <pc:picChg chg="del">
          <ac:chgData name="Guilherme Micota Stipp" userId="7d8a6ee1e82349c3" providerId="LiveId" clId="{6FA6293A-036C-439F-BB20-67D5A8177367}" dt="2022-04-25T00:20:18.290" v="756" actId="478"/>
          <ac:picMkLst>
            <pc:docMk/>
            <pc:sldMk cId="1049308813" sldId="429"/>
            <ac:picMk id="8" creationId="{2807EC91-85BA-426A-A3AB-E7004A210829}"/>
          </ac:picMkLst>
        </pc:picChg>
        <pc:picChg chg="add mod">
          <ac:chgData name="Guilherme Micota Stipp" userId="7d8a6ee1e82349c3" providerId="LiveId" clId="{6FA6293A-036C-439F-BB20-67D5A8177367}" dt="2022-04-25T17:19:15.854" v="1245" actId="14100"/>
          <ac:picMkLst>
            <pc:docMk/>
            <pc:sldMk cId="1049308813" sldId="429"/>
            <ac:picMk id="8" creationId="{73354062-AFB5-46C8-89F3-D04BF10C8B62}"/>
          </ac:picMkLst>
        </pc:picChg>
        <pc:picChg chg="add del mod">
          <ac:chgData name="Guilherme Micota Stipp" userId="7d8a6ee1e82349c3" providerId="LiveId" clId="{6FA6293A-036C-439F-BB20-67D5A8177367}" dt="2022-04-25T01:43:15.724" v="1072" actId="478"/>
          <ac:picMkLst>
            <pc:docMk/>
            <pc:sldMk cId="1049308813" sldId="429"/>
            <ac:picMk id="10" creationId="{D163F2DB-8F7B-4EFD-844E-991841985C55}"/>
          </ac:picMkLst>
        </pc:picChg>
      </pc:sldChg>
      <pc:sldChg chg="del">
        <pc:chgData name="Guilherme Micota Stipp" userId="7d8a6ee1e82349c3" providerId="LiveId" clId="{6FA6293A-036C-439F-BB20-67D5A8177367}" dt="2022-04-19T02:21:04.640" v="76" actId="47"/>
        <pc:sldMkLst>
          <pc:docMk/>
          <pc:sldMk cId="2029549892" sldId="429"/>
        </pc:sldMkLst>
      </pc:sldChg>
      <pc:sldChg chg="addSp delSp modSp add mod">
        <pc:chgData name="Guilherme Micota Stipp" userId="7d8a6ee1e82349c3" providerId="LiveId" clId="{6FA6293A-036C-439F-BB20-67D5A8177367}" dt="2022-04-25T01:18:56.120" v="834" actId="14100"/>
        <pc:sldMkLst>
          <pc:docMk/>
          <pc:sldMk cId="2515482631" sldId="430"/>
        </pc:sldMkLst>
        <pc:picChg chg="add mod">
          <ac:chgData name="Guilherme Micota Stipp" userId="7d8a6ee1e82349c3" providerId="LiveId" clId="{6FA6293A-036C-439F-BB20-67D5A8177367}" dt="2022-04-25T01:18:56.120" v="834" actId="14100"/>
          <ac:picMkLst>
            <pc:docMk/>
            <pc:sldMk cId="2515482631" sldId="430"/>
            <ac:picMk id="8" creationId="{FA2E4FB3-C0DF-4653-A81E-BF8672AAD3A6}"/>
          </ac:picMkLst>
        </pc:picChg>
        <pc:picChg chg="del">
          <ac:chgData name="Guilherme Micota Stipp" userId="7d8a6ee1e82349c3" providerId="LiveId" clId="{6FA6293A-036C-439F-BB20-67D5A8177367}" dt="2022-04-25T01:18:47.085" v="795" actId="478"/>
          <ac:picMkLst>
            <pc:docMk/>
            <pc:sldMk cId="2515482631" sldId="430"/>
            <ac:picMk id="12" creationId="{A73D8B76-7FC3-4D27-8F5A-E0E8C2EC8820}"/>
          </ac:picMkLst>
        </pc:picChg>
      </pc:sldChg>
      <pc:sldChg chg="addSp delSp modSp add del mod ord modShow">
        <pc:chgData name="Guilherme Micota Stipp" userId="7d8a6ee1e82349c3" providerId="LiveId" clId="{6FA6293A-036C-439F-BB20-67D5A8177367}" dt="2022-04-25T17:27:31.967" v="1401" actId="729"/>
        <pc:sldMkLst>
          <pc:docMk/>
          <pc:sldMk cId="4256972449" sldId="431"/>
        </pc:sldMkLst>
        <pc:picChg chg="add del mod">
          <ac:chgData name="Guilherme Micota Stipp" userId="7d8a6ee1e82349c3" providerId="LiveId" clId="{6FA6293A-036C-439F-BB20-67D5A8177367}" dt="2022-04-25T01:36:11.946" v="872" actId="478"/>
          <ac:picMkLst>
            <pc:docMk/>
            <pc:sldMk cId="4256972449" sldId="431"/>
            <ac:picMk id="8" creationId="{6B2EADA5-4E9D-4252-8743-520856E7F2E5}"/>
          </ac:picMkLst>
        </pc:picChg>
        <pc:picChg chg="add mod">
          <ac:chgData name="Guilherme Micota Stipp" userId="7d8a6ee1e82349c3" providerId="LiveId" clId="{6FA6293A-036C-439F-BB20-67D5A8177367}" dt="2022-04-25T01:36:48.300" v="904" actId="14100"/>
          <ac:picMkLst>
            <pc:docMk/>
            <pc:sldMk cId="4256972449" sldId="431"/>
            <ac:picMk id="11" creationId="{7DC0E79E-F51C-4A4C-80F0-7088A06EE84F}"/>
          </ac:picMkLst>
        </pc:picChg>
        <pc:picChg chg="del">
          <ac:chgData name="Guilherme Micota Stipp" userId="7d8a6ee1e82349c3" providerId="LiveId" clId="{6FA6293A-036C-439F-BB20-67D5A8177367}" dt="2022-04-25T01:36:03.413" v="836" actId="478"/>
          <ac:picMkLst>
            <pc:docMk/>
            <pc:sldMk cId="4256972449" sldId="431"/>
            <ac:picMk id="12" creationId="{DB06ED76-6F63-4E58-B201-02640F2E2C97}"/>
          </ac:picMkLst>
        </pc:picChg>
      </pc:sldChg>
      <pc:sldChg chg="add">
        <pc:chgData name="Guilherme Micota Stipp" userId="7d8a6ee1e82349c3" providerId="LiveId" clId="{6FA6293A-036C-439F-BB20-67D5A8177367}" dt="2022-04-25T01:43:07.771" v="1069" actId="2890"/>
        <pc:sldMkLst>
          <pc:docMk/>
          <pc:sldMk cId="3335329575" sldId="432"/>
        </pc:sldMkLst>
      </pc:sldChg>
      <pc:sldChg chg="addSp delSp modSp add mod">
        <pc:chgData name="Guilherme Micota Stipp" userId="7d8a6ee1e82349c3" providerId="LiveId" clId="{6FA6293A-036C-439F-BB20-67D5A8177367}" dt="2022-04-25T17:20:20.861" v="1345" actId="14100"/>
        <pc:sldMkLst>
          <pc:docMk/>
          <pc:sldMk cId="4099401856" sldId="433"/>
        </pc:sldMkLst>
        <pc:spChg chg="mod">
          <ac:chgData name="Guilherme Micota Stipp" userId="7d8a6ee1e82349c3" providerId="LiveId" clId="{6FA6293A-036C-439F-BB20-67D5A8177367}" dt="2022-04-25T01:44:12.108" v="1109" actId="20577"/>
          <ac:spMkLst>
            <pc:docMk/>
            <pc:sldMk cId="4099401856" sldId="433"/>
            <ac:spMk id="13" creationId="{D0C9F8C4-BC80-439D-B398-B468E1969B13}"/>
          </ac:spMkLst>
        </pc:spChg>
        <pc:picChg chg="del">
          <ac:chgData name="Guilherme Micota Stipp" userId="7d8a6ee1e82349c3" providerId="LiveId" clId="{6FA6293A-036C-439F-BB20-67D5A8177367}" dt="2022-04-25T01:43:58.673" v="1076" actId="478"/>
          <ac:picMkLst>
            <pc:docMk/>
            <pc:sldMk cId="4099401856" sldId="433"/>
            <ac:picMk id="8" creationId="{2807EC91-85BA-426A-A3AB-E7004A210829}"/>
          </ac:picMkLst>
        </pc:picChg>
        <pc:picChg chg="add mod">
          <ac:chgData name="Guilherme Micota Stipp" userId="7d8a6ee1e82349c3" providerId="LiveId" clId="{6FA6293A-036C-439F-BB20-67D5A8177367}" dt="2022-04-25T17:20:20.861" v="1345" actId="14100"/>
          <ac:picMkLst>
            <pc:docMk/>
            <pc:sldMk cId="4099401856" sldId="433"/>
            <ac:picMk id="8" creationId="{B953275B-25E4-4BF2-919E-7139E0596586}"/>
          </ac:picMkLst>
        </pc:picChg>
        <pc:picChg chg="add del mod">
          <ac:chgData name="Guilherme Micota Stipp" userId="7d8a6ee1e82349c3" providerId="LiveId" clId="{6FA6293A-036C-439F-BB20-67D5A8177367}" dt="2022-04-25T17:20:08.391" v="1305" actId="478"/>
          <ac:picMkLst>
            <pc:docMk/>
            <pc:sldMk cId="4099401856" sldId="433"/>
            <ac:picMk id="10" creationId="{C8EFA089-7C18-444D-8667-370E480CAEFB}"/>
          </ac:picMkLst>
        </pc:picChg>
      </pc:sldChg>
      <pc:sldChg chg="addSp delSp modSp add mod modShow">
        <pc:chgData name="Guilherme Micota Stipp" userId="7d8a6ee1e82349c3" providerId="LiveId" clId="{6FA6293A-036C-439F-BB20-67D5A8177367}" dt="2022-04-25T17:27:54.760" v="1405" actId="729"/>
        <pc:sldMkLst>
          <pc:docMk/>
          <pc:sldMk cId="619666387" sldId="434"/>
        </pc:sldMkLst>
        <pc:picChg chg="add del mod">
          <ac:chgData name="Guilherme Micota Stipp" userId="7d8a6ee1e82349c3" providerId="LiveId" clId="{6FA6293A-036C-439F-BB20-67D5A8177367}" dt="2022-04-25T02:06:08.505" v="1175" actId="478"/>
          <ac:picMkLst>
            <pc:docMk/>
            <pc:sldMk cId="619666387" sldId="434"/>
            <ac:picMk id="8" creationId="{1AC2A503-B448-43C7-A69B-E31A126F7F0B}"/>
          </ac:picMkLst>
        </pc:picChg>
        <pc:picChg chg="add mod">
          <ac:chgData name="Guilherme Micota Stipp" userId="7d8a6ee1e82349c3" providerId="LiveId" clId="{6FA6293A-036C-439F-BB20-67D5A8177367}" dt="2022-04-25T17:20:39.090" v="1388" actId="14100"/>
          <ac:picMkLst>
            <pc:docMk/>
            <pc:sldMk cId="619666387" sldId="434"/>
            <ac:picMk id="8" creationId="{3069EE2F-EBF7-4532-9137-93D27F6F4DF8}"/>
          </ac:picMkLst>
        </pc:picChg>
        <pc:picChg chg="add del mod">
          <ac:chgData name="Guilherme Micota Stipp" userId="7d8a6ee1e82349c3" providerId="LiveId" clId="{6FA6293A-036C-439F-BB20-67D5A8177367}" dt="2022-04-25T17:20:28.195" v="1346" actId="478"/>
          <ac:picMkLst>
            <pc:docMk/>
            <pc:sldMk cId="619666387" sldId="434"/>
            <ac:picMk id="11" creationId="{F6BCE4A8-50CC-4F53-A68F-9A0C5EEDCAF8}"/>
          </ac:picMkLst>
        </pc:picChg>
      </pc:sldChg>
      <pc:sldChg chg="addSp delSp modSp add mod">
        <pc:chgData name="Guilherme Micota Stipp" userId="7d8a6ee1e82349c3" providerId="LiveId" clId="{6FA6293A-036C-439F-BB20-67D5A8177367}" dt="2022-04-25T17:19:52.267" v="1304" actId="14100"/>
        <pc:sldMkLst>
          <pc:docMk/>
          <pc:sldMk cId="565055246" sldId="435"/>
        </pc:sldMkLst>
        <pc:picChg chg="del">
          <ac:chgData name="Guilherme Micota Stipp" userId="7d8a6ee1e82349c3" providerId="LiveId" clId="{6FA6293A-036C-439F-BB20-67D5A8177367}" dt="2022-04-25T17:19:19.513" v="1247" actId="478"/>
          <ac:picMkLst>
            <pc:docMk/>
            <pc:sldMk cId="565055246" sldId="435"/>
            <ac:picMk id="8" creationId="{73354062-AFB5-46C8-89F3-D04BF10C8B62}"/>
          </ac:picMkLst>
        </pc:picChg>
        <pc:picChg chg="add del mod">
          <ac:chgData name="Guilherme Micota Stipp" userId="7d8a6ee1e82349c3" providerId="LiveId" clId="{6FA6293A-036C-439F-BB20-67D5A8177367}" dt="2022-04-25T17:19:26.878" v="1264" actId="478"/>
          <ac:picMkLst>
            <pc:docMk/>
            <pc:sldMk cId="565055246" sldId="435"/>
            <ac:picMk id="10" creationId="{76A39214-2C92-49E6-B531-4FE4D4117D56}"/>
          </ac:picMkLst>
        </pc:picChg>
        <pc:picChg chg="add mod">
          <ac:chgData name="Guilherme Micota Stipp" userId="7d8a6ee1e82349c3" providerId="LiveId" clId="{6FA6293A-036C-439F-BB20-67D5A8177367}" dt="2022-04-25T17:19:52.267" v="1304" actId="14100"/>
          <ac:picMkLst>
            <pc:docMk/>
            <pc:sldMk cId="565055246" sldId="435"/>
            <ac:picMk id="12" creationId="{C5711C3B-C66B-4DC0-85F0-7BD223173F34}"/>
          </ac:picMkLst>
        </pc:picChg>
      </pc:sldChg>
    </pc:docChg>
  </pc:docChgLst>
  <pc:docChgLst>
    <pc:chgData name="Guilherme Micota Stipp" userId="7d8a6ee1e82349c3" providerId="LiveId" clId="{7140C168-0B5A-40E6-9446-CF1DC4B19548}"/>
    <pc:docChg chg="undo custSel addSld delSld modSld sldOrd">
      <pc:chgData name="Guilherme Micota Stipp" userId="7d8a6ee1e82349c3" providerId="LiveId" clId="{7140C168-0B5A-40E6-9446-CF1DC4B19548}" dt="2022-02-27T22:50:19.678" v="1394" actId="2890"/>
      <pc:docMkLst>
        <pc:docMk/>
      </pc:docMkLst>
      <pc:sldChg chg="modSp mod">
        <pc:chgData name="Guilherme Micota Stipp" userId="7d8a6ee1e82349c3" providerId="LiveId" clId="{7140C168-0B5A-40E6-9446-CF1DC4B19548}" dt="2022-02-22T13:16:52.573" v="1" actId="20577"/>
        <pc:sldMkLst>
          <pc:docMk/>
          <pc:sldMk cId="3178680452" sldId="256"/>
        </pc:sldMkLst>
        <pc:spChg chg="mod">
          <ac:chgData name="Guilherme Micota Stipp" userId="7d8a6ee1e82349c3" providerId="LiveId" clId="{7140C168-0B5A-40E6-9446-CF1DC4B19548}" dt="2022-02-22T13:16:52.573" v="1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7140C168-0B5A-40E6-9446-CF1DC4B19548}" dt="2022-02-27T22:49:58.733" v="1370" actId="20577"/>
        <pc:sldMkLst>
          <pc:docMk/>
          <pc:sldMk cId="4068793934" sldId="391"/>
        </pc:sldMkLst>
        <pc:spChg chg="mod">
          <ac:chgData name="Guilherme Micota Stipp" userId="7d8a6ee1e82349c3" providerId="LiveId" clId="{7140C168-0B5A-40E6-9446-CF1DC4B19548}" dt="2022-02-27T22:49:58.733" v="1370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del">
        <pc:chgData name="Guilherme Micota Stipp" userId="7d8a6ee1e82349c3" providerId="LiveId" clId="{7140C168-0B5A-40E6-9446-CF1DC4B19548}" dt="2022-02-22T13:16:59.883" v="8" actId="47"/>
        <pc:sldMkLst>
          <pc:docMk/>
          <pc:sldMk cId="961888503" sldId="393"/>
        </pc:sldMkLst>
      </pc:sldChg>
      <pc:sldChg chg="del">
        <pc:chgData name="Guilherme Micota Stipp" userId="7d8a6ee1e82349c3" providerId="LiveId" clId="{7140C168-0B5A-40E6-9446-CF1DC4B19548}" dt="2022-02-22T13:16:58.585" v="6" actId="47"/>
        <pc:sldMkLst>
          <pc:docMk/>
          <pc:sldMk cId="3708193429" sldId="394"/>
        </pc:sldMkLst>
      </pc:sldChg>
      <pc:sldChg chg="del">
        <pc:chgData name="Guilherme Micota Stipp" userId="7d8a6ee1e82349c3" providerId="LiveId" clId="{7140C168-0B5A-40E6-9446-CF1DC4B19548}" dt="2022-02-22T13:16:56.542" v="2" actId="47"/>
        <pc:sldMkLst>
          <pc:docMk/>
          <pc:sldMk cId="312470006" sldId="395"/>
        </pc:sldMkLst>
      </pc:sldChg>
      <pc:sldChg chg="del">
        <pc:chgData name="Guilherme Micota Stipp" userId="7d8a6ee1e82349c3" providerId="LiveId" clId="{7140C168-0B5A-40E6-9446-CF1DC4B19548}" dt="2022-02-22T13:16:56.974" v="3" actId="47"/>
        <pc:sldMkLst>
          <pc:docMk/>
          <pc:sldMk cId="1916886176" sldId="396"/>
        </pc:sldMkLst>
      </pc:sldChg>
      <pc:sldChg chg="del">
        <pc:chgData name="Guilherme Micota Stipp" userId="7d8a6ee1e82349c3" providerId="LiveId" clId="{7140C168-0B5A-40E6-9446-CF1DC4B19548}" dt="2022-02-22T13:16:57.294" v="4" actId="47"/>
        <pc:sldMkLst>
          <pc:docMk/>
          <pc:sldMk cId="1349606946" sldId="397"/>
        </pc:sldMkLst>
      </pc:sldChg>
      <pc:sldChg chg="del">
        <pc:chgData name="Guilherme Micota Stipp" userId="7d8a6ee1e82349c3" providerId="LiveId" clId="{7140C168-0B5A-40E6-9446-CF1DC4B19548}" dt="2022-02-22T13:16:59.062" v="7" actId="47"/>
        <pc:sldMkLst>
          <pc:docMk/>
          <pc:sldMk cId="1640118045" sldId="398"/>
        </pc:sldMkLst>
      </pc:sldChg>
      <pc:sldChg chg="addSp delSp modSp mod">
        <pc:chgData name="Guilherme Micota Stipp" userId="7d8a6ee1e82349c3" providerId="LiveId" clId="{7140C168-0B5A-40E6-9446-CF1DC4B19548}" dt="2022-02-27T22:50:17.588" v="1393" actId="20577"/>
        <pc:sldMkLst>
          <pc:docMk/>
          <pc:sldMk cId="236232426" sldId="399"/>
        </pc:sldMkLst>
        <pc:spChg chg="mod">
          <ac:chgData name="Guilherme Micota Stipp" userId="7d8a6ee1e82349c3" providerId="LiveId" clId="{7140C168-0B5A-40E6-9446-CF1DC4B19548}" dt="2022-02-27T22:50:17.588" v="1393" actId="20577"/>
          <ac:spMkLst>
            <pc:docMk/>
            <pc:sldMk cId="236232426" sldId="399"/>
            <ac:spMk id="10" creationId="{0DC30F15-2778-418E-A2EF-BEAEC6F95C4E}"/>
          </ac:spMkLst>
        </pc:spChg>
        <pc:picChg chg="del">
          <ac:chgData name="Guilherme Micota Stipp" userId="7d8a6ee1e82349c3" providerId="LiveId" clId="{7140C168-0B5A-40E6-9446-CF1DC4B19548}" dt="2022-02-22T13:17:06.067" v="11" actId="478"/>
          <ac:picMkLst>
            <pc:docMk/>
            <pc:sldMk cId="236232426" sldId="399"/>
            <ac:picMk id="8" creationId="{522E2ECB-1BF4-444A-9254-FC7F2851870C}"/>
          </ac:picMkLst>
        </pc:picChg>
        <pc:picChg chg="add del mod">
          <ac:chgData name="Guilherme Micota Stipp" userId="7d8a6ee1e82349c3" providerId="LiveId" clId="{7140C168-0B5A-40E6-9446-CF1DC4B19548}" dt="2022-02-23T13:15:52.827" v="577" actId="478"/>
          <ac:picMkLst>
            <pc:docMk/>
            <pc:sldMk cId="236232426" sldId="399"/>
            <ac:picMk id="8" creationId="{FC913AAC-60BD-4D3A-8696-2DDCF1883FA1}"/>
          </ac:picMkLst>
        </pc:picChg>
        <pc:picChg chg="add del mod">
          <ac:chgData name="Guilherme Micota Stipp" userId="7d8a6ee1e82349c3" providerId="LiveId" clId="{7140C168-0B5A-40E6-9446-CF1DC4B19548}" dt="2022-02-23T13:15:56.947" v="585" actId="478"/>
          <ac:picMkLst>
            <pc:docMk/>
            <pc:sldMk cId="236232426" sldId="399"/>
            <ac:picMk id="12" creationId="{103AEE07-D850-4803-A7F8-6A637D7CC31B}"/>
          </ac:picMkLst>
        </pc:picChg>
        <pc:picChg chg="add del mod">
          <ac:chgData name="Guilherme Micota Stipp" userId="7d8a6ee1e82349c3" providerId="LiveId" clId="{7140C168-0B5A-40E6-9446-CF1DC4B19548}" dt="2022-02-27T22:50:09.509" v="1372" actId="478"/>
          <ac:picMkLst>
            <pc:docMk/>
            <pc:sldMk cId="236232426" sldId="399"/>
            <ac:picMk id="14" creationId="{B8D6FB4C-7A8D-4CB0-A3BE-8B0DB208DC70}"/>
          </ac:picMkLst>
        </pc:picChg>
      </pc:sldChg>
      <pc:sldChg chg="del">
        <pc:chgData name="Guilherme Micota Stipp" userId="7d8a6ee1e82349c3" providerId="LiveId" clId="{7140C168-0B5A-40E6-9446-CF1DC4B19548}" dt="2022-02-22T13:17:01.871" v="9" actId="47"/>
        <pc:sldMkLst>
          <pc:docMk/>
          <pc:sldMk cId="963751770" sldId="400"/>
        </pc:sldMkLst>
      </pc:sldChg>
      <pc:sldChg chg="addSp delSp modSp add mod">
        <pc:chgData name="Guilherme Micota Stipp" userId="7d8a6ee1e82349c3" providerId="LiveId" clId="{7140C168-0B5A-40E6-9446-CF1DC4B19548}" dt="2022-02-23T13:57:56.676" v="744" actId="14100"/>
        <pc:sldMkLst>
          <pc:docMk/>
          <pc:sldMk cId="2953335727" sldId="400"/>
        </pc:sldMkLst>
        <pc:picChg chg="add del mod">
          <ac:chgData name="Guilherme Micota Stipp" userId="7d8a6ee1e82349c3" providerId="LiveId" clId="{7140C168-0B5A-40E6-9446-CF1DC4B19548}" dt="2022-02-23T13:56:43.862" v="666" actId="478"/>
          <ac:picMkLst>
            <pc:docMk/>
            <pc:sldMk cId="2953335727" sldId="400"/>
            <ac:picMk id="8" creationId="{DAB52730-4AE7-4AFA-BDDF-5D6F9E782D39}"/>
          </ac:picMkLst>
        </pc:picChg>
        <pc:picChg chg="add del mod">
          <ac:chgData name="Guilherme Micota Stipp" userId="7d8a6ee1e82349c3" providerId="LiveId" clId="{7140C168-0B5A-40E6-9446-CF1DC4B19548}" dt="2022-02-23T13:57:46.656" v="707" actId="478"/>
          <ac:picMkLst>
            <pc:docMk/>
            <pc:sldMk cId="2953335727" sldId="400"/>
            <ac:picMk id="11" creationId="{0EBBDD62-6AD8-4097-9C90-46AACA83FFE7}"/>
          </ac:picMkLst>
        </pc:picChg>
        <pc:picChg chg="add mod">
          <ac:chgData name="Guilherme Micota Stipp" userId="7d8a6ee1e82349c3" providerId="LiveId" clId="{7140C168-0B5A-40E6-9446-CF1DC4B19548}" dt="2022-02-23T13:57:56.676" v="744" actId="14100"/>
          <ac:picMkLst>
            <pc:docMk/>
            <pc:sldMk cId="2953335727" sldId="400"/>
            <ac:picMk id="13" creationId="{09A736EC-1107-483B-9400-3BA89AD28267}"/>
          </ac:picMkLst>
        </pc:picChg>
        <pc:picChg chg="del">
          <ac:chgData name="Guilherme Micota Stipp" userId="7d8a6ee1e82349c3" providerId="LiveId" clId="{7140C168-0B5A-40E6-9446-CF1DC4B19548}" dt="2022-02-23T13:16:42.133" v="623" actId="478"/>
          <ac:picMkLst>
            <pc:docMk/>
            <pc:sldMk cId="2953335727" sldId="400"/>
            <ac:picMk id="14" creationId="{B8D6FB4C-7A8D-4CB0-A3BE-8B0DB208DC70}"/>
          </ac:picMkLst>
        </pc:picChg>
      </pc:sldChg>
      <pc:sldChg chg="del">
        <pc:chgData name="Guilherme Micota Stipp" userId="7d8a6ee1e82349c3" providerId="LiveId" clId="{7140C168-0B5A-40E6-9446-CF1DC4B19548}" dt="2022-02-22T13:17:03.229" v="10" actId="47"/>
        <pc:sldMkLst>
          <pc:docMk/>
          <pc:sldMk cId="1221778533" sldId="401"/>
        </pc:sldMkLst>
      </pc:sldChg>
      <pc:sldChg chg="addSp delSp modSp add mod ord">
        <pc:chgData name="Guilherme Micota Stipp" userId="7d8a6ee1e82349c3" providerId="LiveId" clId="{7140C168-0B5A-40E6-9446-CF1DC4B19548}" dt="2022-02-24T02:02:23.258" v="1266"/>
        <pc:sldMkLst>
          <pc:docMk/>
          <pc:sldMk cId="1377187411" sldId="401"/>
        </pc:sldMkLst>
        <pc:spChg chg="mod">
          <ac:chgData name="Guilherme Micota Stipp" userId="7d8a6ee1e82349c3" providerId="LiveId" clId="{7140C168-0B5A-40E6-9446-CF1DC4B19548}" dt="2022-02-23T15:07:23.441" v="793" actId="20577"/>
          <ac:spMkLst>
            <pc:docMk/>
            <pc:sldMk cId="1377187411" sldId="401"/>
            <ac:spMk id="10" creationId="{0DC30F15-2778-418E-A2EF-BEAEC6F95C4E}"/>
          </ac:spMkLst>
        </pc:spChg>
        <pc:picChg chg="add mod">
          <ac:chgData name="Guilherme Micota Stipp" userId="7d8a6ee1e82349c3" providerId="LiveId" clId="{7140C168-0B5A-40E6-9446-CF1DC4B19548}" dt="2022-02-23T15:07:33.136" v="829" actId="14100"/>
          <ac:picMkLst>
            <pc:docMk/>
            <pc:sldMk cId="1377187411" sldId="401"/>
            <ac:picMk id="8" creationId="{67BD5C12-31F2-47F5-8BC4-92315CA2634B}"/>
          </ac:picMkLst>
        </pc:picChg>
        <pc:picChg chg="del">
          <ac:chgData name="Guilherme Micota Stipp" userId="7d8a6ee1e82349c3" providerId="LiveId" clId="{7140C168-0B5A-40E6-9446-CF1DC4B19548}" dt="2022-02-23T15:07:14.374" v="761" actId="478"/>
          <ac:picMkLst>
            <pc:docMk/>
            <pc:sldMk cId="1377187411" sldId="401"/>
            <ac:picMk id="13" creationId="{09A736EC-1107-483B-9400-3BA89AD28267}"/>
          </ac:picMkLst>
        </pc:picChg>
      </pc:sldChg>
      <pc:sldChg chg="addSp delSp modSp add mod ord">
        <pc:chgData name="Guilherme Micota Stipp" userId="7d8a6ee1e82349c3" providerId="LiveId" clId="{7140C168-0B5A-40E6-9446-CF1DC4B19548}" dt="2022-02-24T02:02:23.258" v="1266"/>
        <pc:sldMkLst>
          <pc:docMk/>
          <pc:sldMk cId="213482182" sldId="402"/>
        </pc:sldMkLst>
        <pc:picChg chg="del">
          <ac:chgData name="Guilherme Micota Stipp" userId="7d8a6ee1e82349c3" providerId="LiveId" clId="{7140C168-0B5A-40E6-9446-CF1DC4B19548}" dt="2022-02-23T15:10:17.202" v="831" actId="478"/>
          <ac:picMkLst>
            <pc:docMk/>
            <pc:sldMk cId="213482182" sldId="402"/>
            <ac:picMk id="8" creationId="{67BD5C12-31F2-47F5-8BC4-92315CA2634B}"/>
          </ac:picMkLst>
        </pc:picChg>
        <pc:picChg chg="add mod">
          <ac:chgData name="Guilherme Micota Stipp" userId="7d8a6ee1e82349c3" providerId="LiveId" clId="{7140C168-0B5A-40E6-9446-CF1DC4B19548}" dt="2022-02-23T15:14:15.653" v="873" actId="14100"/>
          <ac:picMkLst>
            <pc:docMk/>
            <pc:sldMk cId="213482182" sldId="402"/>
            <ac:picMk id="11" creationId="{15E453C0-0350-4EF6-B7AB-C689CC260758}"/>
          </ac:picMkLst>
        </pc:picChg>
      </pc:sldChg>
      <pc:sldChg chg="del">
        <pc:chgData name="Guilherme Micota Stipp" userId="7d8a6ee1e82349c3" providerId="LiveId" clId="{7140C168-0B5A-40E6-9446-CF1DC4B19548}" dt="2022-02-22T13:16:57.621" v="5" actId="47"/>
        <pc:sldMkLst>
          <pc:docMk/>
          <pc:sldMk cId="3685065780" sldId="402"/>
        </pc:sldMkLst>
      </pc:sldChg>
      <pc:sldChg chg="add del">
        <pc:chgData name="Guilherme Micota Stipp" userId="7d8a6ee1e82349c3" providerId="LiveId" clId="{7140C168-0B5A-40E6-9446-CF1DC4B19548}" dt="2022-02-23T15:15:10.408" v="898" actId="2890"/>
        <pc:sldMkLst>
          <pc:docMk/>
          <pc:sldMk cId="756276040" sldId="403"/>
        </pc:sldMkLst>
      </pc:sldChg>
      <pc:sldChg chg="addSp delSp modSp add mod ord">
        <pc:chgData name="Guilherme Micota Stipp" userId="7d8a6ee1e82349c3" providerId="LiveId" clId="{7140C168-0B5A-40E6-9446-CF1DC4B19548}" dt="2022-02-24T02:02:28.558" v="1268"/>
        <pc:sldMkLst>
          <pc:docMk/>
          <pc:sldMk cId="2055683902" sldId="403"/>
        </pc:sldMkLst>
        <pc:picChg chg="add del mod">
          <ac:chgData name="Guilherme Micota Stipp" userId="7d8a6ee1e82349c3" providerId="LiveId" clId="{7140C168-0B5A-40E6-9446-CF1DC4B19548}" dt="2022-02-23T19:12:38.161" v="980" actId="478"/>
          <ac:picMkLst>
            <pc:docMk/>
            <pc:sldMk cId="2055683902" sldId="403"/>
            <ac:picMk id="8" creationId="{D429144B-A5FB-4036-8716-7EBEEC0663D1}"/>
          </ac:picMkLst>
        </pc:picChg>
        <pc:picChg chg="del">
          <ac:chgData name="Guilherme Micota Stipp" userId="7d8a6ee1e82349c3" providerId="LiveId" clId="{7140C168-0B5A-40E6-9446-CF1DC4B19548}" dt="2022-02-23T15:15:29.404" v="938" actId="478"/>
          <ac:picMkLst>
            <pc:docMk/>
            <pc:sldMk cId="2055683902" sldId="403"/>
            <ac:picMk id="11" creationId="{15E453C0-0350-4EF6-B7AB-C689CC260758}"/>
          </ac:picMkLst>
        </pc:picChg>
        <pc:picChg chg="add mod">
          <ac:chgData name="Guilherme Micota Stipp" userId="7d8a6ee1e82349c3" providerId="LiveId" clId="{7140C168-0B5A-40E6-9446-CF1DC4B19548}" dt="2022-02-23T19:12:47.226" v="1020" actId="14100"/>
          <ac:picMkLst>
            <pc:docMk/>
            <pc:sldMk cId="2055683902" sldId="403"/>
            <ac:picMk id="11" creationId="{4E9BBE56-8AE0-48E4-827A-0FCAD141A677}"/>
          </ac:picMkLst>
        </pc:picChg>
      </pc:sldChg>
      <pc:sldChg chg="addSp delSp modSp add mod ord">
        <pc:chgData name="Guilherme Micota Stipp" userId="7d8a6ee1e82349c3" providerId="LiveId" clId="{7140C168-0B5A-40E6-9446-CF1DC4B19548}" dt="2022-02-24T02:02:15.049" v="1264"/>
        <pc:sldMkLst>
          <pc:docMk/>
          <pc:sldMk cId="419424506" sldId="404"/>
        </pc:sldMkLst>
        <pc:spChg chg="mod">
          <ac:chgData name="Guilherme Micota Stipp" userId="7d8a6ee1e82349c3" providerId="LiveId" clId="{7140C168-0B5A-40E6-9446-CF1DC4B19548}" dt="2022-02-24T01:13:48.998" v="1067" actId="20577"/>
          <ac:spMkLst>
            <pc:docMk/>
            <pc:sldMk cId="419424506" sldId="404"/>
            <ac:spMk id="10" creationId="{0DC30F15-2778-418E-A2EF-BEAEC6F95C4E}"/>
          </ac:spMkLst>
        </pc:spChg>
        <pc:picChg chg="add del mod">
          <ac:chgData name="Guilherme Micota Stipp" userId="7d8a6ee1e82349c3" providerId="LiveId" clId="{7140C168-0B5A-40E6-9446-CF1DC4B19548}" dt="2022-02-24T01:19:58.058" v="1113" actId="478"/>
          <ac:picMkLst>
            <pc:docMk/>
            <pc:sldMk cId="419424506" sldId="404"/>
            <ac:picMk id="8" creationId="{F2F8B8E7-349B-4079-ADF8-31D9AA2A9AD6}"/>
          </ac:picMkLst>
        </pc:picChg>
        <pc:picChg chg="del">
          <ac:chgData name="Guilherme Micota Stipp" userId="7d8a6ee1e82349c3" providerId="LiveId" clId="{7140C168-0B5A-40E6-9446-CF1DC4B19548}" dt="2022-02-24T01:13:51.308" v="1068" actId="478"/>
          <ac:picMkLst>
            <pc:docMk/>
            <pc:sldMk cId="419424506" sldId="404"/>
            <ac:picMk id="11" creationId="{15E453C0-0350-4EF6-B7AB-C689CC260758}"/>
          </ac:picMkLst>
        </pc:picChg>
        <pc:picChg chg="add mod">
          <ac:chgData name="Guilherme Micota Stipp" userId="7d8a6ee1e82349c3" providerId="LiveId" clId="{7140C168-0B5A-40E6-9446-CF1DC4B19548}" dt="2022-02-24T01:20:08.109" v="1149" actId="14100"/>
          <ac:picMkLst>
            <pc:docMk/>
            <pc:sldMk cId="419424506" sldId="404"/>
            <ac:picMk id="13" creationId="{EC7A96C8-97E3-4EB1-BC9F-0C11BA695417}"/>
          </ac:picMkLst>
        </pc:picChg>
      </pc:sldChg>
      <pc:sldChg chg="addSp delSp modSp add mod ord">
        <pc:chgData name="Guilherme Micota Stipp" userId="7d8a6ee1e82349c3" providerId="LiveId" clId="{7140C168-0B5A-40E6-9446-CF1DC4B19548}" dt="2022-02-24T02:02:15.049" v="1264"/>
        <pc:sldMkLst>
          <pc:docMk/>
          <pc:sldMk cId="2850634303" sldId="405"/>
        </pc:sldMkLst>
        <pc:picChg chg="add del mod">
          <ac:chgData name="Guilherme Micota Stipp" userId="7d8a6ee1e82349c3" providerId="LiveId" clId="{7140C168-0B5A-40E6-9446-CF1DC4B19548}" dt="2022-02-24T01:20:15.141" v="1150" actId="478"/>
          <ac:picMkLst>
            <pc:docMk/>
            <pc:sldMk cId="2850634303" sldId="405"/>
            <ac:picMk id="8" creationId="{5B60B74A-18C6-4AD9-A415-7910C142412A}"/>
          </ac:picMkLst>
        </pc:picChg>
        <pc:picChg chg="add mod">
          <ac:chgData name="Guilherme Micota Stipp" userId="7d8a6ee1e82349c3" providerId="LiveId" clId="{7140C168-0B5A-40E6-9446-CF1DC4B19548}" dt="2022-02-24T01:20:23.995" v="1186" actId="14100"/>
          <ac:picMkLst>
            <pc:docMk/>
            <pc:sldMk cId="2850634303" sldId="405"/>
            <ac:picMk id="12" creationId="{9E6FC1E3-E995-4FAA-A380-9114135AD7F6}"/>
          </ac:picMkLst>
        </pc:picChg>
      </pc:sldChg>
      <pc:sldChg chg="addSp delSp modSp add mod ord">
        <pc:chgData name="Guilherme Micota Stipp" userId="7d8a6ee1e82349c3" providerId="LiveId" clId="{7140C168-0B5A-40E6-9446-CF1DC4B19548}" dt="2022-02-24T02:02:28.558" v="1268"/>
        <pc:sldMkLst>
          <pc:docMk/>
          <pc:sldMk cId="257289335" sldId="406"/>
        </pc:sldMkLst>
        <pc:picChg chg="add mod">
          <ac:chgData name="Guilherme Micota Stipp" userId="7d8a6ee1e82349c3" providerId="LiveId" clId="{7140C168-0B5A-40E6-9446-CF1DC4B19548}" dt="2022-02-24T02:01:04.634" v="1235" actId="14100"/>
          <ac:picMkLst>
            <pc:docMk/>
            <pc:sldMk cId="257289335" sldId="406"/>
            <ac:picMk id="8" creationId="{6A24C662-6650-4E3E-A79B-2B43C39604CF}"/>
          </ac:picMkLst>
        </pc:picChg>
        <pc:picChg chg="del">
          <ac:chgData name="Guilherme Micota Stipp" userId="7d8a6ee1e82349c3" providerId="LiveId" clId="{7140C168-0B5A-40E6-9446-CF1DC4B19548}" dt="2022-02-24T02:00:53.656" v="1188" actId="478"/>
          <ac:picMkLst>
            <pc:docMk/>
            <pc:sldMk cId="257289335" sldId="406"/>
            <ac:picMk id="12" creationId="{9E6FC1E3-E995-4FAA-A380-9114135AD7F6}"/>
          </ac:picMkLst>
        </pc:picChg>
      </pc:sldChg>
      <pc:sldChg chg="addSp delSp modSp add mod">
        <pc:chgData name="Guilherme Micota Stipp" userId="7d8a6ee1e82349c3" providerId="LiveId" clId="{7140C168-0B5A-40E6-9446-CF1DC4B19548}" dt="2022-02-24T18:55:40.036" v="1308" actId="14100"/>
        <pc:sldMkLst>
          <pc:docMk/>
          <pc:sldMk cId="2344046376" sldId="407"/>
        </pc:sldMkLst>
        <pc:picChg chg="add mod">
          <ac:chgData name="Guilherme Micota Stipp" userId="7d8a6ee1e82349c3" providerId="LiveId" clId="{7140C168-0B5A-40E6-9446-CF1DC4B19548}" dt="2022-02-24T18:55:40.036" v="1308" actId="14100"/>
          <ac:picMkLst>
            <pc:docMk/>
            <pc:sldMk cId="2344046376" sldId="407"/>
            <ac:picMk id="8" creationId="{1ABCB43D-7093-4288-B395-854B5B49E5D7}"/>
          </ac:picMkLst>
        </pc:picChg>
        <pc:picChg chg="del">
          <ac:chgData name="Guilherme Micota Stipp" userId="7d8a6ee1e82349c3" providerId="LiveId" clId="{7140C168-0B5A-40E6-9446-CF1DC4B19548}" dt="2022-02-24T18:55:29.888" v="1270" actId="478"/>
          <ac:picMkLst>
            <pc:docMk/>
            <pc:sldMk cId="2344046376" sldId="407"/>
            <ac:picMk id="13" creationId="{09A736EC-1107-483B-9400-3BA89AD28267}"/>
          </ac:picMkLst>
        </pc:picChg>
      </pc:sldChg>
      <pc:sldChg chg="add">
        <pc:chgData name="Guilherme Micota Stipp" userId="7d8a6ee1e82349c3" providerId="LiveId" clId="{7140C168-0B5A-40E6-9446-CF1DC4B19548}" dt="2022-02-27T22:50:06.798" v="1371" actId="2890"/>
        <pc:sldMkLst>
          <pc:docMk/>
          <pc:sldMk cId="3328700761" sldId="408"/>
        </pc:sldMkLst>
      </pc:sldChg>
      <pc:sldChg chg="add">
        <pc:chgData name="Guilherme Micota Stipp" userId="7d8a6ee1e82349c3" providerId="LiveId" clId="{7140C168-0B5A-40E6-9446-CF1DC4B19548}" dt="2022-02-27T22:50:19.678" v="1394" actId="2890"/>
        <pc:sldMkLst>
          <pc:docMk/>
          <pc:sldMk cId="1189271507" sldId="409"/>
        </pc:sldMkLst>
      </pc:sldChg>
    </pc:docChg>
  </pc:docChgLst>
  <pc:docChgLst>
    <pc:chgData name="Guilherme Micota Stipp" userId="7d8a6ee1e82349c3" providerId="LiveId" clId="{E513B99D-6336-4720-945D-0260D8C10380}"/>
    <pc:docChg chg="undo custSel addSld delSld modSld">
      <pc:chgData name="Guilherme Micota Stipp" userId="7d8a6ee1e82349c3" providerId="LiveId" clId="{E513B99D-6336-4720-945D-0260D8C10380}" dt="2021-08-02T02:23:52.174" v="896" actId="20577"/>
      <pc:docMkLst>
        <pc:docMk/>
      </pc:docMkLst>
      <pc:sldChg chg="modSp mod">
        <pc:chgData name="Guilherme Micota Stipp" userId="7d8a6ee1e82349c3" providerId="LiveId" clId="{E513B99D-6336-4720-945D-0260D8C10380}" dt="2021-08-01T21:16:08.890" v="11" actId="20577"/>
        <pc:sldMkLst>
          <pc:docMk/>
          <pc:sldMk cId="3178680452" sldId="256"/>
        </pc:sldMkLst>
        <pc:spChg chg="mod">
          <ac:chgData name="Guilherme Micota Stipp" userId="7d8a6ee1e82349c3" providerId="LiveId" clId="{E513B99D-6336-4720-945D-0260D8C10380}" dt="2021-08-01T21:16:08.890" v="11" actId="20577"/>
          <ac:spMkLst>
            <pc:docMk/>
            <pc:sldMk cId="3178680452" sldId="256"/>
            <ac:spMk id="7" creationId="{691494A9-F400-4813-A72C-3E12B134F67F}"/>
          </ac:spMkLst>
        </pc:spChg>
      </pc:sldChg>
      <pc:sldChg chg="addSp delSp modSp mod">
        <pc:chgData name="Guilherme Micota Stipp" userId="7d8a6ee1e82349c3" providerId="LiveId" clId="{E513B99D-6336-4720-945D-0260D8C10380}" dt="2021-08-01T21:17:40.370" v="62" actId="14100"/>
        <pc:sldMkLst>
          <pc:docMk/>
          <pc:sldMk cId="1259924771" sldId="299"/>
        </pc:sldMkLst>
        <pc:spChg chg="mod">
          <ac:chgData name="Guilherme Micota Stipp" userId="7d8a6ee1e82349c3" providerId="LiveId" clId="{E513B99D-6336-4720-945D-0260D8C10380}" dt="2021-08-01T21:16:27.200" v="25" actId="20577"/>
          <ac:spMkLst>
            <pc:docMk/>
            <pc:sldMk cId="1259924771" sldId="299"/>
            <ac:spMk id="4" creationId="{2A67854E-8517-42A3-8969-210A77F2C314}"/>
          </ac:spMkLst>
        </pc:spChg>
        <pc:spChg chg="mod">
          <ac:chgData name="Guilherme Micota Stipp" userId="7d8a6ee1e82349c3" providerId="LiveId" clId="{E513B99D-6336-4720-945D-0260D8C10380}" dt="2021-08-01T21:17:20.265" v="35" actId="2711"/>
          <ac:spMkLst>
            <pc:docMk/>
            <pc:sldMk cId="1259924771" sldId="299"/>
            <ac:spMk id="10" creationId="{0DC30F15-2778-418E-A2EF-BEAEC6F95C4E}"/>
          </ac:spMkLst>
        </pc:spChg>
        <pc:picChg chg="del">
          <ac:chgData name="Guilherme Micota Stipp" userId="7d8a6ee1e82349c3" providerId="LiveId" clId="{E513B99D-6336-4720-945D-0260D8C10380}" dt="2021-08-01T21:17:27.607" v="36" actId="478"/>
          <ac:picMkLst>
            <pc:docMk/>
            <pc:sldMk cId="1259924771" sldId="299"/>
            <ac:picMk id="8" creationId="{0DFED7A1-9B00-4F26-9EBA-3D24BC10CEBC}"/>
          </ac:picMkLst>
        </pc:picChg>
        <pc:picChg chg="add mod">
          <ac:chgData name="Guilherme Micota Stipp" userId="7d8a6ee1e82349c3" providerId="LiveId" clId="{E513B99D-6336-4720-945D-0260D8C10380}" dt="2021-08-01T21:17:40.370" v="62" actId="14100"/>
          <ac:picMkLst>
            <pc:docMk/>
            <pc:sldMk cId="1259924771" sldId="299"/>
            <ac:picMk id="11" creationId="{A4586471-B521-486A-8718-4AFE16FD89B2}"/>
          </ac:picMkLst>
        </pc:picChg>
      </pc:sldChg>
      <pc:sldChg chg="addSp delSp modSp mod">
        <pc:chgData name="Guilherme Micota Stipp" userId="7d8a6ee1e82349c3" providerId="LiveId" clId="{E513B99D-6336-4720-945D-0260D8C10380}" dt="2021-08-02T00:53:37.649" v="489" actId="14100"/>
        <pc:sldMkLst>
          <pc:docMk/>
          <pc:sldMk cId="2321114233" sldId="300"/>
        </pc:sldMkLst>
        <pc:spChg chg="mod">
          <ac:chgData name="Guilherme Micota Stipp" userId="7d8a6ee1e82349c3" providerId="LiveId" clId="{E513B99D-6336-4720-945D-0260D8C10380}" dt="2021-08-01T21:16:16.765" v="17" actId="20577"/>
          <ac:spMkLst>
            <pc:docMk/>
            <pc:sldMk cId="2321114233" sldId="300"/>
            <ac:spMk id="4" creationId="{2A67854E-8517-42A3-8969-210A77F2C314}"/>
          </ac:spMkLst>
        </pc:spChg>
        <pc:spChg chg="del mod">
          <ac:chgData name="Guilherme Micota Stipp" userId="7d8a6ee1e82349c3" providerId="LiveId" clId="{E513B99D-6336-4720-945D-0260D8C10380}" dt="2021-08-01T21:22:13.026" v="214" actId="478"/>
          <ac:spMkLst>
            <pc:docMk/>
            <pc:sldMk cId="2321114233" sldId="300"/>
            <ac:spMk id="10" creationId="{0DC30F15-2778-418E-A2EF-BEAEC6F95C4E}"/>
          </ac:spMkLst>
        </pc:spChg>
        <pc:spChg chg="add mod">
          <ac:chgData name="Guilherme Micota Stipp" userId="7d8a6ee1e82349c3" providerId="LiveId" clId="{E513B99D-6336-4720-945D-0260D8C10380}" dt="2021-08-01T21:22:24.915" v="233" actId="20577"/>
          <ac:spMkLst>
            <pc:docMk/>
            <pc:sldMk cId="2321114233" sldId="300"/>
            <ac:spMk id="12" creationId="{27BDF0BE-9723-44CB-91B3-94662E64D5E3}"/>
          </ac:spMkLst>
        </pc:spChg>
        <pc:picChg chg="add del mod">
          <ac:chgData name="Guilherme Micota Stipp" userId="7d8a6ee1e82349c3" providerId="LiveId" clId="{E513B99D-6336-4720-945D-0260D8C10380}" dt="2021-08-01T21:18:01.543" v="64" actId="478"/>
          <ac:picMkLst>
            <pc:docMk/>
            <pc:sldMk cId="2321114233" sldId="300"/>
            <ac:picMk id="8" creationId="{681E0F0B-8CC5-48F6-A3FE-26DDF3FDF27A}"/>
          </ac:picMkLst>
        </pc:picChg>
        <pc:picChg chg="del">
          <ac:chgData name="Guilherme Micota Stipp" userId="7d8a6ee1e82349c3" providerId="LiveId" clId="{E513B99D-6336-4720-945D-0260D8C10380}" dt="2021-08-01T21:16:38.288" v="26" actId="478"/>
          <ac:picMkLst>
            <pc:docMk/>
            <pc:sldMk cId="2321114233" sldId="300"/>
            <ac:picMk id="11" creationId="{1C111AD0-7179-48B7-B72D-7259365A5FCB}"/>
          </ac:picMkLst>
        </pc:picChg>
        <pc:picChg chg="add mod">
          <ac:chgData name="Guilherme Micota Stipp" userId="7d8a6ee1e82349c3" providerId="LiveId" clId="{E513B99D-6336-4720-945D-0260D8C10380}" dt="2021-08-02T00:53:37.649" v="489" actId="14100"/>
          <ac:picMkLst>
            <pc:docMk/>
            <pc:sldMk cId="2321114233" sldId="300"/>
            <ac:picMk id="14" creationId="{450E421F-FD30-4F56-AB6F-8FC3B82F578E}"/>
          </ac:picMkLst>
        </pc:picChg>
      </pc:sldChg>
      <pc:sldChg chg="addSp delSp modSp add mod">
        <pc:chgData name="Guilherme Micota Stipp" userId="7d8a6ee1e82349c3" providerId="LiveId" clId="{E513B99D-6336-4720-945D-0260D8C10380}" dt="2021-08-02T01:05:46.642" v="644" actId="20577"/>
        <pc:sldMkLst>
          <pc:docMk/>
          <pc:sldMk cId="2472622703" sldId="301"/>
        </pc:sldMkLst>
        <pc:spChg chg="mod">
          <ac:chgData name="Guilherme Micota Stipp" userId="7d8a6ee1e82349c3" providerId="LiveId" clId="{E513B99D-6336-4720-945D-0260D8C10380}" dt="2021-08-02T01:05:46.642" v="644" actId="20577"/>
          <ac:spMkLst>
            <pc:docMk/>
            <pc:sldMk cId="2472622703" sldId="301"/>
            <ac:spMk id="10" creationId="{0DC30F15-2778-418E-A2EF-BEAEC6F95C4E}"/>
          </ac:spMkLst>
        </pc:spChg>
        <pc:picChg chg="del">
          <ac:chgData name="Guilherme Micota Stipp" userId="7d8a6ee1e82349c3" providerId="LiveId" clId="{E513B99D-6336-4720-945D-0260D8C10380}" dt="2021-08-01T21:18:36.428" v="65" actId="478"/>
          <ac:picMkLst>
            <pc:docMk/>
            <pc:sldMk cId="2472622703" sldId="301"/>
            <ac:picMk id="8" creationId="{681E0F0B-8CC5-48F6-A3FE-26DDF3FDF27A}"/>
          </ac:picMkLst>
        </pc:picChg>
        <pc:picChg chg="mod">
          <ac:chgData name="Guilherme Micota Stipp" userId="7d8a6ee1e82349c3" providerId="LiveId" clId="{E513B99D-6336-4720-945D-0260D8C10380}" dt="2021-08-01T21:21:54.838" v="195" actId="1037"/>
          <ac:picMkLst>
            <pc:docMk/>
            <pc:sldMk cId="2472622703" sldId="301"/>
            <ac:picMk id="9" creationId="{D6A9D3FF-1ABA-42CE-9AC5-323305CC68EA}"/>
          </ac:picMkLst>
        </pc:picChg>
        <pc:picChg chg="add del mod">
          <ac:chgData name="Guilherme Micota Stipp" userId="7d8a6ee1e82349c3" providerId="LiveId" clId="{E513B99D-6336-4720-945D-0260D8C10380}" dt="2021-08-01T21:21:41.234" v="191" actId="478"/>
          <ac:picMkLst>
            <pc:docMk/>
            <pc:sldMk cId="2472622703" sldId="301"/>
            <ac:picMk id="11" creationId="{B10D469C-A1DE-4F6E-B082-47FB4A3163CD}"/>
          </ac:picMkLst>
        </pc:picChg>
        <pc:picChg chg="add del mod">
          <ac:chgData name="Guilherme Micota Stipp" userId="7d8a6ee1e82349c3" providerId="LiveId" clId="{E513B99D-6336-4720-945D-0260D8C10380}" dt="2021-08-01T21:33:38.248" v="258" actId="478"/>
          <ac:picMkLst>
            <pc:docMk/>
            <pc:sldMk cId="2472622703" sldId="301"/>
            <ac:picMk id="13" creationId="{52FB2864-FD32-4EDC-A446-0C3DBCAFBED3}"/>
          </ac:picMkLst>
        </pc:picChg>
        <pc:picChg chg="add del mod">
          <ac:chgData name="Guilherme Micota Stipp" userId="7d8a6ee1e82349c3" providerId="LiveId" clId="{E513B99D-6336-4720-945D-0260D8C10380}" dt="2021-08-02T01:02:30.798" v="491" actId="478"/>
          <ac:picMkLst>
            <pc:docMk/>
            <pc:sldMk cId="2472622703" sldId="301"/>
            <ac:picMk id="15" creationId="{F19F49F0-74DE-4FB6-B9E1-226B1654B7DE}"/>
          </ac:picMkLst>
        </pc:picChg>
        <pc:picChg chg="add del mod">
          <ac:chgData name="Guilherme Micota Stipp" userId="7d8a6ee1e82349c3" providerId="LiveId" clId="{E513B99D-6336-4720-945D-0260D8C10380}" dt="2021-08-02T01:02:44.506" v="524" actId="478"/>
          <ac:picMkLst>
            <pc:docMk/>
            <pc:sldMk cId="2472622703" sldId="301"/>
            <ac:picMk id="17" creationId="{B3B457E5-A972-4DAE-A367-3C64A7A4DC75}"/>
          </ac:picMkLst>
        </pc:picChg>
        <pc:picChg chg="add del mod">
          <ac:chgData name="Guilherme Micota Stipp" userId="7d8a6ee1e82349c3" providerId="LiveId" clId="{E513B99D-6336-4720-945D-0260D8C10380}" dt="2021-08-02T01:03:52.757" v="533" actId="478"/>
          <ac:picMkLst>
            <pc:docMk/>
            <pc:sldMk cId="2472622703" sldId="301"/>
            <ac:picMk id="19" creationId="{3246D1DE-B5B7-4CB2-A40D-EFB8752EC7D0}"/>
          </ac:picMkLst>
        </pc:picChg>
        <pc:picChg chg="add del mod">
          <ac:chgData name="Guilherme Micota Stipp" userId="7d8a6ee1e82349c3" providerId="LiveId" clId="{E513B99D-6336-4720-945D-0260D8C10380}" dt="2021-08-02T01:03:52.074" v="532" actId="478"/>
          <ac:picMkLst>
            <pc:docMk/>
            <pc:sldMk cId="2472622703" sldId="301"/>
            <ac:picMk id="21" creationId="{2F7A6E74-E7CF-4F30-BE0F-33721A09C53D}"/>
          </ac:picMkLst>
        </pc:picChg>
        <pc:picChg chg="add mod">
          <ac:chgData name="Guilherme Micota Stipp" userId="7d8a6ee1e82349c3" providerId="LiveId" clId="{E513B99D-6336-4720-945D-0260D8C10380}" dt="2021-08-02T01:04:27.394" v="581" actId="14100"/>
          <ac:picMkLst>
            <pc:docMk/>
            <pc:sldMk cId="2472622703" sldId="301"/>
            <ac:picMk id="23" creationId="{7AA33544-9D93-45EC-8C14-976646416F7F}"/>
          </ac:picMkLst>
        </pc:picChg>
        <pc:picChg chg="add del mod">
          <ac:chgData name="Guilherme Micota Stipp" userId="7d8a6ee1e82349c3" providerId="LiveId" clId="{E513B99D-6336-4720-945D-0260D8C10380}" dt="2021-08-02T01:04:30.198" v="583" actId="478"/>
          <ac:picMkLst>
            <pc:docMk/>
            <pc:sldMk cId="2472622703" sldId="301"/>
            <ac:picMk id="25" creationId="{042620AF-A367-4D39-AFBD-9C9A4A6DB46F}"/>
          </ac:picMkLst>
        </pc:picChg>
        <pc:picChg chg="add mod">
          <ac:chgData name="Guilherme Micota Stipp" userId="7d8a6ee1e82349c3" providerId="LiveId" clId="{E513B99D-6336-4720-945D-0260D8C10380}" dt="2021-08-02T01:04:55.511" v="593" actId="14100"/>
          <ac:picMkLst>
            <pc:docMk/>
            <pc:sldMk cId="2472622703" sldId="301"/>
            <ac:picMk id="27" creationId="{560D2A0F-0AE7-4BA8-B165-2898E6D6ECE2}"/>
          </ac:picMkLst>
        </pc:picChg>
      </pc:sldChg>
      <pc:sldChg chg="del">
        <pc:chgData name="Guilherme Micota Stipp" userId="7d8a6ee1e82349c3" providerId="LiveId" clId="{E513B99D-6336-4720-945D-0260D8C10380}" dt="2021-08-01T21:16:01.437" v="0" actId="47"/>
        <pc:sldMkLst>
          <pc:docMk/>
          <pc:sldMk cId="2850151980" sldId="301"/>
        </pc:sldMkLst>
      </pc:sldChg>
      <pc:sldChg chg="del">
        <pc:chgData name="Guilherme Micota Stipp" userId="7d8a6ee1e82349c3" providerId="LiveId" clId="{E513B99D-6336-4720-945D-0260D8C10380}" dt="2021-08-01T21:16:03.505" v="5" actId="47"/>
        <pc:sldMkLst>
          <pc:docMk/>
          <pc:sldMk cId="1427876630" sldId="302"/>
        </pc:sldMkLst>
      </pc:sldChg>
      <pc:sldChg chg="addSp delSp modSp add mod">
        <pc:chgData name="Guilherme Micota Stipp" userId="7d8a6ee1e82349c3" providerId="LiveId" clId="{E513B99D-6336-4720-945D-0260D8C10380}" dt="2021-08-02T02:12:34.477" v="816" actId="14100"/>
        <pc:sldMkLst>
          <pc:docMk/>
          <pc:sldMk cId="3761255242" sldId="302"/>
        </pc:sldMkLst>
        <pc:picChg chg="add mod">
          <ac:chgData name="Guilherme Micota Stipp" userId="7d8a6ee1e82349c3" providerId="LiveId" clId="{E513B99D-6336-4720-945D-0260D8C10380}" dt="2021-08-02T02:12:34.477" v="816" actId="14100"/>
          <ac:picMkLst>
            <pc:docMk/>
            <pc:sldMk cId="3761255242" sldId="302"/>
            <ac:picMk id="8" creationId="{53A85B68-3454-43CD-BE6F-95B4F42BCA1D}"/>
          </ac:picMkLst>
        </pc:picChg>
        <pc:picChg chg="del">
          <ac:chgData name="Guilherme Micota Stipp" userId="7d8a6ee1e82349c3" providerId="LiveId" clId="{E513B99D-6336-4720-945D-0260D8C10380}" dt="2021-08-02T02:12:21.486" v="787" actId="478"/>
          <ac:picMkLst>
            <pc:docMk/>
            <pc:sldMk cId="3761255242" sldId="302"/>
            <ac:picMk id="11" creationId="{B10D469C-A1DE-4F6E-B082-47FB4A3163CD}"/>
          </ac:picMkLst>
        </pc:picChg>
      </pc:sldChg>
      <pc:sldChg chg="del">
        <pc:chgData name="Guilherme Micota Stipp" userId="7d8a6ee1e82349c3" providerId="LiveId" clId="{E513B99D-6336-4720-945D-0260D8C10380}" dt="2021-08-01T21:16:02.840" v="4" actId="47"/>
        <pc:sldMkLst>
          <pc:docMk/>
          <pc:sldMk cId="2021498511" sldId="303"/>
        </pc:sldMkLst>
      </pc:sldChg>
      <pc:sldChg chg="addSp modSp add mod">
        <pc:chgData name="Guilherme Micota Stipp" userId="7d8a6ee1e82349c3" providerId="LiveId" clId="{E513B99D-6336-4720-945D-0260D8C10380}" dt="2021-08-02T00:38:48.942" v="445" actId="14100"/>
        <pc:sldMkLst>
          <pc:docMk/>
          <pc:sldMk cId="3452283791" sldId="303"/>
        </pc:sldMkLst>
        <pc:spChg chg="mod">
          <ac:chgData name="Guilherme Micota Stipp" userId="7d8a6ee1e82349c3" providerId="LiveId" clId="{E513B99D-6336-4720-945D-0260D8C10380}" dt="2021-08-02T00:36:43.445" v="410" actId="20577"/>
          <ac:spMkLst>
            <pc:docMk/>
            <pc:sldMk cId="3452283791" sldId="303"/>
            <ac:spMk id="12" creationId="{27BDF0BE-9723-44CB-91B3-94662E64D5E3}"/>
          </ac:spMkLst>
        </pc:spChg>
        <pc:picChg chg="add mod">
          <ac:chgData name="Guilherme Micota Stipp" userId="7d8a6ee1e82349c3" providerId="LiveId" clId="{E513B99D-6336-4720-945D-0260D8C10380}" dt="2021-08-02T00:36:59.988" v="425" actId="14100"/>
          <ac:picMkLst>
            <pc:docMk/>
            <pc:sldMk cId="3452283791" sldId="303"/>
            <ac:picMk id="8" creationId="{EC784C1B-1A1E-4388-9BF3-34FEC863BA7C}"/>
          </ac:picMkLst>
        </pc:picChg>
        <pc:picChg chg="add mod">
          <ac:chgData name="Guilherme Micota Stipp" userId="7d8a6ee1e82349c3" providerId="LiveId" clId="{E513B99D-6336-4720-945D-0260D8C10380}" dt="2021-08-02T00:38:48.942" v="445" actId="14100"/>
          <ac:picMkLst>
            <pc:docMk/>
            <pc:sldMk cId="3452283791" sldId="303"/>
            <ac:picMk id="11" creationId="{1C2AB4CF-501B-4B7A-AEB8-CDBA6AD6D4BC}"/>
          </ac:picMkLst>
        </pc:picChg>
      </pc:sldChg>
      <pc:sldChg chg="del">
        <pc:chgData name="Guilherme Micota Stipp" userId="7d8a6ee1e82349c3" providerId="LiveId" clId="{E513B99D-6336-4720-945D-0260D8C10380}" dt="2021-08-01T21:16:01.722" v="1" actId="47"/>
        <pc:sldMkLst>
          <pc:docMk/>
          <pc:sldMk cId="1226416724" sldId="304"/>
        </pc:sldMkLst>
      </pc:sldChg>
      <pc:sldChg chg="addSp delSp modSp add mod">
        <pc:chgData name="Guilherme Micota Stipp" userId="7d8a6ee1e82349c3" providerId="LiveId" clId="{E513B99D-6336-4720-945D-0260D8C10380}" dt="2021-08-02T00:36:48.638" v="418" actId="20577"/>
        <pc:sldMkLst>
          <pc:docMk/>
          <pc:sldMk cId="1479667808" sldId="304"/>
        </pc:sldMkLst>
        <pc:spChg chg="mod">
          <ac:chgData name="Guilherme Micota Stipp" userId="7d8a6ee1e82349c3" providerId="LiveId" clId="{E513B99D-6336-4720-945D-0260D8C10380}" dt="2021-08-02T00:36:48.638" v="418" actId="20577"/>
          <ac:spMkLst>
            <pc:docMk/>
            <pc:sldMk cId="1479667808" sldId="304"/>
            <ac:spMk id="12" creationId="{27BDF0BE-9723-44CB-91B3-94662E64D5E3}"/>
          </ac:spMkLst>
        </pc:spChg>
        <pc:picChg chg="add del mod">
          <ac:chgData name="Guilherme Micota Stipp" userId="7d8a6ee1e82349c3" providerId="LiveId" clId="{E513B99D-6336-4720-945D-0260D8C10380}" dt="2021-08-02T00:25:09.570" v="284" actId="478"/>
          <ac:picMkLst>
            <pc:docMk/>
            <pc:sldMk cId="1479667808" sldId="304"/>
            <ac:picMk id="8" creationId="{14A0DA68-C542-4797-B5B2-5C8A02185F9E}"/>
          </ac:picMkLst>
        </pc:picChg>
        <pc:picChg chg="add del mod">
          <ac:chgData name="Guilherme Micota Stipp" userId="7d8a6ee1e82349c3" providerId="LiveId" clId="{E513B99D-6336-4720-945D-0260D8C10380}" dt="2021-08-02T00:27:42.426" v="314" actId="478"/>
          <ac:picMkLst>
            <pc:docMk/>
            <pc:sldMk cId="1479667808" sldId="304"/>
            <ac:picMk id="11" creationId="{1C61ED5F-603F-4D0C-8AB4-012B76E1577A}"/>
          </ac:picMkLst>
        </pc:picChg>
        <pc:picChg chg="add mod">
          <ac:chgData name="Guilherme Micota Stipp" userId="7d8a6ee1e82349c3" providerId="LiveId" clId="{E513B99D-6336-4720-945D-0260D8C10380}" dt="2021-08-02T00:28:05.824" v="348" actId="1076"/>
          <ac:picMkLst>
            <pc:docMk/>
            <pc:sldMk cId="1479667808" sldId="304"/>
            <ac:picMk id="14" creationId="{594664F6-0B8E-4CA1-B59B-B89BDF7805AA}"/>
          </ac:picMkLst>
        </pc:picChg>
        <pc:picChg chg="add mod">
          <ac:chgData name="Guilherme Micota Stipp" userId="7d8a6ee1e82349c3" providerId="LiveId" clId="{E513B99D-6336-4720-945D-0260D8C10380}" dt="2021-08-02T00:27:56.418" v="344" actId="14100"/>
          <ac:picMkLst>
            <pc:docMk/>
            <pc:sldMk cId="1479667808" sldId="304"/>
            <ac:picMk id="16" creationId="{FD855B67-D376-45F6-93CA-00F57B7E9013}"/>
          </ac:picMkLst>
        </pc:picChg>
      </pc:sldChg>
      <pc:sldChg chg="del">
        <pc:chgData name="Guilherme Micota Stipp" userId="7d8a6ee1e82349c3" providerId="LiveId" clId="{E513B99D-6336-4720-945D-0260D8C10380}" dt="2021-08-01T21:16:02.038" v="2" actId="47"/>
        <pc:sldMkLst>
          <pc:docMk/>
          <pc:sldMk cId="126994336" sldId="305"/>
        </pc:sldMkLst>
      </pc:sldChg>
      <pc:sldChg chg="addSp delSp modSp add mod">
        <pc:chgData name="Guilherme Micota Stipp" userId="7d8a6ee1e82349c3" providerId="LiveId" clId="{E513B99D-6336-4720-945D-0260D8C10380}" dt="2021-08-02T01:54:54.033" v="697" actId="14100"/>
        <pc:sldMkLst>
          <pc:docMk/>
          <pc:sldMk cId="3545023104" sldId="305"/>
        </pc:sldMkLst>
        <pc:spChg chg="mod">
          <ac:chgData name="Guilherme Micota Stipp" userId="7d8a6ee1e82349c3" providerId="LiveId" clId="{E513B99D-6336-4720-945D-0260D8C10380}" dt="2021-08-02T01:15:32.007" v="653" actId="20577"/>
          <ac:spMkLst>
            <pc:docMk/>
            <pc:sldMk cId="3545023104" sldId="305"/>
            <ac:spMk id="12" creationId="{27BDF0BE-9723-44CB-91B3-94662E64D5E3}"/>
          </ac:spMkLst>
        </pc:spChg>
        <pc:picChg chg="del">
          <ac:chgData name="Guilherme Micota Stipp" userId="7d8a6ee1e82349c3" providerId="LiveId" clId="{E513B99D-6336-4720-945D-0260D8C10380}" dt="2021-08-02T01:15:26.834" v="646" actId="478"/>
          <ac:picMkLst>
            <pc:docMk/>
            <pc:sldMk cId="3545023104" sldId="305"/>
            <ac:picMk id="8" creationId="{EC784C1B-1A1E-4388-9BF3-34FEC863BA7C}"/>
          </ac:picMkLst>
        </pc:picChg>
        <pc:picChg chg="add del mod">
          <ac:chgData name="Guilherme Micota Stipp" userId="7d8a6ee1e82349c3" providerId="LiveId" clId="{E513B99D-6336-4720-945D-0260D8C10380}" dt="2021-08-02T01:50:43.526" v="660" actId="478"/>
          <ac:picMkLst>
            <pc:docMk/>
            <pc:sldMk cId="3545023104" sldId="305"/>
            <ac:picMk id="10" creationId="{5A0E9D99-A2CE-423D-A8CC-E976CA971029}"/>
          </ac:picMkLst>
        </pc:picChg>
        <pc:picChg chg="del">
          <ac:chgData name="Guilherme Micota Stipp" userId="7d8a6ee1e82349c3" providerId="LiveId" clId="{E513B99D-6336-4720-945D-0260D8C10380}" dt="2021-08-02T01:15:27.552" v="647" actId="478"/>
          <ac:picMkLst>
            <pc:docMk/>
            <pc:sldMk cId="3545023104" sldId="305"/>
            <ac:picMk id="11" creationId="{1C2AB4CF-501B-4B7A-AEB8-CDBA6AD6D4BC}"/>
          </ac:picMkLst>
        </pc:picChg>
        <pc:picChg chg="add del mod">
          <ac:chgData name="Guilherme Micota Stipp" userId="7d8a6ee1e82349c3" providerId="LiveId" clId="{E513B99D-6336-4720-945D-0260D8C10380}" dt="2021-08-02T01:54:02.368" v="673" actId="478"/>
          <ac:picMkLst>
            <pc:docMk/>
            <pc:sldMk cId="3545023104" sldId="305"/>
            <ac:picMk id="14" creationId="{2150BAD3-FF8A-482F-A5F5-DF9372F33D03}"/>
          </ac:picMkLst>
        </pc:picChg>
        <pc:picChg chg="add del mod">
          <ac:chgData name="Guilherme Micota Stipp" userId="7d8a6ee1e82349c3" providerId="LiveId" clId="{E513B99D-6336-4720-945D-0260D8C10380}" dt="2021-08-02T01:54:29.931" v="679" actId="478"/>
          <ac:picMkLst>
            <pc:docMk/>
            <pc:sldMk cId="3545023104" sldId="305"/>
            <ac:picMk id="16" creationId="{263B1411-7738-4868-B950-7305785FB7A2}"/>
          </ac:picMkLst>
        </pc:picChg>
        <pc:picChg chg="add mod">
          <ac:chgData name="Guilherme Micota Stipp" userId="7d8a6ee1e82349c3" providerId="LiveId" clId="{E513B99D-6336-4720-945D-0260D8C10380}" dt="2021-08-02T01:54:54.033" v="697" actId="14100"/>
          <ac:picMkLst>
            <pc:docMk/>
            <pc:sldMk cId="3545023104" sldId="305"/>
            <ac:picMk id="18" creationId="{674211AD-14C7-46B3-BD3D-1EC3230D44A4}"/>
          </ac:picMkLst>
        </pc:picChg>
      </pc:sldChg>
      <pc:sldChg chg="delSp modSp add del mod">
        <pc:chgData name="Guilherme Micota Stipp" userId="7d8a6ee1e82349c3" providerId="LiveId" clId="{E513B99D-6336-4720-945D-0260D8C10380}" dt="2021-08-02T01:55:55.475" v="721" actId="47"/>
        <pc:sldMkLst>
          <pc:docMk/>
          <pc:sldMk cId="1505186411" sldId="306"/>
        </pc:sldMkLst>
        <pc:spChg chg="mod">
          <ac:chgData name="Guilherme Micota Stipp" userId="7d8a6ee1e82349c3" providerId="LiveId" clId="{E513B99D-6336-4720-945D-0260D8C10380}" dt="2021-08-02T01:55:22.736" v="719" actId="20577"/>
          <ac:spMkLst>
            <pc:docMk/>
            <pc:sldMk cId="1505186411" sldId="306"/>
            <ac:spMk id="12" creationId="{27BDF0BE-9723-44CB-91B3-94662E64D5E3}"/>
          </ac:spMkLst>
        </pc:spChg>
        <pc:picChg chg="del">
          <ac:chgData name="Guilherme Micota Stipp" userId="7d8a6ee1e82349c3" providerId="LiveId" clId="{E513B99D-6336-4720-945D-0260D8C10380}" dt="2021-08-02T01:55:26.857" v="720" actId="478"/>
          <ac:picMkLst>
            <pc:docMk/>
            <pc:sldMk cId="1505186411" sldId="306"/>
            <ac:picMk id="18" creationId="{674211AD-14C7-46B3-BD3D-1EC3230D44A4}"/>
          </ac:picMkLst>
        </pc:picChg>
      </pc:sldChg>
      <pc:sldChg chg="del">
        <pc:chgData name="Guilherme Micota Stipp" userId="7d8a6ee1e82349c3" providerId="LiveId" clId="{E513B99D-6336-4720-945D-0260D8C10380}" dt="2021-08-01T21:16:02.502" v="3" actId="47"/>
        <pc:sldMkLst>
          <pc:docMk/>
          <pc:sldMk cId="2597510336" sldId="306"/>
        </pc:sldMkLst>
      </pc:sldChg>
      <pc:sldChg chg="addSp delSp modSp add mod">
        <pc:chgData name="Guilherme Micota Stipp" userId="7d8a6ee1e82349c3" providerId="LiveId" clId="{E513B99D-6336-4720-945D-0260D8C10380}" dt="2021-08-02T02:07:32.364" v="786" actId="14100"/>
        <pc:sldMkLst>
          <pc:docMk/>
          <pc:sldMk cId="2937753791" sldId="306"/>
        </pc:sldMkLst>
        <pc:spChg chg="mod">
          <ac:chgData name="Guilherme Micota Stipp" userId="7d8a6ee1e82349c3" providerId="LiveId" clId="{E513B99D-6336-4720-945D-0260D8C10380}" dt="2021-08-02T02:01:34.371" v="767" actId="20577"/>
          <ac:spMkLst>
            <pc:docMk/>
            <pc:sldMk cId="2937753791" sldId="306"/>
            <ac:spMk id="12" creationId="{27BDF0BE-9723-44CB-91B3-94662E64D5E3}"/>
          </ac:spMkLst>
        </pc:spChg>
        <pc:picChg chg="add mod">
          <ac:chgData name="Guilherme Micota Stipp" userId="7d8a6ee1e82349c3" providerId="LiveId" clId="{E513B99D-6336-4720-945D-0260D8C10380}" dt="2021-08-02T02:07:32.364" v="786" actId="14100"/>
          <ac:picMkLst>
            <pc:docMk/>
            <pc:sldMk cId="2937753791" sldId="306"/>
            <ac:picMk id="8" creationId="{163BC870-221B-4129-BB87-4C71D5ED4E1B}"/>
          </ac:picMkLst>
        </pc:picChg>
        <pc:picChg chg="del">
          <ac:chgData name="Guilherme Micota Stipp" userId="7d8a6ee1e82349c3" providerId="LiveId" clId="{E513B99D-6336-4720-945D-0260D8C10380}" dt="2021-08-02T02:01:17.566" v="723" actId="478"/>
          <ac:picMkLst>
            <pc:docMk/>
            <pc:sldMk cId="2937753791" sldId="306"/>
            <ac:picMk id="18" creationId="{674211AD-14C7-46B3-BD3D-1EC3230D44A4}"/>
          </ac:picMkLst>
        </pc:picChg>
      </pc:sldChg>
      <pc:sldChg chg="addSp delSp modSp add mod">
        <pc:chgData name="Guilherme Micota Stipp" userId="7d8a6ee1e82349c3" providerId="LiveId" clId="{E513B99D-6336-4720-945D-0260D8C10380}" dt="2021-08-02T02:23:52.174" v="896" actId="20577"/>
        <pc:sldMkLst>
          <pc:docMk/>
          <pc:sldMk cId="3035102738" sldId="307"/>
        </pc:sldMkLst>
        <pc:spChg chg="mod">
          <ac:chgData name="Guilherme Micota Stipp" userId="7d8a6ee1e82349c3" providerId="LiveId" clId="{E513B99D-6336-4720-945D-0260D8C10380}" dt="2021-08-02T02:23:52.174" v="896" actId="20577"/>
          <ac:spMkLst>
            <pc:docMk/>
            <pc:sldMk cId="3035102738" sldId="307"/>
            <ac:spMk id="10" creationId="{0DC30F15-2778-418E-A2EF-BEAEC6F95C4E}"/>
          </ac:spMkLst>
        </pc:spChg>
        <pc:picChg chg="del mod">
          <ac:chgData name="Guilherme Micota Stipp" userId="7d8a6ee1e82349c3" providerId="LiveId" clId="{E513B99D-6336-4720-945D-0260D8C10380}" dt="2021-08-02T02:22:27.794" v="819" actId="478"/>
          <ac:picMkLst>
            <pc:docMk/>
            <pc:sldMk cId="3035102738" sldId="307"/>
            <ac:picMk id="8" creationId="{53A85B68-3454-43CD-BE6F-95B4F42BCA1D}"/>
          </ac:picMkLst>
        </pc:picChg>
        <pc:picChg chg="add del mod">
          <ac:chgData name="Guilherme Micota Stipp" userId="7d8a6ee1e82349c3" providerId="LiveId" clId="{E513B99D-6336-4720-945D-0260D8C10380}" dt="2021-08-02T02:22:31.933" v="824" actId="478"/>
          <ac:picMkLst>
            <pc:docMk/>
            <pc:sldMk cId="3035102738" sldId="307"/>
            <ac:picMk id="11" creationId="{23B9965B-06C9-4BD9-BC60-EFC2B7F5A844}"/>
          </ac:picMkLst>
        </pc:picChg>
        <pc:picChg chg="add mod">
          <ac:chgData name="Guilherme Micota Stipp" userId="7d8a6ee1e82349c3" providerId="LiveId" clId="{E513B99D-6336-4720-945D-0260D8C10380}" dt="2021-08-02T02:23:03.754" v="842" actId="14100"/>
          <ac:picMkLst>
            <pc:docMk/>
            <pc:sldMk cId="3035102738" sldId="307"/>
            <ac:picMk id="13" creationId="{DE6A66F3-CD83-4ED9-B8A8-E88B2FA7CAD8}"/>
          </ac:picMkLst>
        </pc:picChg>
      </pc:sldChg>
    </pc:docChg>
  </pc:docChgLst>
  <pc:docChgLst>
    <pc:chgData name="Guilherme Micota Stipp" userId="7d8a6ee1e82349c3" providerId="LiveId" clId="{6AFA6839-4EAC-4D90-9B33-A4B3865B8F07}"/>
    <pc:docChg chg="custSel addSld delSld modSld sldOrd">
      <pc:chgData name="Guilherme Micota Stipp" userId="7d8a6ee1e82349c3" providerId="LiveId" clId="{6AFA6839-4EAC-4D90-9B33-A4B3865B8F07}" dt="2022-03-21T17:20:27.038" v="817"/>
      <pc:docMkLst>
        <pc:docMk/>
      </pc:docMkLst>
      <pc:sldChg chg="modSp mod">
        <pc:chgData name="Guilherme Micota Stipp" userId="7d8a6ee1e82349c3" providerId="LiveId" clId="{6AFA6839-4EAC-4D90-9B33-A4B3865B8F07}" dt="2022-03-15T00:12:50.450" v="58" actId="20577"/>
        <pc:sldMkLst>
          <pc:docMk/>
          <pc:sldMk cId="3178680452" sldId="256"/>
        </pc:sldMkLst>
        <pc:spChg chg="mod">
          <ac:chgData name="Guilherme Micota Stipp" userId="7d8a6ee1e82349c3" providerId="LiveId" clId="{6AFA6839-4EAC-4D90-9B33-A4B3865B8F07}" dt="2022-03-15T00:12:50.450" v="58" actId="20577"/>
          <ac:spMkLst>
            <pc:docMk/>
            <pc:sldMk cId="3178680452" sldId="256"/>
            <ac:spMk id="8" creationId="{E6B74075-295E-4982-BE96-AA003A203F6C}"/>
          </ac:spMkLst>
        </pc:spChg>
      </pc:sldChg>
      <pc:sldChg chg="modSp mod">
        <pc:chgData name="Guilherme Micota Stipp" userId="7d8a6ee1e82349c3" providerId="LiveId" clId="{6AFA6839-4EAC-4D90-9B33-A4B3865B8F07}" dt="2022-03-21T01:18:45.680" v="684" actId="20577"/>
        <pc:sldMkLst>
          <pc:docMk/>
          <pc:sldMk cId="4068793934" sldId="391"/>
        </pc:sldMkLst>
        <pc:spChg chg="mod">
          <ac:chgData name="Guilherme Micota Stipp" userId="7d8a6ee1e82349c3" providerId="LiveId" clId="{6AFA6839-4EAC-4D90-9B33-A4B3865B8F07}" dt="2022-03-21T01:18:45.680" v="684" actId="20577"/>
          <ac:spMkLst>
            <pc:docMk/>
            <pc:sldMk cId="4068793934" sldId="391"/>
            <ac:spMk id="28" creationId="{23990A69-29C1-45D4-B031-398F29CDA25C}"/>
          </ac:spMkLst>
        </pc:spChg>
      </pc:sldChg>
      <pc:sldChg chg="del">
        <pc:chgData name="Guilherme Micota Stipp" userId="7d8a6ee1e82349c3" providerId="LiveId" clId="{6AFA6839-4EAC-4D90-9B33-A4B3865B8F07}" dt="2022-03-15T00:12:20.826" v="1" actId="47"/>
        <pc:sldMkLst>
          <pc:docMk/>
          <pc:sldMk cId="2953335727" sldId="400"/>
        </pc:sldMkLst>
      </pc:sldChg>
      <pc:sldChg chg="addSp delSp modSp mod">
        <pc:chgData name="Guilherme Micota Stipp" userId="7d8a6ee1e82349c3" providerId="LiveId" clId="{6AFA6839-4EAC-4D90-9B33-A4B3865B8F07}" dt="2022-03-16T19:52:43.568" v="161" actId="14100"/>
        <pc:sldMkLst>
          <pc:docMk/>
          <pc:sldMk cId="419424506" sldId="404"/>
        </pc:sldMkLst>
        <pc:spChg chg="mod">
          <ac:chgData name="Guilherme Micota Stipp" userId="7d8a6ee1e82349c3" providerId="LiveId" clId="{6AFA6839-4EAC-4D90-9B33-A4B3865B8F07}" dt="2022-03-16T19:52:19.316" v="150" actId="20577"/>
          <ac:spMkLst>
            <pc:docMk/>
            <pc:sldMk cId="419424506" sldId="404"/>
            <ac:spMk id="10" creationId="{0DC30F15-2778-418E-A2EF-BEAEC6F95C4E}"/>
          </ac:spMkLst>
        </pc:spChg>
        <pc:spChg chg="add del">
          <ac:chgData name="Guilherme Micota Stipp" userId="7d8a6ee1e82349c3" providerId="LiveId" clId="{6AFA6839-4EAC-4D90-9B33-A4B3865B8F07}" dt="2022-03-16T19:52:30.443" v="153" actId="478"/>
          <ac:spMkLst>
            <pc:docMk/>
            <pc:sldMk cId="419424506" sldId="404"/>
            <ac:spMk id="11" creationId="{C5DF4EE0-F845-4911-9F17-9F8599A32100}"/>
          </ac:spMkLst>
        </pc:spChg>
        <pc:picChg chg="del">
          <ac:chgData name="Guilherme Micota Stipp" userId="7d8a6ee1e82349c3" providerId="LiveId" clId="{6AFA6839-4EAC-4D90-9B33-A4B3865B8F07}" dt="2022-03-16T19:52:21.136" v="151" actId="478"/>
          <ac:picMkLst>
            <pc:docMk/>
            <pc:sldMk cId="419424506" sldId="404"/>
            <ac:picMk id="8" creationId="{C69746DA-E329-4C1F-AF20-2EFF533A0C66}"/>
          </ac:picMkLst>
        </pc:picChg>
        <pc:picChg chg="add mod">
          <ac:chgData name="Guilherme Micota Stipp" userId="7d8a6ee1e82349c3" providerId="LiveId" clId="{6AFA6839-4EAC-4D90-9B33-A4B3865B8F07}" dt="2022-03-16T19:52:43.568" v="161" actId="14100"/>
          <ac:picMkLst>
            <pc:docMk/>
            <pc:sldMk cId="419424506" sldId="404"/>
            <ac:picMk id="13" creationId="{D9E3A8FC-09FB-48C2-9E4F-C9A7E8FC6F47}"/>
          </ac:picMkLst>
        </pc:picChg>
      </pc:sldChg>
      <pc:sldChg chg="addSp delSp modSp add mod ord">
        <pc:chgData name="Guilherme Micota Stipp" userId="7d8a6ee1e82349c3" providerId="LiveId" clId="{6AFA6839-4EAC-4D90-9B33-A4B3865B8F07}" dt="2022-03-21T01:30:05.854" v="743" actId="14100"/>
        <pc:sldMkLst>
          <pc:docMk/>
          <pc:sldMk cId="1235640088" sldId="405"/>
        </pc:sldMkLst>
        <pc:spChg chg="mod">
          <ac:chgData name="Guilherme Micota Stipp" userId="7d8a6ee1e82349c3" providerId="LiveId" clId="{6AFA6839-4EAC-4D90-9B33-A4B3865B8F07}" dt="2022-03-17T15:54:58.043" v="532" actId="20577"/>
          <ac:spMkLst>
            <pc:docMk/>
            <pc:sldMk cId="1235640088" sldId="405"/>
            <ac:spMk id="10" creationId="{0DC30F15-2778-418E-A2EF-BEAEC6F95C4E}"/>
          </ac:spMkLst>
        </pc:spChg>
        <pc:picChg chg="add del mod">
          <ac:chgData name="Guilherme Micota Stipp" userId="7d8a6ee1e82349c3" providerId="LiveId" clId="{6AFA6839-4EAC-4D90-9B33-A4B3865B8F07}" dt="2022-03-17T15:00:16.724" v="252" actId="478"/>
          <ac:picMkLst>
            <pc:docMk/>
            <pc:sldMk cId="1235640088" sldId="405"/>
            <ac:picMk id="8" creationId="{AD6EB573-AAAA-4AAF-AA53-5CBD6DEE8242}"/>
          </ac:picMkLst>
        </pc:picChg>
        <pc:picChg chg="add del mod">
          <ac:chgData name="Guilherme Micota Stipp" userId="7d8a6ee1e82349c3" providerId="LiveId" clId="{6AFA6839-4EAC-4D90-9B33-A4B3865B8F07}" dt="2022-03-21T01:29:56.264" v="711" actId="478"/>
          <ac:picMkLst>
            <pc:docMk/>
            <pc:sldMk cId="1235640088" sldId="405"/>
            <ac:picMk id="8" creationId="{E243E655-101F-4C36-8049-14558EECBD52}"/>
          </ac:picMkLst>
        </pc:picChg>
        <pc:picChg chg="add mod">
          <ac:chgData name="Guilherme Micota Stipp" userId="7d8a6ee1e82349c3" providerId="LiveId" clId="{6AFA6839-4EAC-4D90-9B33-A4B3865B8F07}" dt="2022-03-21T01:30:05.854" v="743" actId="14100"/>
          <ac:picMkLst>
            <pc:docMk/>
            <pc:sldMk cId="1235640088" sldId="405"/>
            <ac:picMk id="12" creationId="{08320221-B1D1-49A8-89C3-05DD649A2FF5}"/>
          </ac:picMkLst>
        </pc:picChg>
        <pc:picChg chg="add del mod">
          <ac:chgData name="Guilherme Micota Stipp" userId="7d8a6ee1e82349c3" providerId="LiveId" clId="{6AFA6839-4EAC-4D90-9B33-A4B3865B8F07}" dt="2022-03-17T15:54:53.579" v="523" actId="478"/>
          <ac:picMkLst>
            <pc:docMk/>
            <pc:sldMk cId="1235640088" sldId="405"/>
            <ac:picMk id="12" creationId="{D93A3C2C-CC38-402B-818E-0876F609F15B}"/>
          </ac:picMkLst>
        </pc:picChg>
        <pc:picChg chg="del">
          <ac:chgData name="Guilherme Micota Stipp" userId="7d8a6ee1e82349c3" providerId="LiveId" clId="{6AFA6839-4EAC-4D90-9B33-A4B3865B8F07}" dt="2022-03-17T15:00:03.511" v="222" actId="478"/>
          <ac:picMkLst>
            <pc:docMk/>
            <pc:sldMk cId="1235640088" sldId="405"/>
            <ac:picMk id="13" creationId="{D9E3A8FC-09FB-48C2-9E4F-C9A7E8FC6F47}"/>
          </ac:picMkLst>
        </pc:picChg>
      </pc:sldChg>
      <pc:sldChg chg="addSp delSp modSp add mod">
        <pc:chgData name="Guilherme Micota Stipp" userId="7d8a6ee1e82349c3" providerId="LiveId" clId="{6AFA6839-4EAC-4D90-9B33-A4B3865B8F07}" dt="2022-03-17T15:25:48.557" v="358" actId="14100"/>
        <pc:sldMkLst>
          <pc:docMk/>
          <pc:sldMk cId="1856952310" sldId="406"/>
        </pc:sldMkLst>
        <pc:picChg chg="add mod">
          <ac:chgData name="Guilherme Micota Stipp" userId="7d8a6ee1e82349c3" providerId="LiveId" clId="{6AFA6839-4EAC-4D90-9B33-A4B3865B8F07}" dt="2022-03-17T15:25:48.557" v="358" actId="14100"/>
          <ac:picMkLst>
            <pc:docMk/>
            <pc:sldMk cId="1856952310" sldId="406"/>
            <ac:picMk id="8" creationId="{DFBBC9D2-367A-4B9A-8563-7F7DD38D5516}"/>
          </ac:picMkLst>
        </pc:picChg>
        <pc:picChg chg="del">
          <ac:chgData name="Guilherme Micota Stipp" userId="7d8a6ee1e82349c3" providerId="LiveId" clId="{6AFA6839-4EAC-4D90-9B33-A4B3865B8F07}" dt="2022-03-17T15:09:45.485" v="316" actId="478"/>
          <ac:picMkLst>
            <pc:docMk/>
            <pc:sldMk cId="1856952310" sldId="406"/>
            <ac:picMk id="12" creationId="{D93A3C2C-CC38-402B-818E-0876F609F15B}"/>
          </ac:picMkLst>
        </pc:picChg>
      </pc:sldChg>
      <pc:sldChg chg="del">
        <pc:chgData name="Guilherme Micota Stipp" userId="7d8a6ee1e82349c3" providerId="LiveId" clId="{6AFA6839-4EAC-4D90-9B33-A4B3865B8F07}" dt="2022-03-15T00:12:22.154" v="4" actId="47"/>
        <pc:sldMkLst>
          <pc:docMk/>
          <pc:sldMk cId="2344046376" sldId="407"/>
        </pc:sldMkLst>
      </pc:sldChg>
      <pc:sldChg chg="addSp delSp modSp add mod ord">
        <pc:chgData name="Guilherme Micota Stipp" userId="7d8a6ee1e82349c3" providerId="LiveId" clId="{6AFA6839-4EAC-4D90-9B33-A4B3865B8F07}" dt="2022-03-21T17:20:27.038" v="817"/>
        <pc:sldMkLst>
          <pc:docMk/>
          <pc:sldMk cId="4168202849" sldId="407"/>
        </pc:sldMkLst>
        <pc:picChg chg="del">
          <ac:chgData name="Guilherme Micota Stipp" userId="7d8a6ee1e82349c3" providerId="LiveId" clId="{6AFA6839-4EAC-4D90-9B33-A4B3865B8F07}" dt="2022-03-17T15:51:27.090" v="360" actId="478"/>
          <ac:picMkLst>
            <pc:docMk/>
            <pc:sldMk cId="4168202849" sldId="407"/>
            <ac:picMk id="8" creationId="{DFBBC9D2-367A-4B9A-8563-7F7DD38D5516}"/>
          </ac:picMkLst>
        </pc:picChg>
        <pc:picChg chg="add del mod">
          <ac:chgData name="Guilherme Micota Stipp" userId="7d8a6ee1e82349c3" providerId="LiveId" clId="{6AFA6839-4EAC-4D90-9B33-A4B3865B8F07}" dt="2022-03-17T15:51:37.470" v="405" actId="478"/>
          <ac:picMkLst>
            <pc:docMk/>
            <pc:sldMk cId="4168202849" sldId="407"/>
            <ac:picMk id="11" creationId="{32C55C7A-7946-47B3-ADF1-3715D13540CF}"/>
          </ac:picMkLst>
        </pc:picChg>
        <pc:picChg chg="add mod">
          <ac:chgData name="Guilherme Micota Stipp" userId="7d8a6ee1e82349c3" providerId="LiveId" clId="{6AFA6839-4EAC-4D90-9B33-A4B3865B8F07}" dt="2022-03-17T15:52:02.237" v="443" actId="14100"/>
          <ac:picMkLst>
            <pc:docMk/>
            <pc:sldMk cId="4168202849" sldId="407"/>
            <ac:picMk id="13" creationId="{F92A7C2F-07C4-405A-9BA6-9CCEFAA59BBC}"/>
          </ac:picMkLst>
        </pc:picChg>
      </pc:sldChg>
      <pc:sldChg chg="addSp delSp modSp add mod ord">
        <pc:chgData name="Guilherme Micota Stipp" userId="7d8a6ee1e82349c3" providerId="LiveId" clId="{6AFA6839-4EAC-4D90-9B33-A4B3865B8F07}" dt="2022-03-21T00:54:30.821" v="608" actId="14100"/>
        <pc:sldMkLst>
          <pc:docMk/>
          <pc:sldMk cId="1873474459" sldId="408"/>
        </pc:sldMkLst>
        <pc:picChg chg="add del mod">
          <ac:chgData name="Guilherme Micota Stipp" userId="7d8a6ee1e82349c3" providerId="LiveId" clId="{6AFA6839-4EAC-4D90-9B33-A4B3865B8F07}" dt="2022-03-21T00:53:39.807" v="533" actId="478"/>
          <ac:picMkLst>
            <pc:docMk/>
            <pc:sldMk cId="1873474459" sldId="408"/>
            <ac:picMk id="8" creationId="{7FC62D8B-AECA-417E-BC06-2879F6119E97}"/>
          </ac:picMkLst>
        </pc:picChg>
        <pc:picChg chg="add del mod">
          <ac:chgData name="Guilherme Micota Stipp" userId="7d8a6ee1e82349c3" providerId="LiveId" clId="{6AFA6839-4EAC-4D90-9B33-A4B3865B8F07}" dt="2022-03-21T00:53:47.118" v="569" actId="478"/>
          <ac:picMkLst>
            <pc:docMk/>
            <pc:sldMk cId="1873474459" sldId="408"/>
            <ac:picMk id="11" creationId="{9E619965-8D9E-4FCE-8EFF-7D8F65371E65}"/>
          </ac:picMkLst>
        </pc:picChg>
        <pc:picChg chg="add mod">
          <ac:chgData name="Guilherme Micota Stipp" userId="7d8a6ee1e82349c3" providerId="LiveId" clId="{6AFA6839-4EAC-4D90-9B33-A4B3865B8F07}" dt="2022-03-21T00:54:30.821" v="608" actId="14100"/>
          <ac:picMkLst>
            <pc:docMk/>
            <pc:sldMk cId="1873474459" sldId="408"/>
            <ac:picMk id="13" creationId="{ECE23B1E-14D1-4119-BADC-8E5721BAC8BC}"/>
          </ac:picMkLst>
        </pc:picChg>
        <pc:picChg chg="del">
          <ac:chgData name="Guilherme Micota Stipp" userId="7d8a6ee1e82349c3" providerId="LiveId" clId="{6AFA6839-4EAC-4D90-9B33-A4B3865B8F07}" dt="2022-03-17T15:52:24.531" v="445" actId="478"/>
          <ac:picMkLst>
            <pc:docMk/>
            <pc:sldMk cId="1873474459" sldId="408"/>
            <ac:picMk id="13" creationId="{F92A7C2F-07C4-405A-9BA6-9CCEFAA59BBC}"/>
          </ac:picMkLst>
        </pc:picChg>
      </pc:sldChg>
      <pc:sldChg chg="del">
        <pc:chgData name="Guilherme Micota Stipp" userId="7d8a6ee1e82349c3" providerId="LiveId" clId="{6AFA6839-4EAC-4D90-9B33-A4B3865B8F07}" dt="2022-03-15T00:12:20.261" v="0" actId="47"/>
        <pc:sldMkLst>
          <pc:docMk/>
          <pc:sldMk cId="3328700761" sldId="408"/>
        </pc:sldMkLst>
      </pc:sldChg>
      <pc:sldChg chg="add">
        <pc:chgData name="Guilherme Micota Stipp" userId="7d8a6ee1e82349c3" providerId="LiveId" clId="{6AFA6839-4EAC-4D90-9B33-A4B3865B8F07}" dt="2022-03-17T15:54:51.917" v="522" actId="2890"/>
        <pc:sldMkLst>
          <pc:docMk/>
          <pc:sldMk cId="2107163000" sldId="409"/>
        </pc:sldMkLst>
      </pc:sldChg>
      <pc:sldChg chg="del">
        <pc:chgData name="Guilherme Micota Stipp" userId="7d8a6ee1e82349c3" providerId="LiveId" clId="{6AFA6839-4EAC-4D90-9B33-A4B3865B8F07}" dt="2022-03-15T00:12:23.864" v="7" actId="47"/>
        <pc:sldMkLst>
          <pc:docMk/>
          <pc:sldMk cId="3690287305" sldId="409"/>
        </pc:sldMkLst>
      </pc:sldChg>
      <pc:sldChg chg="addSp delSp modSp add mod">
        <pc:chgData name="Guilherme Micota Stipp" userId="7d8a6ee1e82349c3" providerId="LiveId" clId="{6AFA6839-4EAC-4D90-9B33-A4B3865B8F07}" dt="2022-03-21T03:38:14.114" v="777" actId="14100"/>
        <pc:sldMkLst>
          <pc:docMk/>
          <pc:sldMk cId="2121178946" sldId="410"/>
        </pc:sldMkLst>
        <pc:picChg chg="add mod">
          <ac:chgData name="Guilherme Micota Stipp" userId="7d8a6ee1e82349c3" providerId="LiveId" clId="{6AFA6839-4EAC-4D90-9B33-A4B3865B8F07}" dt="2022-03-21T03:38:14.114" v="777" actId="14100"/>
          <ac:picMkLst>
            <pc:docMk/>
            <pc:sldMk cId="2121178946" sldId="410"/>
            <ac:picMk id="8" creationId="{99C01D0D-81C1-4C4E-819B-586EE0BD48FE}"/>
          </ac:picMkLst>
        </pc:picChg>
        <pc:picChg chg="del">
          <ac:chgData name="Guilherme Micota Stipp" userId="7d8a6ee1e82349c3" providerId="LiveId" clId="{6AFA6839-4EAC-4D90-9B33-A4B3865B8F07}" dt="2022-03-21T01:17:47.947" v="659" actId="478"/>
          <ac:picMkLst>
            <pc:docMk/>
            <pc:sldMk cId="2121178946" sldId="410"/>
            <ac:picMk id="8" creationId="{E243E655-101F-4C36-8049-14558EECBD52}"/>
          </ac:picMkLst>
        </pc:picChg>
      </pc:sldChg>
      <pc:sldChg chg="del">
        <pc:chgData name="Guilherme Micota Stipp" userId="7d8a6ee1e82349c3" providerId="LiveId" clId="{6AFA6839-4EAC-4D90-9B33-A4B3865B8F07}" dt="2022-03-15T00:12:21.233" v="2" actId="47"/>
        <pc:sldMkLst>
          <pc:docMk/>
          <pc:sldMk cId="2423635845" sldId="410"/>
        </pc:sldMkLst>
      </pc:sldChg>
      <pc:sldChg chg="del">
        <pc:chgData name="Guilherme Micota Stipp" userId="7d8a6ee1e82349c3" providerId="LiveId" clId="{6AFA6839-4EAC-4D90-9B33-A4B3865B8F07}" dt="2022-03-15T00:12:21.664" v="3" actId="47"/>
        <pc:sldMkLst>
          <pc:docMk/>
          <pc:sldMk cId="264724510" sldId="411"/>
        </pc:sldMkLst>
      </pc:sldChg>
      <pc:sldChg chg="addSp modSp add mod">
        <pc:chgData name="Guilherme Micota Stipp" userId="7d8a6ee1e82349c3" providerId="LiveId" clId="{6AFA6839-4EAC-4D90-9B33-A4B3865B8F07}" dt="2022-03-21T17:19:50.704" v="815" actId="14100"/>
        <pc:sldMkLst>
          <pc:docMk/>
          <pc:sldMk cId="844899349" sldId="411"/>
        </pc:sldMkLst>
        <pc:spChg chg="mod">
          <ac:chgData name="Guilherme Micota Stipp" userId="7d8a6ee1e82349c3" providerId="LiveId" clId="{6AFA6839-4EAC-4D90-9B33-A4B3865B8F07}" dt="2022-03-21T01:18:58.807" v="710" actId="20577"/>
          <ac:spMkLst>
            <pc:docMk/>
            <pc:sldMk cId="844899349" sldId="411"/>
            <ac:spMk id="10" creationId="{0DC30F15-2778-418E-A2EF-BEAEC6F95C4E}"/>
          </ac:spMkLst>
        </pc:spChg>
        <pc:picChg chg="add mod">
          <ac:chgData name="Guilherme Micota Stipp" userId="7d8a6ee1e82349c3" providerId="LiveId" clId="{6AFA6839-4EAC-4D90-9B33-A4B3865B8F07}" dt="2022-03-21T17:19:50.704" v="815" actId="14100"/>
          <ac:picMkLst>
            <pc:docMk/>
            <pc:sldMk cId="844899349" sldId="411"/>
            <ac:picMk id="8" creationId="{CA65A80A-29DB-43D6-854E-1F948466C0EF}"/>
          </ac:picMkLst>
        </pc:picChg>
      </pc:sldChg>
      <pc:sldChg chg="del">
        <pc:chgData name="Guilherme Micota Stipp" userId="7d8a6ee1e82349c3" providerId="LiveId" clId="{6AFA6839-4EAC-4D90-9B33-A4B3865B8F07}" dt="2022-03-15T00:12:23.494" v="6" actId="47"/>
        <pc:sldMkLst>
          <pc:docMk/>
          <pc:sldMk cId="807271743" sldId="412"/>
        </pc:sldMkLst>
      </pc:sldChg>
      <pc:sldChg chg="del">
        <pc:chgData name="Guilherme Micota Stipp" userId="7d8a6ee1e82349c3" providerId="LiveId" clId="{6AFA6839-4EAC-4D90-9B33-A4B3865B8F07}" dt="2022-03-15T00:12:22.683" v="5" actId="47"/>
        <pc:sldMkLst>
          <pc:docMk/>
          <pc:sldMk cId="3742578262" sldId="413"/>
        </pc:sldMkLst>
      </pc:sldChg>
      <pc:sldChg chg="del">
        <pc:chgData name="Guilherme Micota Stipp" userId="7d8a6ee1e82349c3" providerId="LiveId" clId="{6AFA6839-4EAC-4D90-9B33-A4B3865B8F07}" dt="2022-03-15T00:12:24.890" v="8" actId="47"/>
        <pc:sldMkLst>
          <pc:docMk/>
          <pc:sldMk cId="3623122601" sldId="414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2.xml"/><Relationship Id="rId2" Type="http://schemas.microsoft.com/office/2011/relationships/chartColorStyle" Target="colors12.xml"/><Relationship Id="rId1" Type="http://schemas.microsoft.com/office/2011/relationships/chartStyle" Target="style12.xml"/><Relationship Id="rId4" Type="http://schemas.openxmlformats.org/officeDocument/2006/relationships/oleObject" Target="https://d.docs.live.net/7d8a6ee1e82349c3/4UM%20Investimentos/Estudos%20Econ&#244;micos/An&#225;lises%20de%20Conjuntura/Outros/Panorama%20de%20Renda%20Vari&#225;vel%20(2022-05-12)/Panorama%20de%20Renda%20Vari&#225;vel%20(2022-05-12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en-US"/>
              <a:t>Variação do Produto Interno Bruto em 2021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5.592982456140351E-2"/>
          <c:y val="0.11750330225330227"/>
          <c:w val="0.91854020467836262"/>
          <c:h val="0.7980110722610722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'[Panorama de Renda Variável (2022-05-12).xlsx]Crescimento e Inflação Global'!$A$2</c:f>
              <c:strCache>
                <c:ptCount val="1"/>
                <c:pt idx="0">
                  <c:v>Demanda Privada</c:v>
                </c:pt>
              </c:strCache>
            </c:strRef>
          </c:tx>
          <c:spPr>
            <a:solidFill>
              <a:srgbClr val="92D050"/>
            </a:solidFill>
            <a:ln w="28575" cap="rnd">
              <a:noFill/>
              <a:round/>
            </a:ln>
            <a:effectLst/>
          </c:spPr>
          <c:invertIfNegative val="0"/>
          <c:cat>
            <c:strRef>
              <c:f>'[Panorama de Renda Variável (2022-05-12).xlsx]Crescimento e Inflação Global'!$B$1:$G$1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Global'!$B$2:$G$2</c:f>
              <c:numCache>
                <c:formatCode>#,##0.00</c:formatCode>
                <c:ptCount val="6"/>
                <c:pt idx="0">
                  <c:v>5.3921230535478504</c:v>
                </c:pt>
                <c:pt idx="1">
                  <c:v>3.8009347471673123</c:v>
                </c:pt>
                <c:pt idx="2">
                  <c:v>2.5754855335599798</c:v>
                </c:pt>
                <c:pt idx="3">
                  <c:v>3.0127922604841779</c:v>
                </c:pt>
                <c:pt idx="4">
                  <c:v>6.8603419957553424E-2</c:v>
                </c:pt>
                <c:pt idx="5">
                  <c:v>2.4667185478548288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E6-47B3-883E-6976992317A8}"/>
            </c:ext>
          </c:extLst>
        </c:ser>
        <c:ser>
          <c:idx val="1"/>
          <c:order val="1"/>
          <c:tx>
            <c:strRef>
              <c:f>'[Panorama de Renda Variável (2022-05-12).xlsx]Crescimento e Inflação Global'!$A$3</c:f>
              <c:strCache>
                <c:ptCount val="1"/>
                <c:pt idx="0">
                  <c:v>Demanda Pública</c:v>
                </c:pt>
              </c:strCache>
            </c:strRef>
          </c:tx>
          <c:spPr>
            <a:solidFill>
              <a:srgbClr val="FFC000"/>
            </a:solidFill>
            <a:ln w="28575" cap="rnd">
              <a:noFill/>
              <a:round/>
            </a:ln>
            <a:effectLst/>
          </c:spPr>
          <c:invertIfNegative val="0"/>
          <c:cat>
            <c:strRef>
              <c:f>'[Panorama de Renda Variável (2022-05-12).xlsx]Crescimento e Inflação Global'!$B$1:$G$1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Global'!$B$3:$G$3</c:f>
              <c:numCache>
                <c:formatCode>#,##0.00</c:formatCode>
                <c:ptCount val="6"/>
                <c:pt idx="0">
                  <c:v>0.14797727549024958</c:v>
                </c:pt>
                <c:pt idx="1">
                  <c:v>3.1656994727422005</c:v>
                </c:pt>
                <c:pt idx="2">
                  <c:v>0.65797652244153937</c:v>
                </c:pt>
                <c:pt idx="3">
                  <c:v>0.11954052448858249</c:v>
                </c:pt>
                <c:pt idx="4">
                  <c:v>0.69775948100807117</c:v>
                </c:pt>
                <c:pt idx="5">
                  <c:v>1.534028917104842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DE6-47B3-883E-6976992317A8}"/>
            </c:ext>
          </c:extLst>
        </c:ser>
        <c:ser>
          <c:idx val="2"/>
          <c:order val="2"/>
          <c:tx>
            <c:strRef>
              <c:f>'[Panorama de Renda Variável (2022-05-12).xlsx]Crescimento e Inflação Global'!$A$4</c:f>
              <c:strCache>
                <c:ptCount val="1"/>
                <c:pt idx="0">
                  <c:v>Investimentos</c:v>
                </c:pt>
              </c:strCache>
            </c:strRef>
          </c:tx>
          <c:spPr>
            <a:solidFill>
              <a:srgbClr val="FF7C80"/>
            </a:solidFill>
            <a:ln w="28575" cap="rnd">
              <a:noFill/>
              <a:round/>
            </a:ln>
            <a:effectLst/>
          </c:spPr>
          <c:invertIfNegative val="0"/>
          <c:cat>
            <c:strRef>
              <c:f>'[Panorama de Renda Variável (2022-05-12).xlsx]Crescimento e Inflação Global'!$B$1:$G$1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Global'!$B$4:$G$4</c:f>
              <c:numCache>
                <c:formatCode>#,##0.00</c:formatCode>
                <c:ptCount val="6"/>
                <c:pt idx="0">
                  <c:v>1.3299387400723999</c:v>
                </c:pt>
                <c:pt idx="1">
                  <c:v>0.45034143914279312</c:v>
                </c:pt>
                <c:pt idx="2">
                  <c:v>2.6780329003172803</c:v>
                </c:pt>
                <c:pt idx="3">
                  <c:v>3.2510972227178718</c:v>
                </c:pt>
                <c:pt idx="4">
                  <c:v>-0.34551242458909226</c:v>
                </c:pt>
                <c:pt idx="5">
                  <c:v>2.8624638596853855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DE6-47B3-883E-6976992317A8}"/>
            </c:ext>
          </c:extLst>
        </c:ser>
        <c:ser>
          <c:idx val="3"/>
          <c:order val="3"/>
          <c:tx>
            <c:strRef>
              <c:f>'[Panorama de Renda Variável (2022-05-12).xlsx]Crescimento e Inflação Global'!$A$5</c:f>
              <c:strCache>
                <c:ptCount val="1"/>
                <c:pt idx="0">
                  <c:v>Demanda Externa</c:v>
                </c:pt>
              </c:strCache>
            </c:strRef>
          </c:tx>
          <c:spPr>
            <a:solidFill>
              <a:srgbClr val="66CCFF"/>
            </a:solidFill>
            <a:ln w="28575" cap="rnd">
              <a:noFill/>
              <a:round/>
            </a:ln>
            <a:effectLst/>
          </c:spPr>
          <c:invertIfNegative val="0"/>
          <c:cat>
            <c:strRef>
              <c:f>'[Panorama de Renda Variável (2022-05-12).xlsx]Crescimento e Inflação Global'!$B$1:$G$1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Global'!$B$5:$G$5</c:f>
              <c:numCache>
                <c:formatCode>#,##0.00</c:formatCode>
                <c:ptCount val="6"/>
                <c:pt idx="0">
                  <c:v>-1.5824546131765977</c:v>
                </c:pt>
                <c:pt idx="1">
                  <c:v>-1.4319323746118349</c:v>
                </c:pt>
                <c:pt idx="2">
                  <c:v>0.48973718352950613</c:v>
                </c:pt>
                <c:pt idx="3">
                  <c:v>3.3318334320514786E-2</c:v>
                </c:pt>
                <c:pt idx="4">
                  <c:v>0.83247398949055906</c:v>
                </c:pt>
                <c:pt idx="5">
                  <c:v>0.22679924422445374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DE6-47B3-883E-6976992317A8}"/>
            </c:ext>
          </c:extLst>
        </c:ser>
        <c:ser>
          <c:idx val="4"/>
          <c:order val="4"/>
          <c:tx>
            <c:strRef>
              <c:f>'[Panorama de Renda Variável (2022-05-12).xlsx]Crescimento e Inflação Global'!$A$6</c:f>
              <c:strCache>
                <c:ptCount val="1"/>
                <c:pt idx="0">
                  <c:v>Outros</c:v>
                </c:pt>
              </c:strCache>
            </c:strRef>
          </c:tx>
          <c:spPr>
            <a:solidFill>
              <a:srgbClr val="FF99FF"/>
            </a:solidFill>
            <a:ln w="28575" cap="rnd">
              <a:noFill/>
              <a:round/>
            </a:ln>
            <a:effectLst/>
          </c:spPr>
          <c:invertIfNegative val="0"/>
          <c:cat>
            <c:strRef>
              <c:f>'[Panorama de Renda Variável (2022-05-12).xlsx]Crescimento e Inflação Global'!$B$1:$G$1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Global'!$B$6:$G$6</c:f>
              <c:numCache>
                <c:formatCode>#,##0.00</c:formatCode>
                <c:ptCount val="6"/>
                <c:pt idx="0">
                  <c:v>0.38343775394617019</c:v>
                </c:pt>
                <c:pt idx="1">
                  <c:v>1.4562298210927258</c:v>
                </c:pt>
                <c:pt idx="2">
                  <c:v>-1.2717770123647325</c:v>
                </c:pt>
                <c:pt idx="3">
                  <c:v>0.2270418476539966</c:v>
                </c:pt>
                <c:pt idx="4">
                  <c:v>1.6392779673512474</c:v>
                </c:pt>
                <c:pt idx="5">
                  <c:v>-0.12643978949846879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DE6-47B3-883E-697699231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8416056"/>
        <c:axId val="448419256"/>
      </c:barChart>
      <c:scatterChart>
        <c:scatterStyle val="lineMarker"/>
        <c:varyColors val="0"/>
        <c:ser>
          <c:idx val="5"/>
          <c:order val="5"/>
          <c:tx>
            <c:strRef>
              <c:f>'[Panorama de Renda Variável (2022-05-12).xlsx]Crescimento e Inflação Global'!$A$7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ysClr val="windowText" lastClr="000000"/>
              </a:solidFill>
              <a:ln w="9525">
                <a:noFill/>
              </a:ln>
              <a:effectLst/>
            </c:spPr>
          </c:marker>
          <c:xVal>
            <c:strRef>
              <c:f>'[Panorama de Renda Variável (2022-05-12).xlsx]Crescimento e Inflação Global'!$B$1:$G$1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xVal>
          <c:yVal>
            <c:numRef>
              <c:f>'[Panorama de Renda Variável (2022-05-12).xlsx]Crescimento e Inflação Global'!$B$7:$G$7</c:f>
              <c:numCache>
                <c:formatCode>#,##0.00</c:formatCode>
                <c:ptCount val="6"/>
                <c:pt idx="0">
                  <c:v>5.6710222098800722</c:v>
                </c:pt>
                <c:pt idx="1">
                  <c:v>7.4412731055331971</c:v>
                </c:pt>
                <c:pt idx="2">
                  <c:v>5.1294551274835731</c:v>
                </c:pt>
                <c:pt idx="3">
                  <c:v>6.6437901896651441</c:v>
                </c:pt>
                <c:pt idx="4">
                  <c:v>2.8926024332183387</c:v>
                </c:pt>
                <c:pt idx="5">
                  <c:v>6.9635707793710422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FDE6-47B3-883E-697699231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8416056"/>
        <c:axId val="448419256"/>
      </c:scatterChart>
      <c:cat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Algn val="ctr"/>
        <c:lblOffset val="100"/>
        <c:noMultiLvlLbl val="0"/>
      </c:catAx>
      <c:valAx>
        <c:axId val="448419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legendEntry>
        <c:idx val="5"/>
        <c:delete val="1"/>
      </c:legendEntry>
      <c:layout>
        <c:manualLayout>
          <c:xMode val="edge"/>
          <c:yMode val="edge"/>
          <c:x val="5.2999451754385946E-2"/>
          <c:y val="7.0086829836829831E-2"/>
          <c:w val="0.91953106725146194"/>
          <c:h val="3.01476301476301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en-US"/>
              <a:t>Variação do Índice de Preços ao Consumidor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5.5929845003598322E-2"/>
          <c:y val="0.11661472087676852"/>
          <c:w val="0.9185401749050347"/>
          <c:h val="0.79889957158078051"/>
        </c:manualLayout>
      </c:layout>
      <c:barChart>
        <c:barDir val="col"/>
        <c:grouping val="stacked"/>
        <c:varyColors val="0"/>
        <c:ser>
          <c:idx val="1"/>
          <c:order val="1"/>
          <c:tx>
            <c:strRef>
              <c:f>'[Panorama de Renda Variável (2022-05-12).xlsx]Crescimento e Inflação Global'!$A$11</c:f>
              <c:strCache>
                <c:ptCount val="1"/>
                <c:pt idx="0">
                  <c:v>Alimentos</c:v>
                </c:pt>
              </c:strCache>
            </c:strRef>
          </c:tx>
          <c:spPr>
            <a:solidFill>
              <a:srgbClr val="FF7C80"/>
            </a:solidFill>
            <a:ln w="28575" cap="rnd">
              <a:noFill/>
              <a:round/>
            </a:ln>
            <a:effectLst/>
          </c:spPr>
          <c:invertIfNegative val="0"/>
          <c:cat>
            <c:strRef>
              <c:f>'[Panorama de Renda Variável (2022-05-12).xlsx]Crescimento e Inflação Global'!$B$9:$G$9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Global'!$B$11:$G$11</c:f>
              <c:numCache>
                <c:formatCode>#,##0.00</c:formatCode>
                <c:ptCount val="6"/>
                <c:pt idx="0">
                  <c:v>0.82139813431857001</c:v>
                </c:pt>
                <c:pt idx="1">
                  <c:v>0.74005599523999743</c:v>
                </c:pt>
                <c:pt idx="2">
                  <c:v>1.6352015009558689</c:v>
                </c:pt>
                <c:pt idx="3">
                  <c:v>1.0774987872645956</c:v>
                </c:pt>
                <c:pt idx="4">
                  <c:v>0.72065462257883162</c:v>
                </c:pt>
                <c:pt idx="5">
                  <c:v>0.48578150483180516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5C-4C79-9168-4CFF4F61B2FA}"/>
            </c:ext>
          </c:extLst>
        </c:ser>
        <c:ser>
          <c:idx val="2"/>
          <c:order val="2"/>
          <c:tx>
            <c:strRef>
              <c:f>'[Panorama de Renda Variável (2022-05-12).xlsx]Crescimento e Inflação Global'!$A$12</c:f>
              <c:strCache>
                <c:ptCount val="1"/>
                <c:pt idx="0">
                  <c:v>Industriais</c:v>
                </c:pt>
              </c:strCache>
            </c:strRef>
          </c:tx>
          <c:spPr>
            <a:solidFill>
              <a:srgbClr val="66CCFF"/>
            </a:solidFill>
            <a:ln w="28575" cap="rnd">
              <a:noFill/>
              <a:round/>
            </a:ln>
            <a:effectLst/>
          </c:spPr>
          <c:invertIfNegative val="0"/>
          <c:cat>
            <c:strRef>
              <c:f>'[Panorama de Renda Variável (2022-05-12).xlsx]Crescimento e Inflação Global'!$B$9:$G$9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Global'!$B$12:$G$12</c:f>
              <c:numCache>
                <c:formatCode>#,##0.00</c:formatCode>
                <c:ptCount val="6"/>
                <c:pt idx="0">
                  <c:v>0.6002633259776069</c:v>
                </c:pt>
                <c:pt idx="1">
                  <c:v>1.1471189237943542</c:v>
                </c:pt>
                <c:pt idx="2">
                  <c:v>0.42310611123018149</c:v>
                </c:pt>
                <c:pt idx="3">
                  <c:v>0.34031510235122592</c:v>
                </c:pt>
                <c:pt idx="4">
                  <c:v>0.3264540997448474</c:v>
                </c:pt>
                <c:pt idx="5">
                  <c:v>0.3099267312733352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5C-4C79-9168-4CFF4F61B2FA}"/>
            </c:ext>
          </c:extLst>
        </c:ser>
        <c:ser>
          <c:idx val="3"/>
          <c:order val="3"/>
          <c:tx>
            <c:strRef>
              <c:f>'[Panorama de Renda Variável (2022-05-12).xlsx]Crescimento e Inflação Global'!$A$13</c:f>
              <c:strCache>
                <c:ptCount val="1"/>
                <c:pt idx="0">
                  <c:v>Energia</c:v>
                </c:pt>
              </c:strCache>
            </c:strRef>
          </c:tx>
          <c:spPr>
            <a:solidFill>
              <a:srgbClr val="FFC000"/>
            </a:solidFill>
            <a:ln w="28575" cap="rnd">
              <a:noFill/>
              <a:round/>
            </a:ln>
            <a:effectLst/>
          </c:spPr>
          <c:invertIfNegative val="0"/>
          <c:cat>
            <c:strRef>
              <c:f>'[Panorama de Renda Variável (2022-05-12).xlsx]Crescimento e Inflação Global'!$B$9:$G$9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Global'!$B$13:$G$13</c:f>
              <c:numCache>
                <c:formatCode>#,##0.00</c:formatCode>
                <c:ptCount val="6"/>
                <c:pt idx="0">
                  <c:v>1.9892008402017867</c:v>
                </c:pt>
                <c:pt idx="1">
                  <c:v>1.4083562901744697</c:v>
                </c:pt>
                <c:pt idx="2">
                  <c:v>4.7194908027749811</c:v>
                </c:pt>
                <c:pt idx="3">
                  <c:v>3.1064721629485956</c:v>
                </c:pt>
                <c:pt idx="4">
                  <c:v>2.8471828358208935</c:v>
                </c:pt>
                <c:pt idx="5">
                  <c:v>1.3847405069167227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5C-4C79-9168-4CFF4F61B2FA}"/>
            </c:ext>
          </c:extLst>
        </c:ser>
        <c:ser>
          <c:idx val="4"/>
          <c:order val="4"/>
          <c:tx>
            <c:strRef>
              <c:f>'[Panorama de Renda Variável (2022-05-12).xlsx]Crescimento e Inflação Global'!$A$14</c:f>
              <c:strCache>
                <c:ptCount val="1"/>
                <c:pt idx="0">
                  <c:v>Serviços</c:v>
                </c:pt>
              </c:strCache>
            </c:strRef>
          </c:tx>
          <c:spPr>
            <a:solidFill>
              <a:srgbClr val="92D050"/>
            </a:solidFill>
            <a:ln w="28575" cap="rnd">
              <a:noFill/>
              <a:round/>
            </a:ln>
            <a:effectLst/>
          </c:spPr>
          <c:invertIfNegative val="0"/>
          <c:cat>
            <c:strRef>
              <c:f>'[Panorama de Renda Variável (2022-05-12).xlsx]Crescimento e Inflação Global'!$B$9:$G$9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Global'!$B$14:$G$14</c:f>
              <c:numCache>
                <c:formatCode>#,##0.00</c:formatCode>
                <c:ptCount val="6"/>
                <c:pt idx="0">
                  <c:v>4.9966557478535218</c:v>
                </c:pt>
                <c:pt idx="1">
                  <c:v>2.8578587266743218</c:v>
                </c:pt>
                <c:pt idx="2">
                  <c:v>3.1134025161268624</c:v>
                </c:pt>
                <c:pt idx="3">
                  <c:v>2.0318861346679307</c:v>
                </c:pt>
                <c:pt idx="4">
                  <c:v>3.1386958174056994</c:v>
                </c:pt>
                <c:pt idx="5">
                  <c:v>1.9240795595549354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7A5C-4C79-9168-4CFF4F61B2FA}"/>
            </c:ext>
          </c:extLst>
        </c:ser>
        <c:ser>
          <c:idx val="5"/>
          <c:order val="5"/>
          <c:tx>
            <c:strRef>
              <c:f>'[Panorama de Renda Variável (2022-05-12).xlsx]Crescimento e Inflação Global'!$A$15</c:f>
              <c:strCache>
                <c:ptCount val="1"/>
                <c:pt idx="0">
                  <c:v>Outros</c:v>
                </c:pt>
              </c:strCache>
            </c:strRef>
          </c:tx>
          <c:spPr>
            <a:solidFill>
              <a:srgbClr val="FF99FF"/>
            </a:solidFill>
            <a:ln>
              <a:noFill/>
            </a:ln>
            <a:effectLst/>
          </c:spPr>
          <c:invertIfNegative val="0"/>
          <c:cat>
            <c:strRef>
              <c:f>'[Panorama de Renda Variável (2022-05-12).xlsx]Crescimento e Inflação Global'!$B$9:$G$9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cat>
          <c:val>
            <c:numRef>
              <c:f>'[Panorama de Renda Variável (2022-05-12).xlsx]Crescimento e Inflação Global'!$B$15:$G$15</c:f>
              <c:numCache>
                <c:formatCode>#,##0.00</c:formatCode>
                <c:ptCount val="6"/>
                <c:pt idx="0">
                  <c:v>0.13493750649094061</c:v>
                </c:pt>
                <c:pt idx="1">
                  <c:v>4.5333856277292917E-2</c:v>
                </c:pt>
                <c:pt idx="2">
                  <c:v>-7.2826062533845715E-2</c:v>
                </c:pt>
                <c:pt idx="3">
                  <c:v>-9.5227153481140192E-2</c:v>
                </c:pt>
                <c:pt idx="4">
                  <c:v>0.22282657793809779</c:v>
                </c:pt>
                <c:pt idx="5">
                  <c:v>0.37774120096929575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5C-4C79-9168-4CFF4F61B2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8416056"/>
        <c:axId val="448419256"/>
      </c:barChart>
      <c:scatterChart>
        <c:scatterStyle val="lineMarker"/>
        <c:varyColors val="0"/>
        <c:ser>
          <c:idx val="0"/>
          <c:order val="0"/>
          <c:tx>
            <c:strRef>
              <c:f>'[Panorama de Renda Variável (2022-05-12).xlsx]Crescimento e Inflação Global'!$A$10</c:f>
              <c:strCache>
                <c:ptCount val="1"/>
                <c:pt idx="0">
                  <c:v>Total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ysClr val="windowText" lastClr="000000"/>
              </a:solidFill>
              <a:ln w="9525">
                <a:noFill/>
              </a:ln>
              <a:effectLst/>
            </c:spPr>
          </c:marker>
          <c:xVal>
            <c:strRef>
              <c:f>'[Panorama de Renda Variável (2022-05-12).xlsx]Crescimento e Inflação Global'!$B$9:$G$9</c:f>
              <c:strCache>
                <c:ptCount val="6"/>
                <c:pt idx="0">
                  <c:v>Estados Unidos</c:v>
                </c:pt>
                <c:pt idx="1">
                  <c:v>Reino Unido</c:v>
                </c:pt>
                <c:pt idx="2">
                  <c:v>Espanha</c:v>
                </c:pt>
                <c:pt idx="3">
                  <c:v>Itália</c:v>
                </c:pt>
                <c:pt idx="4">
                  <c:v>Alemanha</c:v>
                </c:pt>
                <c:pt idx="5">
                  <c:v>França</c:v>
                </c:pt>
              </c:strCache>
            </c:strRef>
          </c:xVal>
          <c:yVal>
            <c:numRef>
              <c:f>'[Panorama de Renda Variável (2022-05-12).xlsx]Crescimento e Inflação Global'!$B$10:$G$10</c:f>
              <c:numCache>
                <c:formatCode>#,##0.00</c:formatCode>
                <c:ptCount val="6"/>
                <c:pt idx="0">
                  <c:v>8.5424555548424266</c:v>
                </c:pt>
                <c:pt idx="1">
                  <c:v>6.1987237921604352</c:v>
                </c:pt>
                <c:pt idx="2">
                  <c:v>9.8183748685540486</c:v>
                </c:pt>
                <c:pt idx="3">
                  <c:v>6.4609450337512087</c:v>
                </c:pt>
                <c:pt idx="4">
                  <c:v>7.2558139534883699</c:v>
                </c:pt>
                <c:pt idx="5">
                  <c:v>4.4822695035460942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7A5C-4C79-9168-4CFF4F61B2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8416056"/>
        <c:axId val="448419256"/>
      </c:scatterChart>
      <c:cat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mm\-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Algn val="ctr"/>
        <c:lblOffset val="100"/>
        <c:noMultiLvlLbl val="0"/>
      </c:catAx>
      <c:valAx>
        <c:axId val="448419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legendEntry>
        <c:idx val="5"/>
        <c:delete val="1"/>
      </c:legendEntry>
      <c:layout>
        <c:manualLayout>
          <c:xMode val="edge"/>
          <c:yMode val="edge"/>
          <c:x val="0.15799713377088223"/>
          <c:y val="7.0086897908797505E-2"/>
          <c:w val="0.68400573245823559"/>
          <c:h val="2.925896392673264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pt-BR" dirty="0"/>
              <a:t>Taxa de Juros dos Principais Bancos</a:t>
            </a:r>
            <a:r>
              <a:rPr lang="pt-BR" baseline="0" dirty="0"/>
              <a:t> Centrais (%, anual)</a:t>
            </a:r>
            <a:endParaRPr lang="pt-B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5.0081140350877192E-2"/>
          <c:y val="0.11414763014763014"/>
          <c:w val="0.92438888888888893"/>
          <c:h val="0.82838014763014767"/>
        </c:manualLayout>
      </c:layout>
      <c:lineChart>
        <c:grouping val="standard"/>
        <c:varyColors val="0"/>
        <c:ser>
          <c:idx val="0"/>
          <c:order val="0"/>
          <c:tx>
            <c:strRef>
              <c:f>'[Panorama de Renda Variável (2022-05-12).xlsx]Juros Globais'!$B$1</c:f>
              <c:strCache>
                <c:ptCount val="1"/>
                <c:pt idx="0">
                  <c:v>Federal Reserve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(2022-05-12).xlsx]Juros Globais'!$A$2:$A$301</c:f>
              <c:numCache>
                <c:formatCode>m/d/yyyy</c:formatCode>
                <c:ptCount val="300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</c:numCache>
            </c:numRef>
          </c:cat>
          <c:val>
            <c:numRef>
              <c:f>'[Panorama de Renda Variável (2022-05-12).xlsx]Juros Globais'!$B$2:$B$301</c:f>
              <c:numCache>
                <c:formatCode>#,##0.00</c:formatCode>
                <c:ptCount val="300"/>
                <c:pt idx="0">
                  <c:v>5.87</c:v>
                </c:pt>
                <c:pt idx="1">
                  <c:v>5.85</c:v>
                </c:pt>
                <c:pt idx="2">
                  <c:v>6.17</c:v>
                </c:pt>
                <c:pt idx="3">
                  <c:v>6.06</c:v>
                </c:pt>
                <c:pt idx="4">
                  <c:v>6.83</c:v>
                </c:pt>
                <c:pt idx="5">
                  <c:v>6.86</c:v>
                </c:pt>
                <c:pt idx="6">
                  <c:v>6.64</c:v>
                </c:pt>
                <c:pt idx="7">
                  <c:v>6.65</c:v>
                </c:pt>
                <c:pt idx="8">
                  <c:v>6.6</c:v>
                </c:pt>
                <c:pt idx="9">
                  <c:v>6.59</c:v>
                </c:pt>
                <c:pt idx="10">
                  <c:v>6.62</c:v>
                </c:pt>
                <c:pt idx="11">
                  <c:v>5.41</c:v>
                </c:pt>
                <c:pt idx="12">
                  <c:v>5.74</c:v>
                </c:pt>
                <c:pt idx="13">
                  <c:v>5.59</c:v>
                </c:pt>
                <c:pt idx="14">
                  <c:v>5.29</c:v>
                </c:pt>
                <c:pt idx="15">
                  <c:v>4.67</c:v>
                </c:pt>
                <c:pt idx="16">
                  <c:v>4.24</c:v>
                </c:pt>
                <c:pt idx="17">
                  <c:v>3.95</c:v>
                </c:pt>
                <c:pt idx="18">
                  <c:v>3.82</c:v>
                </c:pt>
                <c:pt idx="19">
                  <c:v>3.66</c:v>
                </c:pt>
                <c:pt idx="20">
                  <c:v>2.75</c:v>
                </c:pt>
                <c:pt idx="21">
                  <c:v>2.66</c:v>
                </c:pt>
                <c:pt idx="22">
                  <c:v>2.06</c:v>
                </c:pt>
                <c:pt idx="23">
                  <c:v>1.52</c:v>
                </c:pt>
                <c:pt idx="24">
                  <c:v>1.85</c:v>
                </c:pt>
                <c:pt idx="25">
                  <c:v>1.83</c:v>
                </c:pt>
                <c:pt idx="26">
                  <c:v>1.74</c:v>
                </c:pt>
                <c:pt idx="27">
                  <c:v>1.82</c:v>
                </c:pt>
                <c:pt idx="28">
                  <c:v>1.79</c:v>
                </c:pt>
                <c:pt idx="29">
                  <c:v>1.73</c:v>
                </c:pt>
                <c:pt idx="30">
                  <c:v>1.76</c:v>
                </c:pt>
                <c:pt idx="31">
                  <c:v>1.81</c:v>
                </c:pt>
                <c:pt idx="32">
                  <c:v>1.85</c:v>
                </c:pt>
                <c:pt idx="33">
                  <c:v>1.82</c:v>
                </c:pt>
                <c:pt idx="34">
                  <c:v>1.23</c:v>
                </c:pt>
                <c:pt idx="35">
                  <c:v>1.1599999999999999</c:v>
                </c:pt>
                <c:pt idx="36">
                  <c:v>1.33</c:v>
                </c:pt>
                <c:pt idx="37">
                  <c:v>1.33</c:v>
                </c:pt>
                <c:pt idx="38">
                  <c:v>1.38</c:v>
                </c:pt>
                <c:pt idx="39">
                  <c:v>1.31</c:v>
                </c:pt>
                <c:pt idx="40">
                  <c:v>1.28</c:v>
                </c:pt>
                <c:pt idx="41">
                  <c:v>1.45</c:v>
                </c:pt>
                <c:pt idx="42">
                  <c:v>1.04</c:v>
                </c:pt>
                <c:pt idx="43">
                  <c:v>1.01</c:v>
                </c:pt>
                <c:pt idx="44">
                  <c:v>1.17</c:v>
                </c:pt>
                <c:pt idx="45">
                  <c:v>1.03</c:v>
                </c:pt>
                <c:pt idx="46">
                  <c:v>1.01</c:v>
                </c:pt>
                <c:pt idx="47">
                  <c:v>0.94</c:v>
                </c:pt>
                <c:pt idx="48">
                  <c:v>1.03</c:v>
                </c:pt>
                <c:pt idx="49">
                  <c:v>1.04</c:v>
                </c:pt>
                <c:pt idx="50">
                  <c:v>1.05</c:v>
                </c:pt>
                <c:pt idx="51">
                  <c:v>1.03</c:v>
                </c:pt>
                <c:pt idx="52">
                  <c:v>1.02</c:v>
                </c:pt>
                <c:pt idx="53">
                  <c:v>1.38</c:v>
                </c:pt>
                <c:pt idx="54">
                  <c:v>1.29</c:v>
                </c:pt>
                <c:pt idx="55">
                  <c:v>1.55</c:v>
                </c:pt>
                <c:pt idx="56">
                  <c:v>1.94</c:v>
                </c:pt>
                <c:pt idx="57">
                  <c:v>1.79</c:v>
                </c:pt>
                <c:pt idx="58">
                  <c:v>2.02</c:v>
                </c:pt>
                <c:pt idx="59">
                  <c:v>1.97</c:v>
                </c:pt>
                <c:pt idx="60">
                  <c:v>2.5</c:v>
                </c:pt>
                <c:pt idx="61">
                  <c:v>2.52</c:v>
                </c:pt>
                <c:pt idx="62">
                  <c:v>2.96</c:v>
                </c:pt>
                <c:pt idx="63">
                  <c:v>2.97</c:v>
                </c:pt>
                <c:pt idx="64">
                  <c:v>3.09</c:v>
                </c:pt>
                <c:pt idx="65">
                  <c:v>3.35</c:v>
                </c:pt>
                <c:pt idx="66">
                  <c:v>3.31</c:v>
                </c:pt>
                <c:pt idx="67">
                  <c:v>3.63</c:v>
                </c:pt>
                <c:pt idx="68">
                  <c:v>3.93</c:v>
                </c:pt>
                <c:pt idx="69">
                  <c:v>4.0199999999999996</c:v>
                </c:pt>
                <c:pt idx="70">
                  <c:v>4.03</c:v>
                </c:pt>
                <c:pt idx="71">
                  <c:v>4.09</c:v>
                </c:pt>
                <c:pt idx="72">
                  <c:v>4.47</c:v>
                </c:pt>
                <c:pt idx="73">
                  <c:v>4.5199999999999996</c:v>
                </c:pt>
                <c:pt idx="74">
                  <c:v>5</c:v>
                </c:pt>
                <c:pt idx="75">
                  <c:v>4.8600000000000003</c:v>
                </c:pt>
                <c:pt idx="76">
                  <c:v>5.05</c:v>
                </c:pt>
                <c:pt idx="77">
                  <c:v>5.05</c:v>
                </c:pt>
                <c:pt idx="78">
                  <c:v>5.31</c:v>
                </c:pt>
                <c:pt idx="79">
                  <c:v>5.31</c:v>
                </c:pt>
                <c:pt idx="80">
                  <c:v>5.34</c:v>
                </c:pt>
                <c:pt idx="81">
                  <c:v>5.31</c:v>
                </c:pt>
                <c:pt idx="82">
                  <c:v>5.31</c:v>
                </c:pt>
                <c:pt idx="83">
                  <c:v>5.17</c:v>
                </c:pt>
                <c:pt idx="84">
                  <c:v>5.33</c:v>
                </c:pt>
                <c:pt idx="85">
                  <c:v>5.41</c:v>
                </c:pt>
                <c:pt idx="86">
                  <c:v>5.3</c:v>
                </c:pt>
                <c:pt idx="87">
                  <c:v>5.29</c:v>
                </c:pt>
                <c:pt idx="88">
                  <c:v>5.28</c:v>
                </c:pt>
                <c:pt idx="89">
                  <c:v>5.31</c:v>
                </c:pt>
                <c:pt idx="90">
                  <c:v>5.28</c:v>
                </c:pt>
                <c:pt idx="91">
                  <c:v>4.96</c:v>
                </c:pt>
                <c:pt idx="92">
                  <c:v>4.58</c:v>
                </c:pt>
                <c:pt idx="93">
                  <c:v>4.5999999999999996</c:v>
                </c:pt>
                <c:pt idx="94">
                  <c:v>4.66</c:v>
                </c:pt>
                <c:pt idx="95">
                  <c:v>3.06</c:v>
                </c:pt>
                <c:pt idx="96">
                  <c:v>3.22</c:v>
                </c:pt>
                <c:pt idx="97">
                  <c:v>3.01</c:v>
                </c:pt>
                <c:pt idx="98">
                  <c:v>2.5099999999999998</c:v>
                </c:pt>
                <c:pt idx="99">
                  <c:v>2.37</c:v>
                </c:pt>
                <c:pt idx="100">
                  <c:v>1.98</c:v>
                </c:pt>
                <c:pt idx="101">
                  <c:v>2.4700000000000002</c:v>
                </c:pt>
                <c:pt idx="102">
                  <c:v>2.09</c:v>
                </c:pt>
                <c:pt idx="103">
                  <c:v>1.94</c:v>
                </c:pt>
                <c:pt idx="104">
                  <c:v>2.0299999999999998</c:v>
                </c:pt>
                <c:pt idx="105">
                  <c:v>0.22</c:v>
                </c:pt>
                <c:pt idx="106">
                  <c:v>0.52</c:v>
                </c:pt>
                <c:pt idx="107">
                  <c:v>0.14000000000000001</c:v>
                </c:pt>
                <c:pt idx="108">
                  <c:v>0.23</c:v>
                </c:pt>
                <c:pt idx="109">
                  <c:v>0.22</c:v>
                </c:pt>
                <c:pt idx="110">
                  <c:v>0.16</c:v>
                </c:pt>
                <c:pt idx="111">
                  <c:v>0.2</c:v>
                </c:pt>
                <c:pt idx="112">
                  <c:v>0.19</c:v>
                </c:pt>
                <c:pt idx="113">
                  <c:v>0.22</c:v>
                </c:pt>
                <c:pt idx="114">
                  <c:v>0.18</c:v>
                </c:pt>
                <c:pt idx="115">
                  <c:v>0.15</c:v>
                </c:pt>
                <c:pt idx="116">
                  <c:v>7.0000000000000007E-2</c:v>
                </c:pt>
                <c:pt idx="117">
                  <c:v>0.11</c:v>
                </c:pt>
                <c:pt idx="118">
                  <c:v>0.13</c:v>
                </c:pt>
                <c:pt idx="119">
                  <c:v>0.05</c:v>
                </c:pt>
                <c:pt idx="120">
                  <c:v>0.12</c:v>
                </c:pt>
                <c:pt idx="121">
                  <c:v>0.13</c:v>
                </c:pt>
                <c:pt idx="122">
                  <c:v>0.09</c:v>
                </c:pt>
                <c:pt idx="123">
                  <c:v>0.2</c:v>
                </c:pt>
                <c:pt idx="124">
                  <c:v>0.19</c:v>
                </c:pt>
                <c:pt idx="125">
                  <c:v>0.09</c:v>
                </c:pt>
                <c:pt idx="126">
                  <c:v>0.18</c:v>
                </c:pt>
                <c:pt idx="127">
                  <c:v>0.21</c:v>
                </c:pt>
                <c:pt idx="128">
                  <c:v>0.15</c:v>
                </c:pt>
                <c:pt idx="129">
                  <c:v>0.2</c:v>
                </c:pt>
                <c:pt idx="130">
                  <c:v>0.2</c:v>
                </c:pt>
                <c:pt idx="131">
                  <c:v>0.13</c:v>
                </c:pt>
                <c:pt idx="132">
                  <c:v>0.17</c:v>
                </c:pt>
                <c:pt idx="133">
                  <c:v>0.16</c:v>
                </c:pt>
                <c:pt idx="134">
                  <c:v>0.1</c:v>
                </c:pt>
                <c:pt idx="135">
                  <c:v>0.09</c:v>
                </c:pt>
                <c:pt idx="136">
                  <c:v>0.1</c:v>
                </c:pt>
                <c:pt idx="137">
                  <c:v>7.0000000000000007E-2</c:v>
                </c:pt>
                <c:pt idx="138">
                  <c:v>0.11</c:v>
                </c:pt>
                <c:pt idx="139">
                  <c:v>0.08</c:v>
                </c:pt>
                <c:pt idx="140">
                  <c:v>0.06</c:v>
                </c:pt>
                <c:pt idx="141">
                  <c:v>0.09</c:v>
                </c:pt>
                <c:pt idx="142">
                  <c:v>0.1</c:v>
                </c:pt>
                <c:pt idx="143">
                  <c:v>0.04</c:v>
                </c:pt>
                <c:pt idx="144">
                  <c:v>0.11</c:v>
                </c:pt>
                <c:pt idx="145">
                  <c:v>0.1</c:v>
                </c:pt>
                <c:pt idx="146">
                  <c:v>0.09</c:v>
                </c:pt>
                <c:pt idx="147">
                  <c:v>0.16</c:v>
                </c:pt>
                <c:pt idx="148">
                  <c:v>0.16</c:v>
                </c:pt>
                <c:pt idx="149">
                  <c:v>0.09</c:v>
                </c:pt>
                <c:pt idx="150">
                  <c:v>0.13</c:v>
                </c:pt>
                <c:pt idx="151">
                  <c:v>0.13</c:v>
                </c:pt>
                <c:pt idx="152">
                  <c:v>0.09</c:v>
                </c:pt>
                <c:pt idx="153">
                  <c:v>0.18</c:v>
                </c:pt>
                <c:pt idx="154">
                  <c:v>0.16</c:v>
                </c:pt>
                <c:pt idx="155">
                  <c:v>0.09</c:v>
                </c:pt>
                <c:pt idx="156">
                  <c:v>0.15</c:v>
                </c:pt>
                <c:pt idx="157">
                  <c:v>0.14000000000000001</c:v>
                </c:pt>
                <c:pt idx="158">
                  <c:v>0.09</c:v>
                </c:pt>
                <c:pt idx="159">
                  <c:v>0.14000000000000001</c:v>
                </c:pt>
                <c:pt idx="160">
                  <c:v>0.09</c:v>
                </c:pt>
                <c:pt idx="161">
                  <c:v>7.0000000000000007E-2</c:v>
                </c:pt>
                <c:pt idx="162">
                  <c:v>0.09</c:v>
                </c:pt>
                <c:pt idx="163">
                  <c:v>7.0000000000000007E-2</c:v>
                </c:pt>
                <c:pt idx="164">
                  <c:v>0.06</c:v>
                </c:pt>
                <c:pt idx="165">
                  <c:v>7.0000000000000007E-2</c:v>
                </c:pt>
                <c:pt idx="166">
                  <c:v>7.0000000000000007E-2</c:v>
                </c:pt>
                <c:pt idx="167">
                  <c:v>7.0000000000000007E-2</c:v>
                </c:pt>
                <c:pt idx="168">
                  <c:v>7.0000000000000007E-2</c:v>
                </c:pt>
                <c:pt idx="169">
                  <c:v>0.06</c:v>
                </c:pt>
                <c:pt idx="170">
                  <c:v>0.06</c:v>
                </c:pt>
                <c:pt idx="171">
                  <c:v>0.09</c:v>
                </c:pt>
                <c:pt idx="172">
                  <c:v>0.08</c:v>
                </c:pt>
                <c:pt idx="173">
                  <c:v>0.09</c:v>
                </c:pt>
                <c:pt idx="174">
                  <c:v>0.08</c:v>
                </c:pt>
                <c:pt idx="175">
                  <c:v>7.0000000000000007E-2</c:v>
                </c:pt>
                <c:pt idx="176">
                  <c:v>7.0000000000000007E-2</c:v>
                </c:pt>
                <c:pt idx="177">
                  <c:v>7.0000000000000007E-2</c:v>
                </c:pt>
                <c:pt idx="178">
                  <c:v>0.08</c:v>
                </c:pt>
                <c:pt idx="179">
                  <c:v>0.06</c:v>
                </c:pt>
                <c:pt idx="180">
                  <c:v>0.06</c:v>
                </c:pt>
                <c:pt idx="181">
                  <c:v>0.06</c:v>
                </c:pt>
                <c:pt idx="182">
                  <c:v>0.06</c:v>
                </c:pt>
                <c:pt idx="183">
                  <c:v>0.08</c:v>
                </c:pt>
                <c:pt idx="184">
                  <c:v>0.08</c:v>
                </c:pt>
                <c:pt idx="185">
                  <c:v>0.08</c:v>
                </c:pt>
                <c:pt idx="186">
                  <c:v>0.08</c:v>
                </c:pt>
                <c:pt idx="187">
                  <c:v>0.08</c:v>
                </c:pt>
                <c:pt idx="188">
                  <c:v>7.0000000000000007E-2</c:v>
                </c:pt>
                <c:pt idx="189">
                  <c:v>7.0000000000000007E-2</c:v>
                </c:pt>
                <c:pt idx="190">
                  <c:v>0.08</c:v>
                </c:pt>
                <c:pt idx="191">
                  <c:v>0.2</c:v>
                </c:pt>
                <c:pt idx="192">
                  <c:v>0.28999999999999998</c:v>
                </c:pt>
                <c:pt idx="193">
                  <c:v>0.28999999999999998</c:v>
                </c:pt>
                <c:pt idx="194">
                  <c:v>0.25</c:v>
                </c:pt>
                <c:pt idx="195">
                  <c:v>0.3</c:v>
                </c:pt>
                <c:pt idx="196">
                  <c:v>0.28999999999999998</c:v>
                </c:pt>
                <c:pt idx="197">
                  <c:v>0.3</c:v>
                </c:pt>
                <c:pt idx="198">
                  <c:v>0.3</c:v>
                </c:pt>
                <c:pt idx="199">
                  <c:v>0.3</c:v>
                </c:pt>
                <c:pt idx="200">
                  <c:v>0.28999999999999998</c:v>
                </c:pt>
                <c:pt idx="201">
                  <c:v>0.31</c:v>
                </c:pt>
                <c:pt idx="202">
                  <c:v>0.31</c:v>
                </c:pt>
                <c:pt idx="203">
                  <c:v>0.55000000000000004</c:v>
                </c:pt>
                <c:pt idx="204">
                  <c:v>0.56000000000000005</c:v>
                </c:pt>
                <c:pt idx="205">
                  <c:v>0.56999999999999995</c:v>
                </c:pt>
                <c:pt idx="206">
                  <c:v>0.82</c:v>
                </c:pt>
                <c:pt idx="207">
                  <c:v>0.83</c:v>
                </c:pt>
                <c:pt idx="208">
                  <c:v>0.83</c:v>
                </c:pt>
                <c:pt idx="209">
                  <c:v>1.06</c:v>
                </c:pt>
                <c:pt idx="210">
                  <c:v>1.07</c:v>
                </c:pt>
                <c:pt idx="211">
                  <c:v>1.07</c:v>
                </c:pt>
                <c:pt idx="212">
                  <c:v>1.06</c:v>
                </c:pt>
                <c:pt idx="213">
                  <c:v>1.07</c:v>
                </c:pt>
                <c:pt idx="214">
                  <c:v>1.07</c:v>
                </c:pt>
                <c:pt idx="215">
                  <c:v>1.33</c:v>
                </c:pt>
                <c:pt idx="216">
                  <c:v>1.34</c:v>
                </c:pt>
                <c:pt idx="217">
                  <c:v>1.35</c:v>
                </c:pt>
                <c:pt idx="218">
                  <c:v>1.67</c:v>
                </c:pt>
                <c:pt idx="219">
                  <c:v>1.69</c:v>
                </c:pt>
                <c:pt idx="220">
                  <c:v>1.7</c:v>
                </c:pt>
                <c:pt idx="221">
                  <c:v>1.91</c:v>
                </c:pt>
                <c:pt idx="222">
                  <c:v>1.91</c:v>
                </c:pt>
                <c:pt idx="223">
                  <c:v>1.91</c:v>
                </c:pt>
                <c:pt idx="224">
                  <c:v>2.1800000000000002</c:v>
                </c:pt>
                <c:pt idx="225">
                  <c:v>2.2000000000000002</c:v>
                </c:pt>
                <c:pt idx="226">
                  <c:v>2.2000000000000002</c:v>
                </c:pt>
                <c:pt idx="227">
                  <c:v>2.4</c:v>
                </c:pt>
                <c:pt idx="228">
                  <c:v>2.4</c:v>
                </c:pt>
                <c:pt idx="229">
                  <c:v>2.4</c:v>
                </c:pt>
                <c:pt idx="230">
                  <c:v>2.4300000000000002</c:v>
                </c:pt>
                <c:pt idx="231">
                  <c:v>2.4500000000000002</c:v>
                </c:pt>
                <c:pt idx="232">
                  <c:v>2.4</c:v>
                </c:pt>
                <c:pt idx="233">
                  <c:v>2.4</c:v>
                </c:pt>
                <c:pt idx="234">
                  <c:v>2.4</c:v>
                </c:pt>
                <c:pt idx="235">
                  <c:v>2.13</c:v>
                </c:pt>
                <c:pt idx="236">
                  <c:v>1.9</c:v>
                </c:pt>
                <c:pt idx="237">
                  <c:v>1.58</c:v>
                </c:pt>
                <c:pt idx="238">
                  <c:v>1.56</c:v>
                </c:pt>
                <c:pt idx="239">
                  <c:v>1.55</c:v>
                </c:pt>
                <c:pt idx="240">
                  <c:v>1.59</c:v>
                </c:pt>
                <c:pt idx="241">
                  <c:v>1.58</c:v>
                </c:pt>
                <c:pt idx="242">
                  <c:v>0.08</c:v>
                </c:pt>
                <c:pt idx="243">
                  <c:v>0.05</c:v>
                </c:pt>
                <c:pt idx="244">
                  <c:v>0.05</c:v>
                </c:pt>
                <c:pt idx="245">
                  <c:v>0.08</c:v>
                </c:pt>
                <c:pt idx="246">
                  <c:v>0.1</c:v>
                </c:pt>
                <c:pt idx="247">
                  <c:v>0.09</c:v>
                </c:pt>
                <c:pt idx="248">
                  <c:v>0.09</c:v>
                </c:pt>
                <c:pt idx="249">
                  <c:v>0.09</c:v>
                </c:pt>
                <c:pt idx="250">
                  <c:v>0.09</c:v>
                </c:pt>
                <c:pt idx="251">
                  <c:v>0.09</c:v>
                </c:pt>
                <c:pt idx="252">
                  <c:v>7.0000000000000007E-2</c:v>
                </c:pt>
                <c:pt idx="253">
                  <c:v>7.0000000000000007E-2</c:v>
                </c:pt>
                <c:pt idx="254">
                  <c:v>0.06</c:v>
                </c:pt>
                <c:pt idx="255">
                  <c:v>0.05</c:v>
                </c:pt>
                <c:pt idx="256">
                  <c:v>0.05</c:v>
                </c:pt>
                <c:pt idx="257">
                  <c:v>0.08</c:v>
                </c:pt>
                <c:pt idx="258">
                  <c:v>7.0000000000000007E-2</c:v>
                </c:pt>
                <c:pt idx="259">
                  <c:v>0.06</c:v>
                </c:pt>
                <c:pt idx="260">
                  <c:v>0.06</c:v>
                </c:pt>
                <c:pt idx="261">
                  <c:v>7.0000000000000007E-2</c:v>
                </c:pt>
                <c:pt idx="262">
                  <c:v>7.0000000000000007E-2</c:v>
                </c:pt>
                <c:pt idx="263">
                  <c:v>7.0000000000000007E-2</c:v>
                </c:pt>
                <c:pt idx="264">
                  <c:v>0.08</c:v>
                </c:pt>
                <c:pt idx="265">
                  <c:v>0.08</c:v>
                </c:pt>
                <c:pt idx="266">
                  <c:v>0.33</c:v>
                </c:pt>
                <c:pt idx="267">
                  <c:v>0.33</c:v>
                </c:pt>
                <c:pt idx="268">
                  <c:v>0.83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B9-4C53-BC1C-D63887BC85B3}"/>
            </c:ext>
          </c:extLst>
        </c:ser>
        <c:ser>
          <c:idx val="1"/>
          <c:order val="1"/>
          <c:tx>
            <c:strRef>
              <c:f>'[Panorama de Renda Variável (2022-05-12).xlsx]Juros Globais'!$C$1</c:f>
              <c:strCache>
                <c:ptCount val="1"/>
                <c:pt idx="0">
                  <c:v>Expectativas</c:v>
                </c:pt>
              </c:strCache>
            </c:strRef>
          </c:tx>
          <c:spPr>
            <a:ln w="28575" cap="rnd">
              <a:solidFill>
                <a:srgbClr val="92D050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(2022-05-12).xlsx]Juros Globais'!$A$2:$A$301</c:f>
              <c:numCache>
                <c:formatCode>m/d/yyyy</c:formatCode>
                <c:ptCount val="300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</c:numCache>
            </c:numRef>
          </c:cat>
          <c:val>
            <c:numRef>
              <c:f>'[Panorama de Renda Variável (2022-05-12).xlsx]Juros Globais'!$C$2:$C$301</c:f>
              <c:numCache>
                <c:formatCode>General</c:formatCode>
                <c:ptCount val="300"/>
                <c:pt idx="268" formatCode="#,##0.00">
                  <c:v>0.75</c:v>
                </c:pt>
                <c:pt idx="269" formatCode="#,##0.00">
                  <c:v>1.25</c:v>
                </c:pt>
                <c:pt idx="270" formatCode="#,##0.00">
                  <c:v>1.75</c:v>
                </c:pt>
                <c:pt idx="271" formatCode="#,##0.00">
                  <c:v>1.75</c:v>
                </c:pt>
                <c:pt idx="272" formatCode="#,##0.00">
                  <c:v>2.25</c:v>
                </c:pt>
                <c:pt idx="273" formatCode="#,##0.00">
                  <c:v>2.25</c:v>
                </c:pt>
                <c:pt idx="274" formatCode="#,##0.00">
                  <c:v>2.75</c:v>
                </c:pt>
                <c:pt idx="275" formatCode="#,##0.00">
                  <c:v>3</c:v>
                </c:pt>
                <c:pt idx="276" formatCode="#,##0.00">
                  <c:v>3</c:v>
                </c:pt>
                <c:pt idx="277" formatCode="#,##0.00">
                  <c:v>3.25</c:v>
                </c:pt>
                <c:pt idx="278" formatCode="#,##0.00">
                  <c:v>3.25</c:v>
                </c:pt>
                <c:pt idx="279" formatCode="#,##0.00">
                  <c:v>3.25</c:v>
                </c:pt>
                <c:pt idx="280" formatCode="#,##0.00">
                  <c:v>3.25</c:v>
                </c:pt>
                <c:pt idx="281" formatCode="#,##0.00">
                  <c:v>3.25</c:v>
                </c:pt>
                <c:pt idx="282" formatCode="#,##0.00">
                  <c:v>3.25</c:v>
                </c:pt>
                <c:pt idx="283" formatCode="#,##0.00">
                  <c:v>3.25</c:v>
                </c:pt>
                <c:pt idx="284" formatCode="#,##0.00">
                  <c:v>3.25</c:v>
                </c:pt>
                <c:pt idx="285" formatCode="#,##0.00">
                  <c:v>3.25</c:v>
                </c:pt>
                <c:pt idx="286" formatCode="#,##0.00">
                  <c:v>3.25</c:v>
                </c:pt>
                <c:pt idx="287" formatCode="#,##0.00">
                  <c:v>3.25</c:v>
                </c:pt>
                <c:pt idx="288" formatCode="#,##0.00">
                  <c:v>3.25</c:v>
                </c:pt>
                <c:pt idx="289" formatCode="#,##0.00">
                  <c:v>3</c:v>
                </c:pt>
                <c:pt idx="290" formatCode="#,##0.00">
                  <c:v>3</c:v>
                </c:pt>
                <c:pt idx="291" formatCode="#,##0.00">
                  <c:v>3</c:v>
                </c:pt>
                <c:pt idx="292" formatCode="#,##0.00">
                  <c:v>3</c:v>
                </c:pt>
                <c:pt idx="293" formatCode="#,##0.00">
                  <c:v>3</c:v>
                </c:pt>
                <c:pt idx="294" formatCode="#,##0.00">
                  <c:v>3</c:v>
                </c:pt>
                <c:pt idx="295" formatCode="#,##0.00">
                  <c:v>3</c:v>
                </c:pt>
                <c:pt idx="296" formatCode="#,##0.00">
                  <c:v>3</c:v>
                </c:pt>
                <c:pt idx="297" formatCode="#,##0.00">
                  <c:v>3</c:v>
                </c:pt>
                <c:pt idx="298" formatCode="#,##0.00">
                  <c:v>3</c:v>
                </c:pt>
                <c:pt idx="299" formatCode="#,##0.00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DB9-4C53-BC1C-D63887BC85B3}"/>
            </c:ext>
          </c:extLst>
        </c:ser>
        <c:ser>
          <c:idx val="2"/>
          <c:order val="2"/>
          <c:tx>
            <c:strRef>
              <c:f>'[Panorama de Renda Variável (2022-05-12).xlsx]Juros Globais'!$D$1</c:f>
              <c:strCache>
                <c:ptCount val="1"/>
                <c:pt idx="0">
                  <c:v>European Central Bank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(2022-05-12).xlsx]Juros Globais'!$A$2:$A$301</c:f>
              <c:numCache>
                <c:formatCode>m/d/yyyy</c:formatCode>
                <c:ptCount val="300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</c:numCache>
            </c:numRef>
          </c:cat>
          <c:val>
            <c:numRef>
              <c:f>'[Panorama de Renda Variável (2022-05-12).xlsx]Juros Globais'!$D$2:$D$301</c:f>
              <c:numCache>
                <c:formatCode>#,##0.00</c:formatCode>
                <c:ptCount val="300"/>
                <c:pt idx="0">
                  <c:v>2.25</c:v>
                </c:pt>
                <c:pt idx="1">
                  <c:v>2.25</c:v>
                </c:pt>
                <c:pt idx="2">
                  <c:v>2.5</c:v>
                </c:pt>
                <c:pt idx="3">
                  <c:v>2.75</c:v>
                </c:pt>
                <c:pt idx="4">
                  <c:v>2.75</c:v>
                </c:pt>
                <c:pt idx="5">
                  <c:v>3.25</c:v>
                </c:pt>
                <c:pt idx="6">
                  <c:v>3.25</c:v>
                </c:pt>
                <c:pt idx="7">
                  <c:v>3.25</c:v>
                </c:pt>
                <c:pt idx="8">
                  <c:v>3.5</c:v>
                </c:pt>
                <c:pt idx="9">
                  <c:v>3.75</c:v>
                </c:pt>
                <c:pt idx="10">
                  <c:v>3.75</c:v>
                </c:pt>
                <c:pt idx="11">
                  <c:v>3.75</c:v>
                </c:pt>
                <c:pt idx="12">
                  <c:v>3.75</c:v>
                </c:pt>
                <c:pt idx="13">
                  <c:v>3.75</c:v>
                </c:pt>
                <c:pt idx="14">
                  <c:v>3.75</c:v>
                </c:pt>
                <c:pt idx="15">
                  <c:v>3.75</c:v>
                </c:pt>
                <c:pt idx="16">
                  <c:v>3.5</c:v>
                </c:pt>
                <c:pt idx="17">
                  <c:v>3.5</c:v>
                </c:pt>
                <c:pt idx="18">
                  <c:v>3.5</c:v>
                </c:pt>
                <c:pt idx="19">
                  <c:v>3.25</c:v>
                </c:pt>
                <c:pt idx="20">
                  <c:v>2.75</c:v>
                </c:pt>
                <c:pt idx="21">
                  <c:v>2.75</c:v>
                </c:pt>
                <c:pt idx="22">
                  <c:v>2.25</c:v>
                </c:pt>
                <c:pt idx="23">
                  <c:v>2.25</c:v>
                </c:pt>
                <c:pt idx="24">
                  <c:v>2.25</c:v>
                </c:pt>
                <c:pt idx="25">
                  <c:v>2.25</c:v>
                </c:pt>
                <c:pt idx="26">
                  <c:v>2.25</c:v>
                </c:pt>
                <c:pt idx="27">
                  <c:v>2.25</c:v>
                </c:pt>
                <c:pt idx="28">
                  <c:v>2.25</c:v>
                </c:pt>
                <c:pt idx="29">
                  <c:v>2.25</c:v>
                </c:pt>
                <c:pt idx="30">
                  <c:v>2.25</c:v>
                </c:pt>
                <c:pt idx="31">
                  <c:v>2.25</c:v>
                </c:pt>
                <c:pt idx="32">
                  <c:v>2.25</c:v>
                </c:pt>
                <c:pt idx="33">
                  <c:v>2.25</c:v>
                </c:pt>
                <c:pt idx="34">
                  <c:v>2.25</c:v>
                </c:pt>
                <c:pt idx="35">
                  <c:v>1.75</c:v>
                </c:pt>
                <c:pt idx="36">
                  <c:v>1.75</c:v>
                </c:pt>
                <c:pt idx="37">
                  <c:v>1.75</c:v>
                </c:pt>
                <c:pt idx="38">
                  <c:v>1.5</c:v>
                </c:pt>
                <c:pt idx="39">
                  <c:v>1.5</c:v>
                </c:pt>
                <c:pt idx="40">
                  <c:v>1.5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1.25</c:v>
                </c:pt>
                <c:pt idx="72">
                  <c:v>1.25</c:v>
                </c:pt>
                <c:pt idx="73">
                  <c:v>1.25</c:v>
                </c:pt>
                <c:pt idx="74">
                  <c:v>1.5</c:v>
                </c:pt>
                <c:pt idx="75">
                  <c:v>1.5</c:v>
                </c:pt>
                <c:pt idx="76">
                  <c:v>1.5</c:v>
                </c:pt>
                <c:pt idx="77">
                  <c:v>1.75</c:v>
                </c:pt>
                <c:pt idx="78">
                  <c:v>1.75</c:v>
                </c:pt>
                <c:pt idx="79">
                  <c:v>2</c:v>
                </c:pt>
                <c:pt idx="80">
                  <c:v>2</c:v>
                </c:pt>
                <c:pt idx="81">
                  <c:v>2.25</c:v>
                </c:pt>
                <c:pt idx="82">
                  <c:v>2.25</c:v>
                </c:pt>
                <c:pt idx="83">
                  <c:v>2.5</c:v>
                </c:pt>
                <c:pt idx="84">
                  <c:v>2.5</c:v>
                </c:pt>
                <c:pt idx="85">
                  <c:v>2.5</c:v>
                </c:pt>
                <c:pt idx="86">
                  <c:v>2.75</c:v>
                </c:pt>
                <c:pt idx="87">
                  <c:v>2.75</c:v>
                </c:pt>
                <c:pt idx="88">
                  <c:v>2.75</c:v>
                </c:pt>
                <c:pt idx="89">
                  <c:v>3</c:v>
                </c:pt>
                <c:pt idx="90">
                  <c:v>3</c:v>
                </c:pt>
                <c:pt idx="91">
                  <c:v>3</c:v>
                </c:pt>
                <c:pt idx="92">
                  <c:v>3</c:v>
                </c:pt>
                <c:pt idx="93">
                  <c:v>3</c:v>
                </c:pt>
                <c:pt idx="94">
                  <c:v>3</c:v>
                </c:pt>
                <c:pt idx="95">
                  <c:v>3</c:v>
                </c:pt>
                <c:pt idx="96">
                  <c:v>3</c:v>
                </c:pt>
                <c:pt idx="97">
                  <c:v>3</c:v>
                </c:pt>
                <c:pt idx="98">
                  <c:v>3</c:v>
                </c:pt>
                <c:pt idx="99">
                  <c:v>3</c:v>
                </c:pt>
                <c:pt idx="100">
                  <c:v>3</c:v>
                </c:pt>
                <c:pt idx="101">
                  <c:v>3</c:v>
                </c:pt>
                <c:pt idx="102">
                  <c:v>3.25</c:v>
                </c:pt>
                <c:pt idx="103">
                  <c:v>3.25</c:v>
                </c:pt>
                <c:pt idx="104">
                  <c:v>3.25</c:v>
                </c:pt>
                <c:pt idx="105">
                  <c:v>2.75</c:v>
                </c:pt>
                <c:pt idx="106">
                  <c:v>2.75</c:v>
                </c:pt>
                <c:pt idx="107">
                  <c:v>2</c:v>
                </c:pt>
                <c:pt idx="108">
                  <c:v>1</c:v>
                </c:pt>
                <c:pt idx="109">
                  <c:v>1</c:v>
                </c:pt>
                <c:pt idx="110">
                  <c:v>0.5</c:v>
                </c:pt>
                <c:pt idx="111">
                  <c:v>0.25</c:v>
                </c:pt>
                <c:pt idx="112">
                  <c:v>0.25</c:v>
                </c:pt>
                <c:pt idx="113">
                  <c:v>0.25</c:v>
                </c:pt>
                <c:pt idx="114">
                  <c:v>0.25</c:v>
                </c:pt>
                <c:pt idx="115">
                  <c:v>0.25</c:v>
                </c:pt>
                <c:pt idx="116">
                  <c:v>0.25</c:v>
                </c:pt>
                <c:pt idx="117">
                  <c:v>0.25</c:v>
                </c:pt>
                <c:pt idx="118">
                  <c:v>0.25</c:v>
                </c:pt>
                <c:pt idx="119">
                  <c:v>0.25</c:v>
                </c:pt>
                <c:pt idx="120">
                  <c:v>0.25</c:v>
                </c:pt>
                <c:pt idx="121">
                  <c:v>0.25</c:v>
                </c:pt>
                <c:pt idx="122">
                  <c:v>0.25</c:v>
                </c:pt>
                <c:pt idx="123">
                  <c:v>0.25</c:v>
                </c:pt>
                <c:pt idx="124">
                  <c:v>0.25</c:v>
                </c:pt>
                <c:pt idx="125">
                  <c:v>0.25</c:v>
                </c:pt>
                <c:pt idx="126">
                  <c:v>0.25</c:v>
                </c:pt>
                <c:pt idx="127">
                  <c:v>0.25</c:v>
                </c:pt>
                <c:pt idx="128">
                  <c:v>0.25</c:v>
                </c:pt>
                <c:pt idx="129">
                  <c:v>0.25</c:v>
                </c:pt>
                <c:pt idx="130">
                  <c:v>0.25</c:v>
                </c:pt>
                <c:pt idx="131">
                  <c:v>0.25</c:v>
                </c:pt>
                <c:pt idx="132">
                  <c:v>0.25</c:v>
                </c:pt>
                <c:pt idx="133">
                  <c:v>0.25</c:v>
                </c:pt>
                <c:pt idx="134">
                  <c:v>0.25</c:v>
                </c:pt>
                <c:pt idx="135">
                  <c:v>0.5</c:v>
                </c:pt>
                <c:pt idx="136">
                  <c:v>0.5</c:v>
                </c:pt>
                <c:pt idx="137">
                  <c:v>0.5</c:v>
                </c:pt>
                <c:pt idx="138">
                  <c:v>0.75</c:v>
                </c:pt>
                <c:pt idx="139">
                  <c:v>0.75</c:v>
                </c:pt>
                <c:pt idx="140">
                  <c:v>0.75</c:v>
                </c:pt>
                <c:pt idx="141">
                  <c:v>0.75</c:v>
                </c:pt>
                <c:pt idx="142">
                  <c:v>0.5</c:v>
                </c:pt>
                <c:pt idx="143">
                  <c:v>0.25</c:v>
                </c:pt>
                <c:pt idx="144">
                  <c:v>0.25</c:v>
                </c:pt>
                <c:pt idx="145">
                  <c:v>0.25</c:v>
                </c:pt>
                <c:pt idx="146">
                  <c:v>0.25</c:v>
                </c:pt>
                <c:pt idx="147">
                  <c:v>0.25</c:v>
                </c:pt>
                <c:pt idx="148">
                  <c:v>0.25</c:v>
                </c:pt>
                <c:pt idx="149">
                  <c:v>0.25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-0.1</c:v>
                </c:pt>
                <c:pt idx="174">
                  <c:v>-0.1</c:v>
                </c:pt>
                <c:pt idx="175">
                  <c:v>-0.1</c:v>
                </c:pt>
                <c:pt idx="176">
                  <c:v>-0.2</c:v>
                </c:pt>
                <c:pt idx="177">
                  <c:v>-0.2</c:v>
                </c:pt>
                <c:pt idx="178">
                  <c:v>-0.2</c:v>
                </c:pt>
                <c:pt idx="179">
                  <c:v>-0.2</c:v>
                </c:pt>
                <c:pt idx="180">
                  <c:v>-0.2</c:v>
                </c:pt>
                <c:pt idx="181">
                  <c:v>-0.2</c:v>
                </c:pt>
                <c:pt idx="182">
                  <c:v>-0.2</c:v>
                </c:pt>
                <c:pt idx="183">
                  <c:v>-0.2</c:v>
                </c:pt>
                <c:pt idx="184">
                  <c:v>-0.2</c:v>
                </c:pt>
                <c:pt idx="185">
                  <c:v>-0.2</c:v>
                </c:pt>
                <c:pt idx="186">
                  <c:v>-0.2</c:v>
                </c:pt>
                <c:pt idx="187">
                  <c:v>-0.2</c:v>
                </c:pt>
                <c:pt idx="188">
                  <c:v>-0.2</c:v>
                </c:pt>
                <c:pt idx="189">
                  <c:v>-0.2</c:v>
                </c:pt>
                <c:pt idx="190">
                  <c:v>-0.2</c:v>
                </c:pt>
                <c:pt idx="191">
                  <c:v>-0.3</c:v>
                </c:pt>
                <c:pt idx="192">
                  <c:v>-0.3</c:v>
                </c:pt>
                <c:pt idx="193">
                  <c:v>-0.3</c:v>
                </c:pt>
                <c:pt idx="194">
                  <c:v>-0.4</c:v>
                </c:pt>
                <c:pt idx="195">
                  <c:v>-0.4</c:v>
                </c:pt>
                <c:pt idx="196">
                  <c:v>-0.4</c:v>
                </c:pt>
                <c:pt idx="197">
                  <c:v>-0.4</c:v>
                </c:pt>
                <c:pt idx="198">
                  <c:v>-0.4</c:v>
                </c:pt>
                <c:pt idx="199">
                  <c:v>-0.4</c:v>
                </c:pt>
                <c:pt idx="200">
                  <c:v>-0.4</c:v>
                </c:pt>
                <c:pt idx="201">
                  <c:v>-0.4</c:v>
                </c:pt>
                <c:pt idx="202">
                  <c:v>-0.4</c:v>
                </c:pt>
                <c:pt idx="203">
                  <c:v>-0.4</c:v>
                </c:pt>
                <c:pt idx="204">
                  <c:v>-0.4</c:v>
                </c:pt>
                <c:pt idx="205">
                  <c:v>-0.4</c:v>
                </c:pt>
                <c:pt idx="206">
                  <c:v>-0.4</c:v>
                </c:pt>
                <c:pt idx="207">
                  <c:v>-0.4</c:v>
                </c:pt>
                <c:pt idx="208">
                  <c:v>-0.4</c:v>
                </c:pt>
                <c:pt idx="209">
                  <c:v>-0.4</c:v>
                </c:pt>
                <c:pt idx="210">
                  <c:v>-0.4</c:v>
                </c:pt>
                <c:pt idx="211">
                  <c:v>-0.4</c:v>
                </c:pt>
                <c:pt idx="212">
                  <c:v>-0.4</c:v>
                </c:pt>
                <c:pt idx="213">
                  <c:v>-0.4</c:v>
                </c:pt>
                <c:pt idx="214">
                  <c:v>-0.4</c:v>
                </c:pt>
                <c:pt idx="215">
                  <c:v>-0.4</c:v>
                </c:pt>
                <c:pt idx="216">
                  <c:v>-0.4</c:v>
                </c:pt>
                <c:pt idx="217">
                  <c:v>-0.4</c:v>
                </c:pt>
                <c:pt idx="218">
                  <c:v>-0.4</c:v>
                </c:pt>
                <c:pt idx="219">
                  <c:v>-0.4</c:v>
                </c:pt>
                <c:pt idx="220">
                  <c:v>-0.4</c:v>
                </c:pt>
                <c:pt idx="221">
                  <c:v>-0.4</c:v>
                </c:pt>
                <c:pt idx="222">
                  <c:v>-0.4</c:v>
                </c:pt>
                <c:pt idx="223">
                  <c:v>-0.4</c:v>
                </c:pt>
                <c:pt idx="224">
                  <c:v>-0.4</c:v>
                </c:pt>
                <c:pt idx="225">
                  <c:v>-0.4</c:v>
                </c:pt>
                <c:pt idx="226">
                  <c:v>-0.4</c:v>
                </c:pt>
                <c:pt idx="227">
                  <c:v>-0.4</c:v>
                </c:pt>
                <c:pt idx="228">
                  <c:v>-0.4</c:v>
                </c:pt>
                <c:pt idx="229">
                  <c:v>-0.4</c:v>
                </c:pt>
                <c:pt idx="230">
                  <c:v>-0.4</c:v>
                </c:pt>
                <c:pt idx="231">
                  <c:v>-0.4</c:v>
                </c:pt>
                <c:pt idx="232">
                  <c:v>-0.4</c:v>
                </c:pt>
                <c:pt idx="233">
                  <c:v>-0.4</c:v>
                </c:pt>
                <c:pt idx="234">
                  <c:v>-0.4</c:v>
                </c:pt>
                <c:pt idx="235">
                  <c:v>-0.4</c:v>
                </c:pt>
                <c:pt idx="236">
                  <c:v>-0.5</c:v>
                </c:pt>
                <c:pt idx="237">
                  <c:v>-0.5</c:v>
                </c:pt>
                <c:pt idx="238">
                  <c:v>-0.5</c:v>
                </c:pt>
                <c:pt idx="239">
                  <c:v>-0.5</c:v>
                </c:pt>
                <c:pt idx="240">
                  <c:v>-0.5</c:v>
                </c:pt>
                <c:pt idx="241">
                  <c:v>-0.5</c:v>
                </c:pt>
                <c:pt idx="242">
                  <c:v>-0.5</c:v>
                </c:pt>
                <c:pt idx="243">
                  <c:v>-0.5</c:v>
                </c:pt>
                <c:pt idx="244">
                  <c:v>-0.5</c:v>
                </c:pt>
                <c:pt idx="245">
                  <c:v>-0.5</c:v>
                </c:pt>
                <c:pt idx="246">
                  <c:v>-0.5</c:v>
                </c:pt>
                <c:pt idx="247">
                  <c:v>-0.5</c:v>
                </c:pt>
                <c:pt idx="248">
                  <c:v>-0.5</c:v>
                </c:pt>
                <c:pt idx="249">
                  <c:v>-0.5</c:v>
                </c:pt>
                <c:pt idx="250">
                  <c:v>-0.5</c:v>
                </c:pt>
                <c:pt idx="251">
                  <c:v>-0.5</c:v>
                </c:pt>
                <c:pt idx="252">
                  <c:v>-0.5</c:v>
                </c:pt>
                <c:pt idx="253">
                  <c:v>-0.5</c:v>
                </c:pt>
                <c:pt idx="254">
                  <c:v>-0.5</c:v>
                </c:pt>
                <c:pt idx="255">
                  <c:v>-0.5</c:v>
                </c:pt>
                <c:pt idx="256">
                  <c:v>-0.5</c:v>
                </c:pt>
                <c:pt idx="257">
                  <c:v>-0.5</c:v>
                </c:pt>
                <c:pt idx="258">
                  <c:v>-0.5</c:v>
                </c:pt>
                <c:pt idx="259">
                  <c:v>-0.5</c:v>
                </c:pt>
                <c:pt idx="260">
                  <c:v>-0.5</c:v>
                </c:pt>
                <c:pt idx="261">
                  <c:v>-0.5</c:v>
                </c:pt>
                <c:pt idx="262">
                  <c:v>-0.5</c:v>
                </c:pt>
                <c:pt idx="263">
                  <c:v>-0.5</c:v>
                </c:pt>
                <c:pt idx="264">
                  <c:v>-0.5</c:v>
                </c:pt>
                <c:pt idx="265">
                  <c:v>-0.5</c:v>
                </c:pt>
                <c:pt idx="266">
                  <c:v>-0.5</c:v>
                </c:pt>
                <c:pt idx="267">
                  <c:v>-0.5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DB9-4C53-BC1C-D63887BC85B3}"/>
            </c:ext>
          </c:extLst>
        </c:ser>
        <c:ser>
          <c:idx val="3"/>
          <c:order val="3"/>
          <c:tx>
            <c:strRef>
              <c:f>'[Panorama de Renda Variável (2022-05-12).xlsx]Juros Globais'!$E$1</c:f>
              <c:strCache>
                <c:ptCount val="1"/>
                <c:pt idx="0">
                  <c:v>Expectativas</c:v>
                </c:pt>
              </c:strCache>
            </c:strRef>
          </c:tx>
          <c:spPr>
            <a:ln w="28575" cap="rnd">
              <a:solidFill>
                <a:srgbClr val="FFC000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(2022-05-12).xlsx]Juros Globais'!$A$2:$A$301</c:f>
              <c:numCache>
                <c:formatCode>m/d/yyyy</c:formatCode>
                <c:ptCount val="300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</c:numCache>
            </c:numRef>
          </c:cat>
          <c:val>
            <c:numRef>
              <c:f>'[Panorama de Renda Variável (2022-05-12).xlsx]Juros Globais'!$E$2:$E$301</c:f>
              <c:numCache>
                <c:formatCode>General</c:formatCode>
                <c:ptCount val="300"/>
                <c:pt idx="267" formatCode="#,##0.00">
                  <c:v>-0.5</c:v>
                </c:pt>
                <c:pt idx="268" formatCode="#,##0.00">
                  <c:v>-0.5</c:v>
                </c:pt>
                <c:pt idx="269" formatCode="#,##0.00">
                  <c:v>-0.5</c:v>
                </c:pt>
                <c:pt idx="270" formatCode="#,##0.00">
                  <c:v>-0.25</c:v>
                </c:pt>
                <c:pt idx="271" formatCode="#,##0.00">
                  <c:v>-0.25</c:v>
                </c:pt>
                <c:pt idx="272" formatCode="#,##0.00">
                  <c:v>0</c:v>
                </c:pt>
                <c:pt idx="273" formatCode="#,##0.00">
                  <c:v>0</c:v>
                </c:pt>
                <c:pt idx="274" formatCode="#,##0.00">
                  <c:v>0</c:v>
                </c:pt>
                <c:pt idx="275" formatCode="#,##0.00">
                  <c:v>0.25</c:v>
                </c:pt>
                <c:pt idx="276" formatCode="#,##0.00">
                  <c:v>0.25</c:v>
                </c:pt>
                <c:pt idx="277" formatCode="#,##0.00">
                  <c:v>0.5</c:v>
                </c:pt>
                <c:pt idx="278" formatCode="#,##0.00">
                  <c:v>0.75</c:v>
                </c:pt>
                <c:pt idx="279" formatCode="#,##0.00">
                  <c:v>0.75</c:v>
                </c:pt>
                <c:pt idx="280" formatCode="#,##0.00">
                  <c:v>0.75</c:v>
                </c:pt>
                <c:pt idx="281" formatCode="#,##0.00">
                  <c:v>0.75</c:v>
                </c:pt>
                <c:pt idx="282" formatCode="#,##0.00">
                  <c:v>0.75</c:v>
                </c:pt>
                <c:pt idx="283" formatCode="#,##0.00">
                  <c:v>0.75</c:v>
                </c:pt>
                <c:pt idx="284" formatCode="#,##0.00">
                  <c:v>0.75</c:v>
                </c:pt>
                <c:pt idx="285" formatCode="#,##0.00">
                  <c:v>0.75</c:v>
                </c:pt>
                <c:pt idx="286" formatCode="#,##0.00">
                  <c:v>0.75</c:v>
                </c:pt>
                <c:pt idx="287" formatCode="#,##0.00">
                  <c:v>0.75</c:v>
                </c:pt>
                <c:pt idx="288" formatCode="#,##0.00">
                  <c:v>0.75</c:v>
                </c:pt>
                <c:pt idx="289" formatCode="#,##0.00">
                  <c:v>0.75</c:v>
                </c:pt>
                <c:pt idx="290" formatCode="#,##0.00">
                  <c:v>0.75</c:v>
                </c:pt>
                <c:pt idx="291" formatCode="#,##0.00">
                  <c:v>0.75</c:v>
                </c:pt>
                <c:pt idx="292" formatCode="#,##0.00">
                  <c:v>0.75</c:v>
                </c:pt>
                <c:pt idx="293" formatCode="#,##0.00">
                  <c:v>0.75</c:v>
                </c:pt>
                <c:pt idx="294" formatCode="#,##0.00">
                  <c:v>0.75</c:v>
                </c:pt>
                <c:pt idx="295" formatCode="#,##0.00">
                  <c:v>0.75</c:v>
                </c:pt>
                <c:pt idx="296" formatCode="#,##0.00">
                  <c:v>0.75</c:v>
                </c:pt>
                <c:pt idx="297" formatCode="#,##0.00">
                  <c:v>0.75</c:v>
                </c:pt>
                <c:pt idx="298" formatCode="#,##0.00">
                  <c:v>0.75</c:v>
                </c:pt>
                <c:pt idx="299" formatCode="#,##0.00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DB9-4C53-BC1C-D63887BC85B3}"/>
            </c:ext>
          </c:extLst>
        </c:ser>
        <c:ser>
          <c:idx val="4"/>
          <c:order val="4"/>
          <c:tx>
            <c:strRef>
              <c:f>'[Panorama de Renda Variável (2022-05-12).xlsx]Juros Globais'!$F$1</c:f>
              <c:strCache>
                <c:ptCount val="1"/>
                <c:pt idx="0">
                  <c:v>Bank of England</c:v>
                </c:pt>
              </c:strCache>
            </c:strRef>
          </c:tx>
          <c:spPr>
            <a:ln w="28575" cap="rnd">
              <a:solidFill>
                <a:srgbClr val="FF7C8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(2022-05-12).xlsx]Juros Globais'!$A$2:$A$301</c:f>
              <c:numCache>
                <c:formatCode>m/d/yyyy</c:formatCode>
                <c:ptCount val="300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</c:numCache>
            </c:numRef>
          </c:cat>
          <c:val>
            <c:numRef>
              <c:f>'[Panorama de Renda Variável (2022-05-12).xlsx]Juros Globais'!$F$2:$F$301</c:f>
              <c:numCache>
                <c:formatCode>#,##0.00</c:formatCode>
                <c:ptCount val="300"/>
                <c:pt idx="0">
                  <c:v>5.75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6</c:v>
                </c:pt>
                <c:pt idx="7">
                  <c:v>6</c:v>
                </c:pt>
                <c:pt idx="8">
                  <c:v>6</c:v>
                </c:pt>
                <c:pt idx="9">
                  <c:v>6</c:v>
                </c:pt>
                <c:pt idx="10">
                  <c:v>6</c:v>
                </c:pt>
                <c:pt idx="11">
                  <c:v>6</c:v>
                </c:pt>
                <c:pt idx="12">
                  <c:v>6</c:v>
                </c:pt>
                <c:pt idx="13">
                  <c:v>5.75</c:v>
                </c:pt>
                <c:pt idx="14">
                  <c:v>5.75</c:v>
                </c:pt>
                <c:pt idx="15">
                  <c:v>5.5</c:v>
                </c:pt>
                <c:pt idx="16">
                  <c:v>5.25</c:v>
                </c:pt>
                <c:pt idx="17">
                  <c:v>5.25</c:v>
                </c:pt>
                <c:pt idx="18">
                  <c:v>5.25</c:v>
                </c:pt>
                <c:pt idx="19">
                  <c:v>5</c:v>
                </c:pt>
                <c:pt idx="20">
                  <c:v>4.75</c:v>
                </c:pt>
                <c:pt idx="21">
                  <c:v>4.5</c:v>
                </c:pt>
                <c:pt idx="22">
                  <c:v>4</c:v>
                </c:pt>
                <c:pt idx="23">
                  <c:v>4</c:v>
                </c:pt>
                <c:pt idx="24">
                  <c:v>4</c:v>
                </c:pt>
                <c:pt idx="25">
                  <c:v>4</c:v>
                </c:pt>
                <c:pt idx="26">
                  <c:v>4</c:v>
                </c:pt>
                <c:pt idx="27">
                  <c:v>4</c:v>
                </c:pt>
                <c:pt idx="28">
                  <c:v>4</c:v>
                </c:pt>
                <c:pt idx="29">
                  <c:v>4</c:v>
                </c:pt>
                <c:pt idx="30">
                  <c:v>4</c:v>
                </c:pt>
                <c:pt idx="31">
                  <c:v>4</c:v>
                </c:pt>
                <c:pt idx="32">
                  <c:v>4</c:v>
                </c:pt>
                <c:pt idx="33">
                  <c:v>4</c:v>
                </c:pt>
                <c:pt idx="34">
                  <c:v>4</c:v>
                </c:pt>
                <c:pt idx="35">
                  <c:v>4</c:v>
                </c:pt>
                <c:pt idx="36">
                  <c:v>4</c:v>
                </c:pt>
                <c:pt idx="37">
                  <c:v>3.75</c:v>
                </c:pt>
                <c:pt idx="38">
                  <c:v>3.75</c:v>
                </c:pt>
                <c:pt idx="39">
                  <c:v>3.75</c:v>
                </c:pt>
                <c:pt idx="40">
                  <c:v>3.75</c:v>
                </c:pt>
                <c:pt idx="41">
                  <c:v>3.75</c:v>
                </c:pt>
                <c:pt idx="42">
                  <c:v>3.5</c:v>
                </c:pt>
                <c:pt idx="43">
                  <c:v>3.5</c:v>
                </c:pt>
                <c:pt idx="44">
                  <c:v>3.5</c:v>
                </c:pt>
                <c:pt idx="45">
                  <c:v>3.5</c:v>
                </c:pt>
                <c:pt idx="46">
                  <c:v>3.75</c:v>
                </c:pt>
                <c:pt idx="47">
                  <c:v>3.75</c:v>
                </c:pt>
                <c:pt idx="48">
                  <c:v>3.75</c:v>
                </c:pt>
                <c:pt idx="49">
                  <c:v>4</c:v>
                </c:pt>
                <c:pt idx="50">
                  <c:v>4</c:v>
                </c:pt>
                <c:pt idx="51">
                  <c:v>4</c:v>
                </c:pt>
                <c:pt idx="52">
                  <c:v>4.25</c:v>
                </c:pt>
                <c:pt idx="53">
                  <c:v>4.5</c:v>
                </c:pt>
                <c:pt idx="54">
                  <c:v>4.5</c:v>
                </c:pt>
                <c:pt idx="55">
                  <c:v>4.75</c:v>
                </c:pt>
                <c:pt idx="56">
                  <c:v>4.75</c:v>
                </c:pt>
                <c:pt idx="57">
                  <c:v>4.75</c:v>
                </c:pt>
                <c:pt idx="58">
                  <c:v>4.75</c:v>
                </c:pt>
                <c:pt idx="59">
                  <c:v>4.75</c:v>
                </c:pt>
                <c:pt idx="60">
                  <c:v>4.75</c:v>
                </c:pt>
                <c:pt idx="61">
                  <c:v>4.75</c:v>
                </c:pt>
                <c:pt idx="62">
                  <c:v>4.75</c:v>
                </c:pt>
                <c:pt idx="63">
                  <c:v>4.75</c:v>
                </c:pt>
                <c:pt idx="64">
                  <c:v>4.75</c:v>
                </c:pt>
                <c:pt idx="65">
                  <c:v>4.75</c:v>
                </c:pt>
                <c:pt idx="66">
                  <c:v>4.75</c:v>
                </c:pt>
                <c:pt idx="67">
                  <c:v>4.5</c:v>
                </c:pt>
                <c:pt idx="68">
                  <c:v>4.5</c:v>
                </c:pt>
                <c:pt idx="69">
                  <c:v>4.5</c:v>
                </c:pt>
                <c:pt idx="70">
                  <c:v>4.5</c:v>
                </c:pt>
                <c:pt idx="71">
                  <c:v>4.5</c:v>
                </c:pt>
                <c:pt idx="72">
                  <c:v>4.5</c:v>
                </c:pt>
                <c:pt idx="73">
                  <c:v>4.5</c:v>
                </c:pt>
                <c:pt idx="74">
                  <c:v>4.5</c:v>
                </c:pt>
                <c:pt idx="75">
                  <c:v>4.5</c:v>
                </c:pt>
                <c:pt idx="76">
                  <c:v>4.5</c:v>
                </c:pt>
                <c:pt idx="77">
                  <c:v>4.5</c:v>
                </c:pt>
                <c:pt idx="78">
                  <c:v>4.5</c:v>
                </c:pt>
                <c:pt idx="79">
                  <c:v>4.75</c:v>
                </c:pt>
                <c:pt idx="80">
                  <c:v>4.75</c:v>
                </c:pt>
                <c:pt idx="81">
                  <c:v>4.75</c:v>
                </c:pt>
                <c:pt idx="82">
                  <c:v>5</c:v>
                </c:pt>
                <c:pt idx="83">
                  <c:v>5</c:v>
                </c:pt>
                <c:pt idx="84">
                  <c:v>5.25</c:v>
                </c:pt>
                <c:pt idx="85">
                  <c:v>5.25</c:v>
                </c:pt>
                <c:pt idx="86">
                  <c:v>5.25</c:v>
                </c:pt>
                <c:pt idx="87">
                  <c:v>5.25</c:v>
                </c:pt>
                <c:pt idx="88">
                  <c:v>5.5</c:v>
                </c:pt>
                <c:pt idx="89">
                  <c:v>5.5</c:v>
                </c:pt>
                <c:pt idx="90">
                  <c:v>5.75</c:v>
                </c:pt>
                <c:pt idx="91">
                  <c:v>5.75</c:v>
                </c:pt>
                <c:pt idx="92">
                  <c:v>5.75</c:v>
                </c:pt>
                <c:pt idx="93">
                  <c:v>5.75</c:v>
                </c:pt>
                <c:pt idx="94">
                  <c:v>5.75</c:v>
                </c:pt>
                <c:pt idx="95">
                  <c:v>5.5</c:v>
                </c:pt>
                <c:pt idx="96">
                  <c:v>5.5</c:v>
                </c:pt>
                <c:pt idx="97">
                  <c:v>5.25</c:v>
                </c:pt>
                <c:pt idx="98">
                  <c:v>5.25</c:v>
                </c:pt>
                <c:pt idx="99">
                  <c:v>5</c:v>
                </c:pt>
                <c:pt idx="100">
                  <c:v>5</c:v>
                </c:pt>
                <c:pt idx="101">
                  <c:v>5</c:v>
                </c:pt>
                <c:pt idx="102">
                  <c:v>5</c:v>
                </c:pt>
                <c:pt idx="103">
                  <c:v>5</c:v>
                </c:pt>
                <c:pt idx="104">
                  <c:v>5</c:v>
                </c:pt>
                <c:pt idx="105">
                  <c:v>4.5</c:v>
                </c:pt>
                <c:pt idx="106">
                  <c:v>3</c:v>
                </c:pt>
                <c:pt idx="107">
                  <c:v>2</c:v>
                </c:pt>
                <c:pt idx="108">
                  <c:v>1.5</c:v>
                </c:pt>
                <c:pt idx="109">
                  <c:v>1</c:v>
                </c:pt>
                <c:pt idx="110">
                  <c:v>0.5</c:v>
                </c:pt>
                <c:pt idx="111">
                  <c:v>0.5</c:v>
                </c:pt>
                <c:pt idx="112">
                  <c:v>0.5</c:v>
                </c:pt>
                <c:pt idx="113">
                  <c:v>0.5</c:v>
                </c:pt>
                <c:pt idx="114">
                  <c:v>0.5</c:v>
                </c:pt>
                <c:pt idx="115">
                  <c:v>0.5</c:v>
                </c:pt>
                <c:pt idx="116">
                  <c:v>0.5</c:v>
                </c:pt>
                <c:pt idx="117">
                  <c:v>0.5</c:v>
                </c:pt>
                <c:pt idx="118">
                  <c:v>0.5</c:v>
                </c:pt>
                <c:pt idx="119">
                  <c:v>0.5</c:v>
                </c:pt>
                <c:pt idx="120">
                  <c:v>0.5</c:v>
                </c:pt>
                <c:pt idx="121">
                  <c:v>0.5</c:v>
                </c:pt>
                <c:pt idx="122">
                  <c:v>0.5</c:v>
                </c:pt>
                <c:pt idx="123">
                  <c:v>0.5</c:v>
                </c:pt>
                <c:pt idx="124">
                  <c:v>0.5</c:v>
                </c:pt>
                <c:pt idx="125">
                  <c:v>0.5</c:v>
                </c:pt>
                <c:pt idx="126">
                  <c:v>0.5</c:v>
                </c:pt>
                <c:pt idx="127">
                  <c:v>0.5</c:v>
                </c:pt>
                <c:pt idx="128">
                  <c:v>0.5</c:v>
                </c:pt>
                <c:pt idx="129">
                  <c:v>0.5</c:v>
                </c:pt>
                <c:pt idx="130">
                  <c:v>0.5</c:v>
                </c:pt>
                <c:pt idx="131">
                  <c:v>0.5</c:v>
                </c:pt>
                <c:pt idx="132">
                  <c:v>0.5</c:v>
                </c:pt>
                <c:pt idx="133">
                  <c:v>0.5</c:v>
                </c:pt>
                <c:pt idx="134">
                  <c:v>0.5</c:v>
                </c:pt>
                <c:pt idx="135">
                  <c:v>0.5</c:v>
                </c:pt>
                <c:pt idx="136">
                  <c:v>0.5</c:v>
                </c:pt>
                <c:pt idx="137">
                  <c:v>0.5</c:v>
                </c:pt>
                <c:pt idx="138">
                  <c:v>0.5</c:v>
                </c:pt>
                <c:pt idx="139">
                  <c:v>0.5</c:v>
                </c:pt>
                <c:pt idx="140">
                  <c:v>0.5</c:v>
                </c:pt>
                <c:pt idx="141">
                  <c:v>0.5</c:v>
                </c:pt>
                <c:pt idx="142">
                  <c:v>0.5</c:v>
                </c:pt>
                <c:pt idx="143">
                  <c:v>0.5</c:v>
                </c:pt>
                <c:pt idx="144">
                  <c:v>0.5</c:v>
                </c:pt>
                <c:pt idx="145">
                  <c:v>0.5</c:v>
                </c:pt>
                <c:pt idx="146">
                  <c:v>0.5</c:v>
                </c:pt>
                <c:pt idx="147">
                  <c:v>0.5</c:v>
                </c:pt>
                <c:pt idx="148">
                  <c:v>0.5</c:v>
                </c:pt>
                <c:pt idx="149">
                  <c:v>0.5</c:v>
                </c:pt>
                <c:pt idx="150">
                  <c:v>0.5</c:v>
                </c:pt>
                <c:pt idx="151">
                  <c:v>0.5</c:v>
                </c:pt>
                <c:pt idx="152">
                  <c:v>0.5</c:v>
                </c:pt>
                <c:pt idx="153">
                  <c:v>0.5</c:v>
                </c:pt>
                <c:pt idx="154">
                  <c:v>0.5</c:v>
                </c:pt>
                <c:pt idx="155">
                  <c:v>0.5</c:v>
                </c:pt>
                <c:pt idx="156">
                  <c:v>0.5</c:v>
                </c:pt>
                <c:pt idx="157">
                  <c:v>0.5</c:v>
                </c:pt>
                <c:pt idx="158">
                  <c:v>0.5</c:v>
                </c:pt>
                <c:pt idx="159">
                  <c:v>0.5</c:v>
                </c:pt>
                <c:pt idx="160">
                  <c:v>0.5</c:v>
                </c:pt>
                <c:pt idx="161">
                  <c:v>0.5</c:v>
                </c:pt>
                <c:pt idx="162">
                  <c:v>0.5</c:v>
                </c:pt>
                <c:pt idx="163">
                  <c:v>0.5</c:v>
                </c:pt>
                <c:pt idx="164">
                  <c:v>0.5</c:v>
                </c:pt>
                <c:pt idx="165">
                  <c:v>0.5</c:v>
                </c:pt>
                <c:pt idx="166">
                  <c:v>0.5</c:v>
                </c:pt>
                <c:pt idx="167">
                  <c:v>0.5</c:v>
                </c:pt>
                <c:pt idx="168">
                  <c:v>0.5</c:v>
                </c:pt>
                <c:pt idx="169">
                  <c:v>0.5</c:v>
                </c:pt>
                <c:pt idx="170">
                  <c:v>0.5</c:v>
                </c:pt>
                <c:pt idx="171">
                  <c:v>0.5</c:v>
                </c:pt>
                <c:pt idx="172">
                  <c:v>0.5</c:v>
                </c:pt>
                <c:pt idx="173">
                  <c:v>0.5</c:v>
                </c:pt>
                <c:pt idx="174">
                  <c:v>0.5</c:v>
                </c:pt>
                <c:pt idx="175">
                  <c:v>0.5</c:v>
                </c:pt>
                <c:pt idx="176">
                  <c:v>0.5</c:v>
                </c:pt>
                <c:pt idx="177">
                  <c:v>0.5</c:v>
                </c:pt>
                <c:pt idx="178">
                  <c:v>0.5</c:v>
                </c:pt>
                <c:pt idx="179">
                  <c:v>0.5</c:v>
                </c:pt>
                <c:pt idx="180">
                  <c:v>0.5</c:v>
                </c:pt>
                <c:pt idx="181">
                  <c:v>0.5</c:v>
                </c:pt>
                <c:pt idx="182">
                  <c:v>0.5</c:v>
                </c:pt>
                <c:pt idx="183">
                  <c:v>0.5</c:v>
                </c:pt>
                <c:pt idx="184">
                  <c:v>0.5</c:v>
                </c:pt>
                <c:pt idx="185">
                  <c:v>0.5</c:v>
                </c:pt>
                <c:pt idx="186">
                  <c:v>0.5</c:v>
                </c:pt>
                <c:pt idx="187">
                  <c:v>0.5</c:v>
                </c:pt>
                <c:pt idx="188">
                  <c:v>0.5</c:v>
                </c:pt>
                <c:pt idx="189">
                  <c:v>0.5</c:v>
                </c:pt>
                <c:pt idx="190">
                  <c:v>0.5</c:v>
                </c:pt>
                <c:pt idx="191">
                  <c:v>0.5</c:v>
                </c:pt>
                <c:pt idx="192">
                  <c:v>0.5</c:v>
                </c:pt>
                <c:pt idx="193">
                  <c:v>0.5</c:v>
                </c:pt>
                <c:pt idx="194">
                  <c:v>0.5</c:v>
                </c:pt>
                <c:pt idx="195">
                  <c:v>0.5</c:v>
                </c:pt>
                <c:pt idx="196">
                  <c:v>0.5</c:v>
                </c:pt>
                <c:pt idx="197">
                  <c:v>0.5</c:v>
                </c:pt>
                <c:pt idx="198">
                  <c:v>0.5</c:v>
                </c:pt>
                <c:pt idx="199">
                  <c:v>0.5</c:v>
                </c:pt>
                <c:pt idx="200">
                  <c:v>0.25</c:v>
                </c:pt>
                <c:pt idx="201">
                  <c:v>0.25</c:v>
                </c:pt>
                <c:pt idx="202">
                  <c:v>0.25</c:v>
                </c:pt>
                <c:pt idx="203">
                  <c:v>0.25</c:v>
                </c:pt>
                <c:pt idx="204">
                  <c:v>0.25</c:v>
                </c:pt>
                <c:pt idx="205">
                  <c:v>0.25</c:v>
                </c:pt>
                <c:pt idx="206">
                  <c:v>0.25</c:v>
                </c:pt>
                <c:pt idx="207">
                  <c:v>0.25</c:v>
                </c:pt>
                <c:pt idx="208">
                  <c:v>0.25</c:v>
                </c:pt>
                <c:pt idx="209">
                  <c:v>0.25</c:v>
                </c:pt>
                <c:pt idx="210">
                  <c:v>0.25</c:v>
                </c:pt>
                <c:pt idx="211">
                  <c:v>0.25</c:v>
                </c:pt>
                <c:pt idx="212">
                  <c:v>0.25</c:v>
                </c:pt>
                <c:pt idx="213">
                  <c:v>0.25</c:v>
                </c:pt>
                <c:pt idx="214">
                  <c:v>0.5</c:v>
                </c:pt>
                <c:pt idx="215">
                  <c:v>0.5</c:v>
                </c:pt>
                <c:pt idx="216">
                  <c:v>0.5</c:v>
                </c:pt>
                <c:pt idx="217">
                  <c:v>0.5</c:v>
                </c:pt>
                <c:pt idx="218">
                  <c:v>0.5</c:v>
                </c:pt>
                <c:pt idx="219">
                  <c:v>0.5</c:v>
                </c:pt>
                <c:pt idx="220">
                  <c:v>0.5</c:v>
                </c:pt>
                <c:pt idx="221">
                  <c:v>0.5</c:v>
                </c:pt>
                <c:pt idx="222">
                  <c:v>0.5</c:v>
                </c:pt>
                <c:pt idx="223">
                  <c:v>0.5</c:v>
                </c:pt>
                <c:pt idx="224">
                  <c:v>0.75</c:v>
                </c:pt>
                <c:pt idx="225">
                  <c:v>0.75</c:v>
                </c:pt>
                <c:pt idx="226">
                  <c:v>0.75</c:v>
                </c:pt>
                <c:pt idx="227">
                  <c:v>0.75</c:v>
                </c:pt>
                <c:pt idx="228">
                  <c:v>0.75</c:v>
                </c:pt>
                <c:pt idx="229">
                  <c:v>0.75</c:v>
                </c:pt>
                <c:pt idx="230">
                  <c:v>0.75</c:v>
                </c:pt>
                <c:pt idx="231">
                  <c:v>0.75</c:v>
                </c:pt>
                <c:pt idx="232">
                  <c:v>0.75</c:v>
                </c:pt>
                <c:pt idx="233">
                  <c:v>0.75</c:v>
                </c:pt>
                <c:pt idx="234">
                  <c:v>0.75</c:v>
                </c:pt>
                <c:pt idx="235">
                  <c:v>0.75</c:v>
                </c:pt>
                <c:pt idx="236">
                  <c:v>0.75</c:v>
                </c:pt>
                <c:pt idx="237">
                  <c:v>0.75</c:v>
                </c:pt>
                <c:pt idx="238">
                  <c:v>0.75</c:v>
                </c:pt>
                <c:pt idx="239">
                  <c:v>0.75</c:v>
                </c:pt>
                <c:pt idx="240">
                  <c:v>0.75</c:v>
                </c:pt>
                <c:pt idx="241">
                  <c:v>0.75</c:v>
                </c:pt>
                <c:pt idx="242">
                  <c:v>0.25</c:v>
                </c:pt>
                <c:pt idx="243">
                  <c:v>0.1</c:v>
                </c:pt>
                <c:pt idx="244">
                  <c:v>0.1</c:v>
                </c:pt>
                <c:pt idx="245">
                  <c:v>0.1</c:v>
                </c:pt>
                <c:pt idx="246">
                  <c:v>0.1</c:v>
                </c:pt>
                <c:pt idx="247">
                  <c:v>0.1</c:v>
                </c:pt>
                <c:pt idx="248">
                  <c:v>0.1</c:v>
                </c:pt>
                <c:pt idx="249">
                  <c:v>0.1</c:v>
                </c:pt>
                <c:pt idx="250">
                  <c:v>0.1</c:v>
                </c:pt>
                <c:pt idx="251">
                  <c:v>0.1</c:v>
                </c:pt>
                <c:pt idx="252">
                  <c:v>0.1</c:v>
                </c:pt>
                <c:pt idx="253">
                  <c:v>0.1</c:v>
                </c:pt>
                <c:pt idx="254">
                  <c:v>0.1</c:v>
                </c:pt>
                <c:pt idx="255">
                  <c:v>0.1</c:v>
                </c:pt>
                <c:pt idx="256">
                  <c:v>0.1</c:v>
                </c:pt>
                <c:pt idx="257">
                  <c:v>0.1</c:v>
                </c:pt>
                <c:pt idx="258">
                  <c:v>0.1</c:v>
                </c:pt>
                <c:pt idx="259">
                  <c:v>0.1</c:v>
                </c:pt>
                <c:pt idx="260">
                  <c:v>0.1</c:v>
                </c:pt>
                <c:pt idx="261">
                  <c:v>0.1</c:v>
                </c:pt>
                <c:pt idx="262">
                  <c:v>0.1</c:v>
                </c:pt>
                <c:pt idx="263">
                  <c:v>0.25</c:v>
                </c:pt>
                <c:pt idx="264">
                  <c:v>0.25</c:v>
                </c:pt>
                <c:pt idx="265">
                  <c:v>0.5</c:v>
                </c:pt>
                <c:pt idx="266">
                  <c:v>0.75</c:v>
                </c:pt>
                <c:pt idx="26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9DB9-4C53-BC1C-D63887BC85B3}"/>
            </c:ext>
          </c:extLst>
        </c:ser>
        <c:ser>
          <c:idx val="5"/>
          <c:order val="5"/>
          <c:tx>
            <c:strRef>
              <c:f>'[Panorama de Renda Variável (2022-05-12).xlsx]Juros Globais'!$G$1</c:f>
              <c:strCache>
                <c:ptCount val="1"/>
                <c:pt idx="0">
                  <c:v>Expectativas</c:v>
                </c:pt>
              </c:strCache>
            </c:strRef>
          </c:tx>
          <c:spPr>
            <a:ln w="28575" cap="rnd">
              <a:solidFill>
                <a:srgbClr val="FF7C80"/>
              </a:solidFill>
              <a:prstDash val="sysDot"/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(2022-05-12).xlsx]Juros Globais'!$A$2:$A$301</c:f>
              <c:numCache>
                <c:formatCode>m/d/yyyy</c:formatCode>
                <c:ptCount val="300"/>
                <c:pt idx="0">
                  <c:v>36556</c:v>
                </c:pt>
                <c:pt idx="1">
                  <c:v>36585</c:v>
                </c:pt>
                <c:pt idx="2">
                  <c:v>36616</c:v>
                </c:pt>
                <c:pt idx="3">
                  <c:v>36646</c:v>
                </c:pt>
                <c:pt idx="4">
                  <c:v>36677</c:v>
                </c:pt>
                <c:pt idx="5">
                  <c:v>36707</c:v>
                </c:pt>
                <c:pt idx="6">
                  <c:v>36738</c:v>
                </c:pt>
                <c:pt idx="7">
                  <c:v>36769</c:v>
                </c:pt>
                <c:pt idx="8">
                  <c:v>36799</c:v>
                </c:pt>
                <c:pt idx="9">
                  <c:v>36830</c:v>
                </c:pt>
                <c:pt idx="10">
                  <c:v>36860</c:v>
                </c:pt>
                <c:pt idx="11">
                  <c:v>36891</c:v>
                </c:pt>
                <c:pt idx="12">
                  <c:v>36922</c:v>
                </c:pt>
                <c:pt idx="13">
                  <c:v>36950</c:v>
                </c:pt>
                <c:pt idx="14">
                  <c:v>36981</c:v>
                </c:pt>
                <c:pt idx="15">
                  <c:v>37011</c:v>
                </c:pt>
                <c:pt idx="16">
                  <c:v>37042</c:v>
                </c:pt>
                <c:pt idx="17">
                  <c:v>37072</c:v>
                </c:pt>
                <c:pt idx="18">
                  <c:v>37103</c:v>
                </c:pt>
                <c:pt idx="19">
                  <c:v>37134</c:v>
                </c:pt>
                <c:pt idx="20">
                  <c:v>37164</c:v>
                </c:pt>
                <c:pt idx="21">
                  <c:v>37195</c:v>
                </c:pt>
                <c:pt idx="22">
                  <c:v>37225</c:v>
                </c:pt>
                <c:pt idx="23">
                  <c:v>37256</c:v>
                </c:pt>
                <c:pt idx="24">
                  <c:v>37287</c:v>
                </c:pt>
                <c:pt idx="25">
                  <c:v>37315</c:v>
                </c:pt>
                <c:pt idx="26">
                  <c:v>37346</c:v>
                </c:pt>
                <c:pt idx="27">
                  <c:v>37376</c:v>
                </c:pt>
                <c:pt idx="28">
                  <c:v>37407</c:v>
                </c:pt>
                <c:pt idx="29">
                  <c:v>37437</c:v>
                </c:pt>
                <c:pt idx="30">
                  <c:v>37468</c:v>
                </c:pt>
                <c:pt idx="31">
                  <c:v>37499</c:v>
                </c:pt>
                <c:pt idx="32">
                  <c:v>37529</c:v>
                </c:pt>
                <c:pt idx="33">
                  <c:v>37560</c:v>
                </c:pt>
                <c:pt idx="34">
                  <c:v>37590</c:v>
                </c:pt>
                <c:pt idx="35">
                  <c:v>37621</c:v>
                </c:pt>
                <c:pt idx="36">
                  <c:v>37652</c:v>
                </c:pt>
                <c:pt idx="37">
                  <c:v>37680</c:v>
                </c:pt>
                <c:pt idx="38">
                  <c:v>37711</c:v>
                </c:pt>
                <c:pt idx="39">
                  <c:v>37741</c:v>
                </c:pt>
                <c:pt idx="40">
                  <c:v>37772</c:v>
                </c:pt>
                <c:pt idx="41">
                  <c:v>37802</c:v>
                </c:pt>
                <c:pt idx="42">
                  <c:v>37833</c:v>
                </c:pt>
                <c:pt idx="43">
                  <c:v>37864</c:v>
                </c:pt>
                <c:pt idx="44">
                  <c:v>37894</c:v>
                </c:pt>
                <c:pt idx="45">
                  <c:v>37925</c:v>
                </c:pt>
                <c:pt idx="46">
                  <c:v>37955</c:v>
                </c:pt>
                <c:pt idx="47">
                  <c:v>37986</c:v>
                </c:pt>
                <c:pt idx="48">
                  <c:v>38017</c:v>
                </c:pt>
                <c:pt idx="49">
                  <c:v>38046</c:v>
                </c:pt>
                <c:pt idx="50">
                  <c:v>38077</c:v>
                </c:pt>
                <c:pt idx="51">
                  <c:v>38107</c:v>
                </c:pt>
                <c:pt idx="52">
                  <c:v>38138</c:v>
                </c:pt>
                <c:pt idx="53">
                  <c:v>38168</c:v>
                </c:pt>
                <c:pt idx="54">
                  <c:v>38199</c:v>
                </c:pt>
                <c:pt idx="55">
                  <c:v>38230</c:v>
                </c:pt>
                <c:pt idx="56">
                  <c:v>38260</c:v>
                </c:pt>
                <c:pt idx="57">
                  <c:v>38291</c:v>
                </c:pt>
                <c:pt idx="58">
                  <c:v>38321</c:v>
                </c:pt>
                <c:pt idx="59">
                  <c:v>38352</c:v>
                </c:pt>
                <c:pt idx="60">
                  <c:v>38383</c:v>
                </c:pt>
                <c:pt idx="61">
                  <c:v>38411</c:v>
                </c:pt>
                <c:pt idx="62">
                  <c:v>38442</c:v>
                </c:pt>
                <c:pt idx="63">
                  <c:v>38472</c:v>
                </c:pt>
                <c:pt idx="64">
                  <c:v>38503</c:v>
                </c:pt>
                <c:pt idx="65">
                  <c:v>38533</c:v>
                </c:pt>
                <c:pt idx="66">
                  <c:v>38564</c:v>
                </c:pt>
                <c:pt idx="67">
                  <c:v>38595</c:v>
                </c:pt>
                <c:pt idx="68">
                  <c:v>38625</c:v>
                </c:pt>
                <c:pt idx="69">
                  <c:v>38656</c:v>
                </c:pt>
                <c:pt idx="70">
                  <c:v>38686</c:v>
                </c:pt>
                <c:pt idx="71">
                  <c:v>38717</c:v>
                </c:pt>
                <c:pt idx="72">
                  <c:v>38748</c:v>
                </c:pt>
                <c:pt idx="73">
                  <c:v>38776</c:v>
                </c:pt>
                <c:pt idx="74">
                  <c:v>38807</c:v>
                </c:pt>
                <c:pt idx="75">
                  <c:v>38837</c:v>
                </c:pt>
                <c:pt idx="76">
                  <c:v>38868</c:v>
                </c:pt>
                <c:pt idx="77">
                  <c:v>38898</c:v>
                </c:pt>
                <c:pt idx="78">
                  <c:v>38929</c:v>
                </c:pt>
                <c:pt idx="79">
                  <c:v>38960</c:v>
                </c:pt>
                <c:pt idx="80">
                  <c:v>38990</c:v>
                </c:pt>
                <c:pt idx="81">
                  <c:v>39021</c:v>
                </c:pt>
                <c:pt idx="82">
                  <c:v>39051</c:v>
                </c:pt>
                <c:pt idx="83">
                  <c:v>39082</c:v>
                </c:pt>
                <c:pt idx="84">
                  <c:v>39113</c:v>
                </c:pt>
                <c:pt idx="85">
                  <c:v>39141</c:v>
                </c:pt>
                <c:pt idx="86">
                  <c:v>39172</c:v>
                </c:pt>
                <c:pt idx="87">
                  <c:v>39202</c:v>
                </c:pt>
                <c:pt idx="88">
                  <c:v>39233</c:v>
                </c:pt>
                <c:pt idx="89">
                  <c:v>39263</c:v>
                </c:pt>
                <c:pt idx="90">
                  <c:v>39294</c:v>
                </c:pt>
                <c:pt idx="91">
                  <c:v>39325</c:v>
                </c:pt>
                <c:pt idx="92">
                  <c:v>39355</c:v>
                </c:pt>
                <c:pt idx="93">
                  <c:v>39386</c:v>
                </c:pt>
                <c:pt idx="94">
                  <c:v>39416</c:v>
                </c:pt>
                <c:pt idx="95">
                  <c:v>39447</c:v>
                </c:pt>
                <c:pt idx="96">
                  <c:v>39478</c:v>
                </c:pt>
                <c:pt idx="97">
                  <c:v>39507</c:v>
                </c:pt>
                <c:pt idx="98">
                  <c:v>39538</c:v>
                </c:pt>
                <c:pt idx="99">
                  <c:v>39568</c:v>
                </c:pt>
                <c:pt idx="100">
                  <c:v>39599</c:v>
                </c:pt>
                <c:pt idx="101">
                  <c:v>39629</c:v>
                </c:pt>
                <c:pt idx="102">
                  <c:v>39660</c:v>
                </c:pt>
                <c:pt idx="103">
                  <c:v>39691</c:v>
                </c:pt>
                <c:pt idx="104">
                  <c:v>39721</c:v>
                </c:pt>
                <c:pt idx="105">
                  <c:v>39752</c:v>
                </c:pt>
                <c:pt idx="106">
                  <c:v>39782</c:v>
                </c:pt>
                <c:pt idx="107">
                  <c:v>39813</c:v>
                </c:pt>
                <c:pt idx="108">
                  <c:v>39844</c:v>
                </c:pt>
                <c:pt idx="109">
                  <c:v>39872</c:v>
                </c:pt>
                <c:pt idx="110">
                  <c:v>39903</c:v>
                </c:pt>
                <c:pt idx="111">
                  <c:v>39933</c:v>
                </c:pt>
                <c:pt idx="112">
                  <c:v>39964</c:v>
                </c:pt>
                <c:pt idx="113">
                  <c:v>39994</c:v>
                </c:pt>
                <c:pt idx="114">
                  <c:v>40025</c:v>
                </c:pt>
                <c:pt idx="115">
                  <c:v>40056</c:v>
                </c:pt>
                <c:pt idx="116">
                  <c:v>40086</c:v>
                </c:pt>
                <c:pt idx="117">
                  <c:v>40117</c:v>
                </c:pt>
                <c:pt idx="118">
                  <c:v>40147</c:v>
                </c:pt>
                <c:pt idx="119">
                  <c:v>40178</c:v>
                </c:pt>
                <c:pt idx="120">
                  <c:v>40209</c:v>
                </c:pt>
                <c:pt idx="121">
                  <c:v>40237</c:v>
                </c:pt>
                <c:pt idx="122">
                  <c:v>40268</c:v>
                </c:pt>
                <c:pt idx="123">
                  <c:v>40298</c:v>
                </c:pt>
                <c:pt idx="124">
                  <c:v>40329</c:v>
                </c:pt>
                <c:pt idx="125">
                  <c:v>40359</c:v>
                </c:pt>
                <c:pt idx="126">
                  <c:v>40390</c:v>
                </c:pt>
                <c:pt idx="127">
                  <c:v>40421</c:v>
                </c:pt>
                <c:pt idx="128">
                  <c:v>40451</c:v>
                </c:pt>
                <c:pt idx="129">
                  <c:v>40482</c:v>
                </c:pt>
                <c:pt idx="130">
                  <c:v>40512</c:v>
                </c:pt>
                <c:pt idx="131">
                  <c:v>40543</c:v>
                </c:pt>
                <c:pt idx="132">
                  <c:v>40574</c:v>
                </c:pt>
                <c:pt idx="133">
                  <c:v>40602</c:v>
                </c:pt>
                <c:pt idx="134">
                  <c:v>40633</c:v>
                </c:pt>
                <c:pt idx="135">
                  <c:v>40663</c:v>
                </c:pt>
                <c:pt idx="136">
                  <c:v>40694</c:v>
                </c:pt>
                <c:pt idx="137">
                  <c:v>40724</c:v>
                </c:pt>
                <c:pt idx="138">
                  <c:v>40755</c:v>
                </c:pt>
                <c:pt idx="139">
                  <c:v>40786</c:v>
                </c:pt>
                <c:pt idx="140">
                  <c:v>40816</c:v>
                </c:pt>
                <c:pt idx="141">
                  <c:v>40847</c:v>
                </c:pt>
                <c:pt idx="142">
                  <c:v>40877</c:v>
                </c:pt>
                <c:pt idx="143">
                  <c:v>40908</c:v>
                </c:pt>
                <c:pt idx="144">
                  <c:v>40939</c:v>
                </c:pt>
                <c:pt idx="145">
                  <c:v>40968</c:v>
                </c:pt>
                <c:pt idx="146">
                  <c:v>40999</c:v>
                </c:pt>
                <c:pt idx="147">
                  <c:v>41029</c:v>
                </c:pt>
                <c:pt idx="148">
                  <c:v>41060</c:v>
                </c:pt>
                <c:pt idx="149">
                  <c:v>41090</c:v>
                </c:pt>
                <c:pt idx="150">
                  <c:v>41121</c:v>
                </c:pt>
                <c:pt idx="151">
                  <c:v>41152</c:v>
                </c:pt>
                <c:pt idx="152">
                  <c:v>41182</c:v>
                </c:pt>
                <c:pt idx="153">
                  <c:v>41213</c:v>
                </c:pt>
                <c:pt idx="154">
                  <c:v>41243</c:v>
                </c:pt>
                <c:pt idx="155">
                  <c:v>41274</c:v>
                </c:pt>
                <c:pt idx="156">
                  <c:v>41305</c:v>
                </c:pt>
                <c:pt idx="157">
                  <c:v>41333</c:v>
                </c:pt>
                <c:pt idx="158">
                  <c:v>41364</c:v>
                </c:pt>
                <c:pt idx="159">
                  <c:v>41394</c:v>
                </c:pt>
                <c:pt idx="160">
                  <c:v>41425</c:v>
                </c:pt>
                <c:pt idx="161">
                  <c:v>41455</c:v>
                </c:pt>
                <c:pt idx="162">
                  <c:v>41486</c:v>
                </c:pt>
                <c:pt idx="163">
                  <c:v>41517</c:v>
                </c:pt>
                <c:pt idx="164">
                  <c:v>41547</c:v>
                </c:pt>
                <c:pt idx="165">
                  <c:v>41578</c:v>
                </c:pt>
                <c:pt idx="166">
                  <c:v>41608</c:v>
                </c:pt>
                <c:pt idx="167">
                  <c:v>41639</c:v>
                </c:pt>
                <c:pt idx="168">
                  <c:v>41670</c:v>
                </c:pt>
                <c:pt idx="169">
                  <c:v>41698</c:v>
                </c:pt>
                <c:pt idx="170">
                  <c:v>41729</c:v>
                </c:pt>
                <c:pt idx="171">
                  <c:v>41759</c:v>
                </c:pt>
                <c:pt idx="172">
                  <c:v>41790</c:v>
                </c:pt>
                <c:pt idx="173">
                  <c:v>41820</c:v>
                </c:pt>
                <c:pt idx="174">
                  <c:v>41851</c:v>
                </c:pt>
                <c:pt idx="175">
                  <c:v>41882</c:v>
                </c:pt>
                <c:pt idx="176">
                  <c:v>41912</c:v>
                </c:pt>
                <c:pt idx="177">
                  <c:v>41943</c:v>
                </c:pt>
                <c:pt idx="178">
                  <c:v>41973</c:v>
                </c:pt>
                <c:pt idx="179">
                  <c:v>42004</c:v>
                </c:pt>
                <c:pt idx="180">
                  <c:v>42035</c:v>
                </c:pt>
                <c:pt idx="181">
                  <c:v>42063</c:v>
                </c:pt>
                <c:pt idx="182">
                  <c:v>42094</c:v>
                </c:pt>
                <c:pt idx="183">
                  <c:v>42124</c:v>
                </c:pt>
                <c:pt idx="184">
                  <c:v>42155</c:v>
                </c:pt>
                <c:pt idx="185">
                  <c:v>42185</c:v>
                </c:pt>
                <c:pt idx="186">
                  <c:v>42216</c:v>
                </c:pt>
                <c:pt idx="187">
                  <c:v>42247</c:v>
                </c:pt>
                <c:pt idx="188">
                  <c:v>42277</c:v>
                </c:pt>
                <c:pt idx="189">
                  <c:v>42308</c:v>
                </c:pt>
                <c:pt idx="190">
                  <c:v>42338</c:v>
                </c:pt>
                <c:pt idx="191">
                  <c:v>42369</c:v>
                </c:pt>
                <c:pt idx="192">
                  <c:v>42400</c:v>
                </c:pt>
                <c:pt idx="193">
                  <c:v>42429</c:v>
                </c:pt>
                <c:pt idx="194">
                  <c:v>42460</c:v>
                </c:pt>
                <c:pt idx="195">
                  <c:v>42490</c:v>
                </c:pt>
                <c:pt idx="196">
                  <c:v>42521</c:v>
                </c:pt>
                <c:pt idx="197">
                  <c:v>42551</c:v>
                </c:pt>
                <c:pt idx="198">
                  <c:v>42582</c:v>
                </c:pt>
                <c:pt idx="199">
                  <c:v>42613</c:v>
                </c:pt>
                <c:pt idx="200">
                  <c:v>42643</c:v>
                </c:pt>
                <c:pt idx="201">
                  <c:v>42674</c:v>
                </c:pt>
                <c:pt idx="202">
                  <c:v>42704</c:v>
                </c:pt>
                <c:pt idx="203">
                  <c:v>42735</c:v>
                </c:pt>
                <c:pt idx="204">
                  <c:v>42766</c:v>
                </c:pt>
                <c:pt idx="205">
                  <c:v>42794</c:v>
                </c:pt>
                <c:pt idx="206">
                  <c:v>42825</c:v>
                </c:pt>
                <c:pt idx="207">
                  <c:v>42855</c:v>
                </c:pt>
                <c:pt idx="208">
                  <c:v>42886</c:v>
                </c:pt>
                <c:pt idx="209">
                  <c:v>42916</c:v>
                </c:pt>
                <c:pt idx="210">
                  <c:v>42947</c:v>
                </c:pt>
                <c:pt idx="211">
                  <c:v>42978</c:v>
                </c:pt>
                <c:pt idx="212">
                  <c:v>43008</c:v>
                </c:pt>
                <c:pt idx="213">
                  <c:v>43039</c:v>
                </c:pt>
                <c:pt idx="214">
                  <c:v>43069</c:v>
                </c:pt>
                <c:pt idx="215">
                  <c:v>43100</c:v>
                </c:pt>
                <c:pt idx="216">
                  <c:v>43131</c:v>
                </c:pt>
                <c:pt idx="217">
                  <c:v>43159</c:v>
                </c:pt>
                <c:pt idx="218">
                  <c:v>43190</c:v>
                </c:pt>
                <c:pt idx="219">
                  <c:v>43220</c:v>
                </c:pt>
                <c:pt idx="220">
                  <c:v>43251</c:v>
                </c:pt>
                <c:pt idx="221">
                  <c:v>43281</c:v>
                </c:pt>
                <c:pt idx="222">
                  <c:v>43312</c:v>
                </c:pt>
                <c:pt idx="223">
                  <c:v>43343</c:v>
                </c:pt>
                <c:pt idx="224">
                  <c:v>43373</c:v>
                </c:pt>
                <c:pt idx="225">
                  <c:v>43404</c:v>
                </c:pt>
                <c:pt idx="226">
                  <c:v>43434</c:v>
                </c:pt>
                <c:pt idx="227">
                  <c:v>43465</c:v>
                </c:pt>
                <c:pt idx="228">
                  <c:v>43496</c:v>
                </c:pt>
                <c:pt idx="229">
                  <c:v>43524</c:v>
                </c:pt>
                <c:pt idx="230">
                  <c:v>43555</c:v>
                </c:pt>
                <c:pt idx="231">
                  <c:v>43585</c:v>
                </c:pt>
                <c:pt idx="232">
                  <c:v>43616</c:v>
                </c:pt>
                <c:pt idx="233">
                  <c:v>43646</c:v>
                </c:pt>
                <c:pt idx="234">
                  <c:v>43677</c:v>
                </c:pt>
                <c:pt idx="235">
                  <c:v>43708</c:v>
                </c:pt>
                <c:pt idx="236">
                  <c:v>43738</c:v>
                </c:pt>
                <c:pt idx="237">
                  <c:v>43769</c:v>
                </c:pt>
                <c:pt idx="238">
                  <c:v>43799</c:v>
                </c:pt>
                <c:pt idx="239">
                  <c:v>43830</c:v>
                </c:pt>
                <c:pt idx="240">
                  <c:v>43861</c:v>
                </c:pt>
                <c:pt idx="241">
                  <c:v>43890</c:v>
                </c:pt>
                <c:pt idx="242">
                  <c:v>43921</c:v>
                </c:pt>
                <c:pt idx="243">
                  <c:v>43951</c:v>
                </c:pt>
                <c:pt idx="244">
                  <c:v>43982</c:v>
                </c:pt>
                <c:pt idx="245">
                  <c:v>44012</c:v>
                </c:pt>
                <c:pt idx="246">
                  <c:v>44043</c:v>
                </c:pt>
                <c:pt idx="247">
                  <c:v>44074</c:v>
                </c:pt>
                <c:pt idx="248">
                  <c:v>44104</c:v>
                </c:pt>
                <c:pt idx="249">
                  <c:v>44135</c:v>
                </c:pt>
                <c:pt idx="250">
                  <c:v>44165</c:v>
                </c:pt>
                <c:pt idx="251">
                  <c:v>44196</c:v>
                </c:pt>
                <c:pt idx="252">
                  <c:v>44227</c:v>
                </c:pt>
                <c:pt idx="253">
                  <c:v>44255</c:v>
                </c:pt>
                <c:pt idx="254">
                  <c:v>44286</c:v>
                </c:pt>
                <c:pt idx="255">
                  <c:v>44316</c:v>
                </c:pt>
                <c:pt idx="256">
                  <c:v>44347</c:v>
                </c:pt>
                <c:pt idx="257">
                  <c:v>44377</c:v>
                </c:pt>
                <c:pt idx="258">
                  <c:v>44408</c:v>
                </c:pt>
                <c:pt idx="259">
                  <c:v>44439</c:v>
                </c:pt>
                <c:pt idx="260">
                  <c:v>44469</c:v>
                </c:pt>
                <c:pt idx="261">
                  <c:v>44500</c:v>
                </c:pt>
                <c:pt idx="262">
                  <c:v>44530</c:v>
                </c:pt>
                <c:pt idx="263">
                  <c:v>44561</c:v>
                </c:pt>
                <c:pt idx="264">
                  <c:v>44592</c:v>
                </c:pt>
                <c:pt idx="265">
                  <c:v>44620</c:v>
                </c:pt>
                <c:pt idx="266">
                  <c:v>44651</c:v>
                </c:pt>
                <c:pt idx="267">
                  <c:v>44681</c:v>
                </c:pt>
                <c:pt idx="268">
                  <c:v>44712</c:v>
                </c:pt>
                <c:pt idx="269">
                  <c:v>44742</c:v>
                </c:pt>
                <c:pt idx="270">
                  <c:v>44773</c:v>
                </c:pt>
                <c:pt idx="271">
                  <c:v>44804</c:v>
                </c:pt>
                <c:pt idx="272">
                  <c:v>44834</c:v>
                </c:pt>
                <c:pt idx="273">
                  <c:v>44865</c:v>
                </c:pt>
                <c:pt idx="274">
                  <c:v>44895</c:v>
                </c:pt>
                <c:pt idx="275">
                  <c:v>44926</c:v>
                </c:pt>
                <c:pt idx="276">
                  <c:v>44957</c:v>
                </c:pt>
                <c:pt idx="277">
                  <c:v>44985</c:v>
                </c:pt>
                <c:pt idx="278">
                  <c:v>45016</c:v>
                </c:pt>
                <c:pt idx="279">
                  <c:v>45046</c:v>
                </c:pt>
                <c:pt idx="280">
                  <c:v>45077</c:v>
                </c:pt>
                <c:pt idx="281">
                  <c:v>45107</c:v>
                </c:pt>
                <c:pt idx="282">
                  <c:v>45138</c:v>
                </c:pt>
                <c:pt idx="283">
                  <c:v>45169</c:v>
                </c:pt>
                <c:pt idx="284">
                  <c:v>45199</c:v>
                </c:pt>
                <c:pt idx="285">
                  <c:v>45230</c:v>
                </c:pt>
                <c:pt idx="286">
                  <c:v>45260</c:v>
                </c:pt>
                <c:pt idx="287">
                  <c:v>45291</c:v>
                </c:pt>
                <c:pt idx="288">
                  <c:v>45322</c:v>
                </c:pt>
                <c:pt idx="289">
                  <c:v>45351</c:v>
                </c:pt>
                <c:pt idx="290">
                  <c:v>45382</c:v>
                </c:pt>
                <c:pt idx="291">
                  <c:v>45412</c:v>
                </c:pt>
                <c:pt idx="292">
                  <c:v>45443</c:v>
                </c:pt>
                <c:pt idx="293">
                  <c:v>45473</c:v>
                </c:pt>
                <c:pt idx="294">
                  <c:v>45504</c:v>
                </c:pt>
                <c:pt idx="295">
                  <c:v>45535</c:v>
                </c:pt>
                <c:pt idx="296">
                  <c:v>45565</c:v>
                </c:pt>
                <c:pt idx="297">
                  <c:v>45596</c:v>
                </c:pt>
                <c:pt idx="298">
                  <c:v>45626</c:v>
                </c:pt>
                <c:pt idx="299">
                  <c:v>45657</c:v>
                </c:pt>
              </c:numCache>
            </c:numRef>
          </c:cat>
          <c:val>
            <c:numRef>
              <c:f>'[Panorama de Renda Variável (2022-05-12).xlsx]Juros Globais'!$G$2:$G$301</c:f>
              <c:numCache>
                <c:formatCode>General</c:formatCode>
                <c:ptCount val="300"/>
                <c:pt idx="267" formatCode="#,##0.00">
                  <c:v>1</c:v>
                </c:pt>
                <c:pt idx="268" formatCode="#,##0.00">
                  <c:v>1</c:v>
                </c:pt>
                <c:pt idx="269" formatCode="#,##0.00">
                  <c:v>1.5</c:v>
                </c:pt>
                <c:pt idx="270" formatCode="#,##0.00">
                  <c:v>1.5</c:v>
                </c:pt>
                <c:pt idx="271" formatCode="#,##0.00">
                  <c:v>2</c:v>
                </c:pt>
                <c:pt idx="272" formatCode="#,##0.00">
                  <c:v>2</c:v>
                </c:pt>
                <c:pt idx="273" formatCode="#,##0.00">
                  <c:v>2.25</c:v>
                </c:pt>
                <c:pt idx="274" formatCode="#,##0.00">
                  <c:v>2.25</c:v>
                </c:pt>
                <c:pt idx="275" formatCode="#,##0.00">
                  <c:v>2.5</c:v>
                </c:pt>
                <c:pt idx="276" formatCode="#,##0.00">
                  <c:v>2.5</c:v>
                </c:pt>
                <c:pt idx="277" formatCode="#,##0.00">
                  <c:v>2.5</c:v>
                </c:pt>
                <c:pt idx="278" formatCode="#,##0.00">
                  <c:v>2.5</c:v>
                </c:pt>
                <c:pt idx="279" formatCode="#,##0.00">
                  <c:v>2.5</c:v>
                </c:pt>
                <c:pt idx="280" formatCode="#,##0.00">
                  <c:v>2.25</c:v>
                </c:pt>
                <c:pt idx="281" formatCode="#,##0.00">
                  <c:v>2.25</c:v>
                </c:pt>
                <c:pt idx="282" formatCode="#,##0.00">
                  <c:v>2</c:v>
                </c:pt>
                <c:pt idx="283" formatCode="#,##0.00">
                  <c:v>2</c:v>
                </c:pt>
                <c:pt idx="284" formatCode="#,##0.00">
                  <c:v>2</c:v>
                </c:pt>
                <c:pt idx="285" formatCode="#,##0.00">
                  <c:v>2</c:v>
                </c:pt>
                <c:pt idx="286" formatCode="#,##0.00">
                  <c:v>2</c:v>
                </c:pt>
                <c:pt idx="287" formatCode="#,##0.00">
                  <c:v>2</c:v>
                </c:pt>
                <c:pt idx="288" formatCode="#,##0.00">
                  <c:v>2</c:v>
                </c:pt>
                <c:pt idx="289" formatCode="#,##0.00">
                  <c:v>2</c:v>
                </c:pt>
                <c:pt idx="290" formatCode="#,##0.00">
                  <c:v>2</c:v>
                </c:pt>
                <c:pt idx="291" formatCode="#,##0.00">
                  <c:v>2</c:v>
                </c:pt>
                <c:pt idx="292" formatCode="#,##0.00">
                  <c:v>2</c:v>
                </c:pt>
                <c:pt idx="293" formatCode="#,##0.00">
                  <c:v>2</c:v>
                </c:pt>
                <c:pt idx="294" formatCode="#,##0.00">
                  <c:v>2</c:v>
                </c:pt>
                <c:pt idx="295" formatCode="#,##0.00">
                  <c:v>2</c:v>
                </c:pt>
                <c:pt idx="296" formatCode="#,##0.00">
                  <c:v>2</c:v>
                </c:pt>
                <c:pt idx="297" formatCode="#,##0.00">
                  <c:v>2</c:v>
                </c:pt>
                <c:pt idx="298" formatCode="#,##0.00">
                  <c:v>2</c:v>
                </c:pt>
                <c:pt idx="299" formatCode="#,##0.00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9DB9-4C53-BC1C-D63887BC8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8416056"/>
        <c:axId val="448419256"/>
      </c:lineChart>
      <c:date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Offset val="100"/>
        <c:baseTimeUnit val="months"/>
        <c:majorUnit val="2"/>
        <c:majorTimeUnit val="years"/>
      </c:dateAx>
      <c:valAx>
        <c:axId val="448419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legendEntry>
        <c:idx val="1"/>
        <c:delete val="1"/>
      </c:legendEntry>
      <c:legendEntry>
        <c:idx val="3"/>
        <c:delete val="1"/>
      </c:legendEntry>
      <c:legendEntry>
        <c:idx val="5"/>
        <c:delete val="1"/>
      </c:legendEntry>
      <c:layout>
        <c:manualLayout>
          <c:xMode val="edge"/>
          <c:yMode val="edge"/>
          <c:x val="0.05"/>
          <c:y val="7.0086829836829831E-2"/>
          <c:w val="0.9"/>
          <c:h val="2.92589355089355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pt-BR" dirty="0"/>
              <a:t>Balanço</a:t>
            </a:r>
            <a:r>
              <a:rPr lang="pt-BR" baseline="0" dirty="0"/>
              <a:t> de Ativos dos </a:t>
            </a:r>
            <a:r>
              <a:rPr lang="pt-BR" sz="1100" b="1" i="0" u="none" strike="noStrike" baseline="0" dirty="0">
                <a:effectLst/>
              </a:rPr>
              <a:t>Bancos Centrais  (US$, trilhões)</a:t>
            </a:r>
            <a:endParaRPr lang="pt-B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'[Panorama de Renda Variável (2022-05-12).xlsx]Juros Globais'!$J$1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numRef>
              <c:f>'[Panorama de Renda Variável (2022-05-12).xlsx]Juros Globais'!$I$2:$I$17</c:f>
              <c:numCache>
                <c:formatCode>m/d/yyyy</c:formatCode>
                <c:ptCount val="16"/>
                <c:pt idx="0">
                  <c:v>39083</c:v>
                </c:pt>
                <c:pt idx="1">
                  <c:v>39448</c:v>
                </c:pt>
                <c:pt idx="2">
                  <c:v>39814</c:v>
                </c:pt>
                <c:pt idx="3">
                  <c:v>40179</c:v>
                </c:pt>
                <c:pt idx="4">
                  <c:v>40544</c:v>
                </c:pt>
                <c:pt idx="5">
                  <c:v>40909</c:v>
                </c:pt>
                <c:pt idx="6">
                  <c:v>41275</c:v>
                </c:pt>
                <c:pt idx="7">
                  <c:v>41640</c:v>
                </c:pt>
                <c:pt idx="8">
                  <c:v>42005</c:v>
                </c:pt>
                <c:pt idx="9">
                  <c:v>42370</c:v>
                </c:pt>
                <c:pt idx="10">
                  <c:v>42736</c:v>
                </c:pt>
                <c:pt idx="11">
                  <c:v>43101</c:v>
                </c:pt>
                <c:pt idx="12">
                  <c:v>43466</c:v>
                </c:pt>
                <c:pt idx="13">
                  <c:v>43831</c:v>
                </c:pt>
                <c:pt idx="14">
                  <c:v>44197</c:v>
                </c:pt>
                <c:pt idx="15">
                  <c:v>44562</c:v>
                </c:pt>
              </c:numCache>
            </c:numRef>
          </c:cat>
          <c:val>
            <c:numRef>
              <c:f>'[Panorama de Renda Variável (2022-05-12).xlsx]Juros Globais'!$J$2:$J$17</c:f>
              <c:numCache>
                <c:formatCode>#,##0.00</c:formatCode>
                <c:ptCount val="16"/>
                <c:pt idx="0">
                  <c:v>4</c:v>
                </c:pt>
                <c:pt idx="1">
                  <c:v>6</c:v>
                </c:pt>
                <c:pt idx="2">
                  <c:v>6.1</c:v>
                </c:pt>
                <c:pt idx="3">
                  <c:v>6.5</c:v>
                </c:pt>
                <c:pt idx="4">
                  <c:v>8</c:v>
                </c:pt>
                <c:pt idx="5">
                  <c:v>8.1</c:v>
                </c:pt>
                <c:pt idx="6">
                  <c:v>9</c:v>
                </c:pt>
                <c:pt idx="7">
                  <c:v>9.1999999999999993</c:v>
                </c:pt>
                <c:pt idx="8">
                  <c:v>10.5</c:v>
                </c:pt>
                <c:pt idx="9">
                  <c:v>12.5</c:v>
                </c:pt>
                <c:pt idx="10">
                  <c:v>14.5</c:v>
                </c:pt>
                <c:pt idx="11">
                  <c:v>14</c:v>
                </c:pt>
                <c:pt idx="12">
                  <c:v>14</c:v>
                </c:pt>
                <c:pt idx="13">
                  <c:v>23</c:v>
                </c:pt>
                <c:pt idx="14">
                  <c:v>25</c:v>
                </c:pt>
                <c:pt idx="15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27-4D47-96AC-9079184DA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8416056"/>
        <c:axId val="448419256"/>
      </c:barChart>
      <c:date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Offset val="100"/>
        <c:baseTimeUnit val="years"/>
        <c:majorUnit val="2"/>
        <c:majorTimeUnit val="years"/>
      </c:dateAx>
      <c:valAx>
        <c:axId val="448419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2.5"/>
      </c:valAx>
      <c:spPr>
        <a:noFill/>
        <a:ln>
          <a:noFill/>
        </a:ln>
        <a:effectLst/>
      </c:spPr>
    </c:plotArea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pt-BR" dirty="0"/>
              <a:t>Economias Avançadas (% do 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'[Panorama de Renda Variável (2022-05-12).xlsx]Poupança e Investimentos'!$B$2</c:f>
              <c:strCache>
                <c:ptCount val="1"/>
                <c:pt idx="0">
                  <c:v>Taxa de Investimento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(2022-05-12).xlsx]Poupança e Investimentos'!$A$3:$A$45</c:f>
              <c:numCache>
                <c:formatCode>m/d/yyyy</c:formatCode>
                <c:ptCount val="43"/>
                <c:pt idx="0">
                  <c:v>29221</c:v>
                </c:pt>
                <c:pt idx="1">
                  <c:v>29587</c:v>
                </c:pt>
                <c:pt idx="2">
                  <c:v>29952</c:v>
                </c:pt>
                <c:pt idx="3">
                  <c:v>30317</c:v>
                </c:pt>
                <c:pt idx="4">
                  <c:v>30682</c:v>
                </c:pt>
                <c:pt idx="5">
                  <c:v>31048</c:v>
                </c:pt>
                <c:pt idx="6">
                  <c:v>31413</c:v>
                </c:pt>
                <c:pt idx="7">
                  <c:v>31778</c:v>
                </c:pt>
                <c:pt idx="8">
                  <c:v>32143</c:v>
                </c:pt>
                <c:pt idx="9">
                  <c:v>32509</c:v>
                </c:pt>
                <c:pt idx="10">
                  <c:v>32874</c:v>
                </c:pt>
                <c:pt idx="11">
                  <c:v>33239</c:v>
                </c:pt>
                <c:pt idx="12">
                  <c:v>33604</c:v>
                </c:pt>
                <c:pt idx="13">
                  <c:v>33970</c:v>
                </c:pt>
                <c:pt idx="14">
                  <c:v>34335</c:v>
                </c:pt>
                <c:pt idx="15">
                  <c:v>34700</c:v>
                </c:pt>
                <c:pt idx="16">
                  <c:v>35065</c:v>
                </c:pt>
                <c:pt idx="17">
                  <c:v>35431</c:v>
                </c:pt>
                <c:pt idx="18">
                  <c:v>35796</c:v>
                </c:pt>
                <c:pt idx="19">
                  <c:v>36161</c:v>
                </c:pt>
                <c:pt idx="20">
                  <c:v>36526</c:v>
                </c:pt>
                <c:pt idx="21">
                  <c:v>36892</c:v>
                </c:pt>
                <c:pt idx="22">
                  <c:v>37257</c:v>
                </c:pt>
                <c:pt idx="23">
                  <c:v>37622</c:v>
                </c:pt>
                <c:pt idx="24">
                  <c:v>37987</c:v>
                </c:pt>
                <c:pt idx="25">
                  <c:v>38353</c:v>
                </c:pt>
                <c:pt idx="26">
                  <c:v>38718</c:v>
                </c:pt>
                <c:pt idx="27">
                  <c:v>39083</c:v>
                </c:pt>
                <c:pt idx="28">
                  <c:v>39448</c:v>
                </c:pt>
                <c:pt idx="29">
                  <c:v>39814</c:v>
                </c:pt>
                <c:pt idx="30">
                  <c:v>40179</c:v>
                </c:pt>
                <c:pt idx="31">
                  <c:v>40544</c:v>
                </c:pt>
                <c:pt idx="32">
                  <c:v>40909</c:v>
                </c:pt>
                <c:pt idx="33">
                  <c:v>41275</c:v>
                </c:pt>
                <c:pt idx="34">
                  <c:v>41640</c:v>
                </c:pt>
                <c:pt idx="35">
                  <c:v>42005</c:v>
                </c:pt>
                <c:pt idx="36">
                  <c:v>42370</c:v>
                </c:pt>
                <c:pt idx="37">
                  <c:v>42736</c:v>
                </c:pt>
                <c:pt idx="38">
                  <c:v>43101</c:v>
                </c:pt>
                <c:pt idx="39">
                  <c:v>43466</c:v>
                </c:pt>
                <c:pt idx="40">
                  <c:v>43831</c:v>
                </c:pt>
                <c:pt idx="41">
                  <c:v>44197</c:v>
                </c:pt>
                <c:pt idx="42">
                  <c:v>44562</c:v>
                </c:pt>
              </c:numCache>
            </c:numRef>
          </c:cat>
          <c:val>
            <c:numRef>
              <c:f>'[Panorama de Renda Variável (2022-05-12).xlsx]Poupança e Investimentos'!$B$3:$B$45</c:f>
              <c:numCache>
                <c:formatCode>#,##0.00</c:formatCode>
                <c:ptCount val="43"/>
                <c:pt idx="0">
                  <c:v>26.46</c:v>
                </c:pt>
                <c:pt idx="1">
                  <c:v>25.792999999999999</c:v>
                </c:pt>
                <c:pt idx="2">
                  <c:v>24.126000000000001</c:v>
                </c:pt>
                <c:pt idx="3">
                  <c:v>23.885999999999999</c:v>
                </c:pt>
                <c:pt idx="4">
                  <c:v>25.173999999999999</c:v>
                </c:pt>
                <c:pt idx="5">
                  <c:v>24.709</c:v>
                </c:pt>
                <c:pt idx="6">
                  <c:v>24.728999999999999</c:v>
                </c:pt>
                <c:pt idx="7">
                  <c:v>25.207999999999998</c:v>
                </c:pt>
                <c:pt idx="8">
                  <c:v>26.029</c:v>
                </c:pt>
                <c:pt idx="9">
                  <c:v>26.321999999999999</c:v>
                </c:pt>
                <c:pt idx="10">
                  <c:v>25.95</c:v>
                </c:pt>
                <c:pt idx="11">
                  <c:v>24.925999999999998</c:v>
                </c:pt>
                <c:pt idx="12">
                  <c:v>24.222999999999999</c:v>
                </c:pt>
                <c:pt idx="13">
                  <c:v>23.634</c:v>
                </c:pt>
                <c:pt idx="14">
                  <c:v>23.995999999999999</c:v>
                </c:pt>
                <c:pt idx="15">
                  <c:v>24.24</c:v>
                </c:pt>
                <c:pt idx="16">
                  <c:v>24.13</c:v>
                </c:pt>
                <c:pt idx="17">
                  <c:v>24.056000000000001</c:v>
                </c:pt>
                <c:pt idx="18">
                  <c:v>23.826000000000001</c:v>
                </c:pt>
                <c:pt idx="19">
                  <c:v>23.986000000000001</c:v>
                </c:pt>
                <c:pt idx="20">
                  <c:v>24.42</c:v>
                </c:pt>
                <c:pt idx="21">
                  <c:v>23.241</c:v>
                </c:pt>
                <c:pt idx="22">
                  <c:v>22.425999999999998</c:v>
                </c:pt>
                <c:pt idx="23">
                  <c:v>22.355</c:v>
                </c:pt>
                <c:pt idx="24">
                  <c:v>22.84</c:v>
                </c:pt>
                <c:pt idx="25">
                  <c:v>23.323</c:v>
                </c:pt>
                <c:pt idx="26">
                  <c:v>23.71</c:v>
                </c:pt>
                <c:pt idx="27">
                  <c:v>23.687000000000001</c:v>
                </c:pt>
                <c:pt idx="28">
                  <c:v>23.045999999999999</c:v>
                </c:pt>
                <c:pt idx="29">
                  <c:v>20.079000000000001</c:v>
                </c:pt>
                <c:pt idx="30">
                  <c:v>20.849</c:v>
                </c:pt>
                <c:pt idx="31">
                  <c:v>21.428000000000001</c:v>
                </c:pt>
                <c:pt idx="32">
                  <c:v>21.382999999999999</c:v>
                </c:pt>
                <c:pt idx="33">
                  <c:v>21.282</c:v>
                </c:pt>
                <c:pt idx="34">
                  <c:v>21.626000000000001</c:v>
                </c:pt>
                <c:pt idx="35">
                  <c:v>21.81</c:v>
                </c:pt>
                <c:pt idx="36">
                  <c:v>21.623999999999999</c:v>
                </c:pt>
                <c:pt idx="37">
                  <c:v>22.059000000000001</c:v>
                </c:pt>
                <c:pt idx="38">
                  <c:v>22.344000000000001</c:v>
                </c:pt>
                <c:pt idx="39">
                  <c:v>22.63</c:v>
                </c:pt>
                <c:pt idx="40">
                  <c:v>22.227</c:v>
                </c:pt>
                <c:pt idx="41">
                  <c:v>22.524000000000001</c:v>
                </c:pt>
                <c:pt idx="42">
                  <c:v>22.898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22E-4F73-BDD2-4B715CF9BCEA}"/>
            </c:ext>
          </c:extLst>
        </c:ser>
        <c:ser>
          <c:idx val="1"/>
          <c:order val="1"/>
          <c:tx>
            <c:strRef>
              <c:f>'[Panorama de Renda Variável (2022-05-12).xlsx]Poupança e Investimentos'!$C$2</c:f>
              <c:strCache>
                <c:ptCount val="1"/>
                <c:pt idx="0">
                  <c:v>Taxa de Poupança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(2022-05-12).xlsx]Poupança e Investimentos'!$A$3:$A$45</c:f>
              <c:numCache>
                <c:formatCode>m/d/yyyy</c:formatCode>
                <c:ptCount val="43"/>
                <c:pt idx="0">
                  <c:v>29221</c:v>
                </c:pt>
                <c:pt idx="1">
                  <c:v>29587</c:v>
                </c:pt>
                <c:pt idx="2">
                  <c:v>29952</c:v>
                </c:pt>
                <c:pt idx="3">
                  <c:v>30317</c:v>
                </c:pt>
                <c:pt idx="4">
                  <c:v>30682</c:v>
                </c:pt>
                <c:pt idx="5">
                  <c:v>31048</c:v>
                </c:pt>
                <c:pt idx="6">
                  <c:v>31413</c:v>
                </c:pt>
                <c:pt idx="7">
                  <c:v>31778</c:v>
                </c:pt>
                <c:pt idx="8">
                  <c:v>32143</c:v>
                </c:pt>
                <c:pt idx="9">
                  <c:v>32509</c:v>
                </c:pt>
                <c:pt idx="10">
                  <c:v>32874</c:v>
                </c:pt>
                <c:pt idx="11">
                  <c:v>33239</c:v>
                </c:pt>
                <c:pt idx="12">
                  <c:v>33604</c:v>
                </c:pt>
                <c:pt idx="13">
                  <c:v>33970</c:v>
                </c:pt>
                <c:pt idx="14">
                  <c:v>34335</c:v>
                </c:pt>
                <c:pt idx="15">
                  <c:v>34700</c:v>
                </c:pt>
                <c:pt idx="16">
                  <c:v>35065</c:v>
                </c:pt>
                <c:pt idx="17">
                  <c:v>35431</c:v>
                </c:pt>
                <c:pt idx="18">
                  <c:v>35796</c:v>
                </c:pt>
                <c:pt idx="19">
                  <c:v>36161</c:v>
                </c:pt>
                <c:pt idx="20">
                  <c:v>36526</c:v>
                </c:pt>
                <c:pt idx="21">
                  <c:v>36892</c:v>
                </c:pt>
                <c:pt idx="22">
                  <c:v>37257</c:v>
                </c:pt>
                <c:pt idx="23">
                  <c:v>37622</c:v>
                </c:pt>
                <c:pt idx="24">
                  <c:v>37987</c:v>
                </c:pt>
                <c:pt idx="25">
                  <c:v>38353</c:v>
                </c:pt>
                <c:pt idx="26">
                  <c:v>38718</c:v>
                </c:pt>
                <c:pt idx="27">
                  <c:v>39083</c:v>
                </c:pt>
                <c:pt idx="28">
                  <c:v>39448</c:v>
                </c:pt>
                <c:pt idx="29">
                  <c:v>39814</c:v>
                </c:pt>
                <c:pt idx="30">
                  <c:v>40179</c:v>
                </c:pt>
                <c:pt idx="31">
                  <c:v>40544</c:v>
                </c:pt>
                <c:pt idx="32">
                  <c:v>40909</c:v>
                </c:pt>
                <c:pt idx="33">
                  <c:v>41275</c:v>
                </c:pt>
                <c:pt idx="34">
                  <c:v>41640</c:v>
                </c:pt>
                <c:pt idx="35">
                  <c:v>42005</c:v>
                </c:pt>
                <c:pt idx="36">
                  <c:v>42370</c:v>
                </c:pt>
                <c:pt idx="37">
                  <c:v>42736</c:v>
                </c:pt>
                <c:pt idx="38">
                  <c:v>43101</c:v>
                </c:pt>
                <c:pt idx="39">
                  <c:v>43466</c:v>
                </c:pt>
                <c:pt idx="40">
                  <c:v>43831</c:v>
                </c:pt>
                <c:pt idx="41">
                  <c:v>44197</c:v>
                </c:pt>
                <c:pt idx="42">
                  <c:v>44562</c:v>
                </c:pt>
              </c:numCache>
            </c:numRef>
          </c:cat>
          <c:val>
            <c:numRef>
              <c:f>'[Panorama de Renda Variável (2022-05-12).xlsx]Poupança e Investimentos'!$C$3:$C$45</c:f>
              <c:numCache>
                <c:formatCode>#,##0.00</c:formatCode>
                <c:ptCount val="43"/>
                <c:pt idx="0">
                  <c:v>23.489000000000001</c:v>
                </c:pt>
                <c:pt idx="1">
                  <c:v>23.472999999999999</c:v>
                </c:pt>
                <c:pt idx="2">
                  <c:v>22.356000000000002</c:v>
                </c:pt>
                <c:pt idx="3">
                  <c:v>21.629000000000001</c:v>
                </c:pt>
                <c:pt idx="4">
                  <c:v>22.959</c:v>
                </c:pt>
                <c:pt idx="5">
                  <c:v>22.481999999999999</c:v>
                </c:pt>
                <c:pt idx="6">
                  <c:v>22.654</c:v>
                </c:pt>
                <c:pt idx="7">
                  <c:v>23.088000000000001</c:v>
                </c:pt>
                <c:pt idx="8">
                  <c:v>24.346</c:v>
                </c:pt>
                <c:pt idx="9">
                  <c:v>24.263000000000002</c:v>
                </c:pt>
                <c:pt idx="10">
                  <c:v>23.614000000000001</c:v>
                </c:pt>
                <c:pt idx="11">
                  <c:v>23.350999999999999</c:v>
                </c:pt>
                <c:pt idx="12">
                  <c:v>22.620999999999999</c:v>
                </c:pt>
                <c:pt idx="13">
                  <c:v>22.375</c:v>
                </c:pt>
                <c:pt idx="14">
                  <c:v>22.66</c:v>
                </c:pt>
                <c:pt idx="15">
                  <c:v>23.143000000000001</c:v>
                </c:pt>
                <c:pt idx="16">
                  <c:v>23.983000000000001</c:v>
                </c:pt>
                <c:pt idx="17">
                  <c:v>24.321000000000002</c:v>
                </c:pt>
                <c:pt idx="18">
                  <c:v>24.132999999999999</c:v>
                </c:pt>
                <c:pt idx="19">
                  <c:v>23.745000000000001</c:v>
                </c:pt>
                <c:pt idx="20">
                  <c:v>23.832000000000001</c:v>
                </c:pt>
                <c:pt idx="21">
                  <c:v>22.774000000000001</c:v>
                </c:pt>
                <c:pt idx="22">
                  <c:v>21.861999999999998</c:v>
                </c:pt>
                <c:pt idx="23">
                  <c:v>21.620999999999999</c:v>
                </c:pt>
                <c:pt idx="24">
                  <c:v>22.268999999999998</c:v>
                </c:pt>
                <c:pt idx="25">
                  <c:v>22.393000000000001</c:v>
                </c:pt>
                <c:pt idx="26">
                  <c:v>23.064</c:v>
                </c:pt>
                <c:pt idx="27">
                  <c:v>22.69</c:v>
                </c:pt>
                <c:pt idx="28">
                  <c:v>21.265999999999998</c:v>
                </c:pt>
                <c:pt idx="29">
                  <c:v>19.427</c:v>
                </c:pt>
                <c:pt idx="30">
                  <c:v>20.707000000000001</c:v>
                </c:pt>
                <c:pt idx="31">
                  <c:v>21.367000000000001</c:v>
                </c:pt>
                <c:pt idx="32">
                  <c:v>21.852</c:v>
                </c:pt>
                <c:pt idx="33">
                  <c:v>21.984000000000002</c:v>
                </c:pt>
                <c:pt idx="34">
                  <c:v>22.606999999999999</c:v>
                </c:pt>
                <c:pt idx="35">
                  <c:v>22.911999999999999</c:v>
                </c:pt>
                <c:pt idx="36">
                  <c:v>22.611999999999998</c:v>
                </c:pt>
                <c:pt idx="37">
                  <c:v>23.314</c:v>
                </c:pt>
                <c:pt idx="38">
                  <c:v>23.359000000000002</c:v>
                </c:pt>
                <c:pt idx="39">
                  <c:v>23.399000000000001</c:v>
                </c:pt>
                <c:pt idx="40">
                  <c:v>23.053000000000001</c:v>
                </c:pt>
                <c:pt idx="41">
                  <c:v>24.14</c:v>
                </c:pt>
                <c:pt idx="42">
                  <c:v>23.712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22E-4F73-BDD2-4B715CF9BC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8416056"/>
        <c:axId val="448419256"/>
      </c:lineChart>
      <c:date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Offset val="100"/>
        <c:baseTimeUnit val="years"/>
        <c:majorUnit val="4"/>
        <c:majorTimeUnit val="years"/>
      </c:dateAx>
      <c:valAx>
        <c:axId val="448419256"/>
        <c:scaling>
          <c:orientation val="minMax"/>
          <c:min val="19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pt-BR" dirty="0"/>
              <a:t>Economia Brasileira (% do 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'[Panorama de Renda Variável (2022-05-12).xlsx]Poupança e Investimentos'!$D$2</c:f>
              <c:strCache>
                <c:ptCount val="1"/>
                <c:pt idx="0">
                  <c:v>Taxa de Investimento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(2022-05-12).xlsx]Poupança e Investimentos'!$A$3:$A$45</c:f>
              <c:numCache>
                <c:formatCode>m/d/yyyy</c:formatCode>
                <c:ptCount val="43"/>
                <c:pt idx="0">
                  <c:v>29221</c:v>
                </c:pt>
                <c:pt idx="1">
                  <c:v>29587</c:v>
                </c:pt>
                <c:pt idx="2">
                  <c:v>29952</c:v>
                </c:pt>
                <c:pt idx="3">
                  <c:v>30317</c:v>
                </c:pt>
                <c:pt idx="4">
                  <c:v>30682</c:v>
                </c:pt>
                <c:pt idx="5">
                  <c:v>31048</c:v>
                </c:pt>
                <c:pt idx="6">
                  <c:v>31413</c:v>
                </c:pt>
                <c:pt idx="7">
                  <c:v>31778</c:v>
                </c:pt>
                <c:pt idx="8">
                  <c:v>32143</c:v>
                </c:pt>
                <c:pt idx="9">
                  <c:v>32509</c:v>
                </c:pt>
                <c:pt idx="10">
                  <c:v>32874</c:v>
                </c:pt>
                <c:pt idx="11">
                  <c:v>33239</c:v>
                </c:pt>
                <c:pt idx="12">
                  <c:v>33604</c:v>
                </c:pt>
                <c:pt idx="13">
                  <c:v>33970</c:v>
                </c:pt>
                <c:pt idx="14">
                  <c:v>34335</c:v>
                </c:pt>
                <c:pt idx="15">
                  <c:v>34700</c:v>
                </c:pt>
                <c:pt idx="16">
                  <c:v>35065</c:v>
                </c:pt>
                <c:pt idx="17">
                  <c:v>35431</c:v>
                </c:pt>
                <c:pt idx="18">
                  <c:v>35796</c:v>
                </c:pt>
                <c:pt idx="19">
                  <c:v>36161</c:v>
                </c:pt>
                <c:pt idx="20">
                  <c:v>36526</c:v>
                </c:pt>
                <c:pt idx="21">
                  <c:v>36892</c:v>
                </c:pt>
                <c:pt idx="22">
                  <c:v>37257</c:v>
                </c:pt>
                <c:pt idx="23">
                  <c:v>37622</c:v>
                </c:pt>
                <c:pt idx="24">
                  <c:v>37987</c:v>
                </c:pt>
                <c:pt idx="25">
                  <c:v>38353</c:v>
                </c:pt>
                <c:pt idx="26">
                  <c:v>38718</c:v>
                </c:pt>
                <c:pt idx="27">
                  <c:v>39083</c:v>
                </c:pt>
                <c:pt idx="28">
                  <c:v>39448</c:v>
                </c:pt>
                <c:pt idx="29">
                  <c:v>39814</c:v>
                </c:pt>
                <c:pt idx="30">
                  <c:v>40179</c:v>
                </c:pt>
                <c:pt idx="31">
                  <c:v>40544</c:v>
                </c:pt>
                <c:pt idx="32">
                  <c:v>40909</c:v>
                </c:pt>
                <c:pt idx="33">
                  <c:v>41275</c:v>
                </c:pt>
                <c:pt idx="34">
                  <c:v>41640</c:v>
                </c:pt>
                <c:pt idx="35">
                  <c:v>42005</c:v>
                </c:pt>
                <c:pt idx="36">
                  <c:v>42370</c:v>
                </c:pt>
                <c:pt idx="37">
                  <c:v>42736</c:v>
                </c:pt>
                <c:pt idx="38">
                  <c:v>43101</c:v>
                </c:pt>
                <c:pt idx="39">
                  <c:v>43466</c:v>
                </c:pt>
                <c:pt idx="40">
                  <c:v>43831</c:v>
                </c:pt>
                <c:pt idx="41">
                  <c:v>44197</c:v>
                </c:pt>
                <c:pt idx="42">
                  <c:v>44562</c:v>
                </c:pt>
              </c:numCache>
            </c:numRef>
          </c:cat>
          <c:val>
            <c:numRef>
              <c:f>'[Panorama de Renda Variável (2022-05-12).xlsx]Poupança e Investimentos'!$D$3:$D$45</c:f>
              <c:numCache>
                <c:formatCode>#,##0.00</c:formatCode>
                <c:ptCount val="43"/>
                <c:pt idx="0">
                  <c:v>21.332999999999998</c:v>
                </c:pt>
                <c:pt idx="1">
                  <c:v>21.111999999999998</c:v>
                </c:pt>
                <c:pt idx="2">
                  <c:v>19.298999999999999</c:v>
                </c:pt>
                <c:pt idx="3">
                  <c:v>15.276999999999999</c:v>
                </c:pt>
                <c:pt idx="4">
                  <c:v>14.41</c:v>
                </c:pt>
                <c:pt idx="5">
                  <c:v>17.538</c:v>
                </c:pt>
                <c:pt idx="6">
                  <c:v>17.463000000000001</c:v>
                </c:pt>
                <c:pt idx="7">
                  <c:v>20.401</c:v>
                </c:pt>
                <c:pt idx="8">
                  <c:v>20.806000000000001</c:v>
                </c:pt>
                <c:pt idx="9">
                  <c:v>22.646000000000001</c:v>
                </c:pt>
                <c:pt idx="10">
                  <c:v>18.451000000000001</c:v>
                </c:pt>
                <c:pt idx="11">
                  <c:v>19.936</c:v>
                </c:pt>
                <c:pt idx="12">
                  <c:v>19.079000000000001</c:v>
                </c:pt>
                <c:pt idx="13">
                  <c:v>21.018999999999998</c:v>
                </c:pt>
                <c:pt idx="14">
                  <c:v>23.559000000000001</c:v>
                </c:pt>
                <c:pt idx="15">
                  <c:v>17.292000000000002</c:v>
                </c:pt>
                <c:pt idx="16">
                  <c:v>17.266999999999999</c:v>
                </c:pt>
                <c:pt idx="17">
                  <c:v>17.763999999999999</c:v>
                </c:pt>
                <c:pt idx="18">
                  <c:v>18.164999999999999</c:v>
                </c:pt>
                <c:pt idx="19">
                  <c:v>17.39</c:v>
                </c:pt>
                <c:pt idx="20">
                  <c:v>18.902999999999999</c:v>
                </c:pt>
                <c:pt idx="21">
                  <c:v>18.742000000000001</c:v>
                </c:pt>
                <c:pt idx="22">
                  <c:v>17.449000000000002</c:v>
                </c:pt>
                <c:pt idx="23">
                  <c:v>16.856999999999999</c:v>
                </c:pt>
                <c:pt idx="24">
                  <c:v>17.913</c:v>
                </c:pt>
                <c:pt idx="25">
                  <c:v>17.204999999999998</c:v>
                </c:pt>
                <c:pt idx="26">
                  <c:v>17.815999999999999</c:v>
                </c:pt>
                <c:pt idx="27">
                  <c:v>19.818999999999999</c:v>
                </c:pt>
                <c:pt idx="28">
                  <c:v>21.619</c:v>
                </c:pt>
                <c:pt idx="29">
                  <c:v>18.795999999999999</c:v>
                </c:pt>
                <c:pt idx="30">
                  <c:v>21.800999999999998</c:v>
                </c:pt>
                <c:pt idx="31">
                  <c:v>21.826000000000001</c:v>
                </c:pt>
                <c:pt idx="32">
                  <c:v>21.417000000000002</c:v>
                </c:pt>
                <c:pt idx="33">
                  <c:v>21.693999999999999</c:v>
                </c:pt>
                <c:pt idx="34">
                  <c:v>20.547999999999998</c:v>
                </c:pt>
                <c:pt idx="35">
                  <c:v>17.411999999999999</c:v>
                </c:pt>
                <c:pt idx="36">
                  <c:v>14.97</c:v>
                </c:pt>
                <c:pt idx="37">
                  <c:v>14.625999999999999</c:v>
                </c:pt>
                <c:pt idx="38">
                  <c:v>15.095000000000001</c:v>
                </c:pt>
                <c:pt idx="39">
                  <c:v>15.516999999999999</c:v>
                </c:pt>
                <c:pt idx="40">
                  <c:v>15.930999999999999</c:v>
                </c:pt>
                <c:pt idx="41">
                  <c:v>16.731999999999999</c:v>
                </c:pt>
                <c:pt idx="42">
                  <c:v>17.120999999999999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6E6-4BE3-8E75-A07BAD6D05EA}"/>
            </c:ext>
          </c:extLst>
        </c:ser>
        <c:ser>
          <c:idx val="1"/>
          <c:order val="1"/>
          <c:tx>
            <c:strRef>
              <c:f>'[Panorama de Renda Variável (2022-05-12).xlsx]Poupança e Investimentos'!$E$2</c:f>
              <c:strCache>
                <c:ptCount val="1"/>
                <c:pt idx="0">
                  <c:v>Taxa de Poupança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(2022-05-12).xlsx]Poupança e Investimentos'!$A$3:$A$45</c:f>
              <c:numCache>
                <c:formatCode>m/d/yyyy</c:formatCode>
                <c:ptCount val="43"/>
                <c:pt idx="0">
                  <c:v>29221</c:v>
                </c:pt>
                <c:pt idx="1">
                  <c:v>29587</c:v>
                </c:pt>
                <c:pt idx="2">
                  <c:v>29952</c:v>
                </c:pt>
                <c:pt idx="3">
                  <c:v>30317</c:v>
                </c:pt>
                <c:pt idx="4">
                  <c:v>30682</c:v>
                </c:pt>
                <c:pt idx="5">
                  <c:v>31048</c:v>
                </c:pt>
                <c:pt idx="6">
                  <c:v>31413</c:v>
                </c:pt>
                <c:pt idx="7">
                  <c:v>31778</c:v>
                </c:pt>
                <c:pt idx="8">
                  <c:v>32143</c:v>
                </c:pt>
                <c:pt idx="9">
                  <c:v>32509</c:v>
                </c:pt>
                <c:pt idx="10">
                  <c:v>32874</c:v>
                </c:pt>
                <c:pt idx="11">
                  <c:v>33239</c:v>
                </c:pt>
                <c:pt idx="12">
                  <c:v>33604</c:v>
                </c:pt>
                <c:pt idx="13">
                  <c:v>33970</c:v>
                </c:pt>
                <c:pt idx="14">
                  <c:v>34335</c:v>
                </c:pt>
                <c:pt idx="15">
                  <c:v>34700</c:v>
                </c:pt>
                <c:pt idx="16">
                  <c:v>35065</c:v>
                </c:pt>
                <c:pt idx="17">
                  <c:v>35431</c:v>
                </c:pt>
                <c:pt idx="18">
                  <c:v>35796</c:v>
                </c:pt>
                <c:pt idx="19">
                  <c:v>36161</c:v>
                </c:pt>
                <c:pt idx="20">
                  <c:v>36526</c:v>
                </c:pt>
                <c:pt idx="21">
                  <c:v>36892</c:v>
                </c:pt>
                <c:pt idx="22">
                  <c:v>37257</c:v>
                </c:pt>
                <c:pt idx="23">
                  <c:v>37622</c:v>
                </c:pt>
                <c:pt idx="24">
                  <c:v>37987</c:v>
                </c:pt>
                <c:pt idx="25">
                  <c:v>38353</c:v>
                </c:pt>
                <c:pt idx="26">
                  <c:v>38718</c:v>
                </c:pt>
                <c:pt idx="27">
                  <c:v>39083</c:v>
                </c:pt>
                <c:pt idx="28">
                  <c:v>39448</c:v>
                </c:pt>
                <c:pt idx="29">
                  <c:v>39814</c:v>
                </c:pt>
                <c:pt idx="30">
                  <c:v>40179</c:v>
                </c:pt>
                <c:pt idx="31">
                  <c:v>40544</c:v>
                </c:pt>
                <c:pt idx="32">
                  <c:v>40909</c:v>
                </c:pt>
                <c:pt idx="33">
                  <c:v>41275</c:v>
                </c:pt>
                <c:pt idx="34">
                  <c:v>41640</c:v>
                </c:pt>
                <c:pt idx="35">
                  <c:v>42005</c:v>
                </c:pt>
                <c:pt idx="36">
                  <c:v>42370</c:v>
                </c:pt>
                <c:pt idx="37">
                  <c:v>42736</c:v>
                </c:pt>
                <c:pt idx="38">
                  <c:v>43101</c:v>
                </c:pt>
                <c:pt idx="39">
                  <c:v>43466</c:v>
                </c:pt>
                <c:pt idx="40">
                  <c:v>43831</c:v>
                </c:pt>
                <c:pt idx="41">
                  <c:v>44197</c:v>
                </c:pt>
                <c:pt idx="42">
                  <c:v>44562</c:v>
                </c:pt>
              </c:numCache>
            </c:numRef>
          </c:cat>
          <c:val>
            <c:numRef>
              <c:f>'[Panorama de Renda Variável (2022-05-12).xlsx]Poupança e Investimentos'!$E$3:$E$45</c:f>
              <c:numCache>
                <c:formatCode>#,##0.00</c:formatCode>
                <c:ptCount val="43"/>
                <c:pt idx="0">
                  <c:v>18.34</c:v>
                </c:pt>
                <c:pt idx="1">
                  <c:v>18.962</c:v>
                </c:pt>
                <c:pt idx="2">
                  <c:v>15.629</c:v>
                </c:pt>
                <c:pt idx="3">
                  <c:v>13.544</c:v>
                </c:pt>
                <c:pt idx="4">
                  <c:v>14.429</c:v>
                </c:pt>
                <c:pt idx="5">
                  <c:v>18.378</c:v>
                </c:pt>
                <c:pt idx="6">
                  <c:v>17.352</c:v>
                </c:pt>
                <c:pt idx="7">
                  <c:v>22.277999999999999</c:v>
                </c:pt>
                <c:pt idx="8">
                  <c:v>24.535</c:v>
                </c:pt>
                <c:pt idx="9">
                  <c:v>25.521000000000001</c:v>
                </c:pt>
                <c:pt idx="10">
                  <c:v>19.763000000000002</c:v>
                </c:pt>
                <c:pt idx="11">
                  <c:v>19.838000000000001</c:v>
                </c:pt>
                <c:pt idx="12">
                  <c:v>20.943000000000001</c:v>
                </c:pt>
                <c:pt idx="13">
                  <c:v>21.151</c:v>
                </c:pt>
                <c:pt idx="14">
                  <c:v>21.826000000000001</c:v>
                </c:pt>
                <c:pt idx="15">
                  <c:v>14.865</c:v>
                </c:pt>
                <c:pt idx="16">
                  <c:v>14.465999999999999</c:v>
                </c:pt>
                <c:pt idx="17">
                  <c:v>14.298999999999999</c:v>
                </c:pt>
                <c:pt idx="18">
                  <c:v>14.256</c:v>
                </c:pt>
                <c:pt idx="19">
                  <c:v>13.084</c:v>
                </c:pt>
                <c:pt idx="20">
                  <c:v>15.095000000000001</c:v>
                </c:pt>
                <c:pt idx="21">
                  <c:v>14.506</c:v>
                </c:pt>
                <c:pt idx="22">
                  <c:v>15.852</c:v>
                </c:pt>
                <c:pt idx="23">
                  <c:v>17.498999999999999</c:v>
                </c:pt>
                <c:pt idx="24">
                  <c:v>19.57</c:v>
                </c:pt>
                <c:pt idx="25">
                  <c:v>18.757000000000001</c:v>
                </c:pt>
                <c:pt idx="26">
                  <c:v>18.998000000000001</c:v>
                </c:pt>
                <c:pt idx="27">
                  <c:v>19.850000000000001</c:v>
                </c:pt>
                <c:pt idx="28">
                  <c:v>19.795000000000002</c:v>
                </c:pt>
                <c:pt idx="29">
                  <c:v>17.213000000000001</c:v>
                </c:pt>
                <c:pt idx="30">
                  <c:v>18.213999999999999</c:v>
                </c:pt>
                <c:pt idx="31">
                  <c:v>18.899999999999999</c:v>
                </c:pt>
                <c:pt idx="32">
                  <c:v>17.991</c:v>
                </c:pt>
                <c:pt idx="33">
                  <c:v>18.457999999999998</c:v>
                </c:pt>
                <c:pt idx="34">
                  <c:v>16.408000000000001</c:v>
                </c:pt>
                <c:pt idx="35">
                  <c:v>14.368</c:v>
                </c:pt>
                <c:pt idx="36">
                  <c:v>13.606999999999999</c:v>
                </c:pt>
                <c:pt idx="37">
                  <c:v>13.558</c:v>
                </c:pt>
                <c:pt idx="38">
                  <c:v>12.411</c:v>
                </c:pt>
                <c:pt idx="39">
                  <c:v>12.045</c:v>
                </c:pt>
                <c:pt idx="40">
                  <c:v>14.24</c:v>
                </c:pt>
                <c:pt idx="41">
                  <c:v>14.994999999999999</c:v>
                </c:pt>
                <c:pt idx="42">
                  <c:v>15.618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E6-4BE3-8E75-A07BAD6D05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8416056"/>
        <c:axId val="448419256"/>
      </c:lineChart>
      <c:date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Offset val="100"/>
        <c:baseTimeUnit val="years"/>
        <c:majorUnit val="4"/>
        <c:majorTimeUnit val="years"/>
      </c:dateAx>
      <c:valAx>
        <c:axId val="448419256"/>
        <c:scaling>
          <c:orientation val="minMax"/>
          <c:max val="26"/>
          <c:min val="1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en-US" dirty="0" err="1"/>
              <a:t>Endividamento</a:t>
            </a:r>
            <a:r>
              <a:rPr lang="en-US" dirty="0"/>
              <a:t> dos </a:t>
            </a:r>
            <a:r>
              <a:rPr lang="en-US" dirty="0" err="1"/>
              <a:t>Governos</a:t>
            </a:r>
            <a:r>
              <a:rPr lang="en-US" dirty="0"/>
              <a:t> (% 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'[Panorama de Renda Variável (2022-05-12).xlsx]Endividamento'!$B$2</c:f>
              <c:strCache>
                <c:ptCount val="1"/>
                <c:pt idx="0">
                  <c:v>Avançadas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(2022-05-12).xlsx]Endividamento'!$A$3:$A$56</c:f>
              <c:numCache>
                <c:formatCode>m/d/yyyy</c:formatCode>
                <c:ptCount val="54"/>
                <c:pt idx="0">
                  <c:v>39508</c:v>
                </c:pt>
                <c:pt idx="1">
                  <c:v>39600</c:v>
                </c:pt>
                <c:pt idx="2">
                  <c:v>39692</c:v>
                </c:pt>
                <c:pt idx="3">
                  <c:v>39783</c:v>
                </c:pt>
                <c:pt idx="4">
                  <c:v>39873</c:v>
                </c:pt>
                <c:pt idx="5">
                  <c:v>39965</c:v>
                </c:pt>
                <c:pt idx="6">
                  <c:v>40057</c:v>
                </c:pt>
                <c:pt idx="7">
                  <c:v>40148</c:v>
                </c:pt>
                <c:pt idx="8">
                  <c:v>40238</c:v>
                </c:pt>
                <c:pt idx="9">
                  <c:v>40330</c:v>
                </c:pt>
                <c:pt idx="10">
                  <c:v>40422</c:v>
                </c:pt>
                <c:pt idx="11">
                  <c:v>40513</c:v>
                </c:pt>
                <c:pt idx="12">
                  <c:v>40603</c:v>
                </c:pt>
                <c:pt idx="13">
                  <c:v>40695</c:v>
                </c:pt>
                <c:pt idx="14">
                  <c:v>40787</c:v>
                </c:pt>
                <c:pt idx="15">
                  <c:v>40878</c:v>
                </c:pt>
                <c:pt idx="16">
                  <c:v>40969</c:v>
                </c:pt>
                <c:pt idx="17">
                  <c:v>41061</c:v>
                </c:pt>
                <c:pt idx="18">
                  <c:v>41153</c:v>
                </c:pt>
                <c:pt idx="19">
                  <c:v>41244</c:v>
                </c:pt>
                <c:pt idx="20">
                  <c:v>41334</c:v>
                </c:pt>
                <c:pt idx="21">
                  <c:v>41426</c:v>
                </c:pt>
                <c:pt idx="22">
                  <c:v>41518</c:v>
                </c:pt>
                <c:pt idx="23">
                  <c:v>41609</c:v>
                </c:pt>
                <c:pt idx="24">
                  <c:v>41699</c:v>
                </c:pt>
                <c:pt idx="25">
                  <c:v>41791</c:v>
                </c:pt>
                <c:pt idx="26">
                  <c:v>41883</c:v>
                </c:pt>
                <c:pt idx="27">
                  <c:v>41974</c:v>
                </c:pt>
                <c:pt idx="28">
                  <c:v>42064</c:v>
                </c:pt>
                <c:pt idx="29">
                  <c:v>42156</c:v>
                </c:pt>
                <c:pt idx="30">
                  <c:v>42248</c:v>
                </c:pt>
                <c:pt idx="31">
                  <c:v>42339</c:v>
                </c:pt>
                <c:pt idx="32">
                  <c:v>42430</c:v>
                </c:pt>
                <c:pt idx="33">
                  <c:v>42522</c:v>
                </c:pt>
                <c:pt idx="34">
                  <c:v>42614</c:v>
                </c:pt>
                <c:pt idx="35">
                  <c:v>42705</c:v>
                </c:pt>
                <c:pt idx="36">
                  <c:v>42795</c:v>
                </c:pt>
                <c:pt idx="37">
                  <c:v>42887</c:v>
                </c:pt>
                <c:pt idx="38">
                  <c:v>42979</c:v>
                </c:pt>
                <c:pt idx="39">
                  <c:v>43070</c:v>
                </c:pt>
                <c:pt idx="40">
                  <c:v>43160</c:v>
                </c:pt>
                <c:pt idx="41">
                  <c:v>43252</c:v>
                </c:pt>
                <c:pt idx="42">
                  <c:v>43344</c:v>
                </c:pt>
                <c:pt idx="43">
                  <c:v>43435</c:v>
                </c:pt>
                <c:pt idx="44">
                  <c:v>43525</c:v>
                </c:pt>
                <c:pt idx="45">
                  <c:v>43617</c:v>
                </c:pt>
                <c:pt idx="46">
                  <c:v>43709</c:v>
                </c:pt>
                <c:pt idx="47">
                  <c:v>43800</c:v>
                </c:pt>
                <c:pt idx="48">
                  <c:v>43891</c:v>
                </c:pt>
                <c:pt idx="49">
                  <c:v>43983</c:v>
                </c:pt>
                <c:pt idx="50">
                  <c:v>44075</c:v>
                </c:pt>
                <c:pt idx="51">
                  <c:v>44166</c:v>
                </c:pt>
                <c:pt idx="52">
                  <c:v>44256</c:v>
                </c:pt>
                <c:pt idx="53">
                  <c:v>44348</c:v>
                </c:pt>
              </c:numCache>
            </c:numRef>
          </c:cat>
          <c:val>
            <c:numRef>
              <c:f>'[Panorama de Renda Variável (2022-05-12).xlsx]Endividamento'!$B$3:$B$56</c:f>
              <c:numCache>
                <c:formatCode>#,##0.00</c:formatCode>
                <c:ptCount val="54"/>
                <c:pt idx="0">
                  <c:v>75.11137543341512</c:v>
                </c:pt>
                <c:pt idx="1">
                  <c:v>71.154761551429829</c:v>
                </c:pt>
                <c:pt idx="2">
                  <c:v>69.304563819644201</c:v>
                </c:pt>
                <c:pt idx="3">
                  <c:v>76.240593620294788</c:v>
                </c:pt>
                <c:pt idx="4">
                  <c:v>77.804584588468089</c:v>
                </c:pt>
                <c:pt idx="5">
                  <c:v>84.935368502037164</c:v>
                </c:pt>
                <c:pt idx="6">
                  <c:v>91.662226328043616</c:v>
                </c:pt>
                <c:pt idx="7">
                  <c:v>90.515784461483548</c:v>
                </c:pt>
                <c:pt idx="8">
                  <c:v>89.476472215345581</c:v>
                </c:pt>
                <c:pt idx="9">
                  <c:v>90.726066052750838</c:v>
                </c:pt>
                <c:pt idx="10">
                  <c:v>97.623763689919357</c:v>
                </c:pt>
                <c:pt idx="11">
                  <c:v>98.105050988466019</c:v>
                </c:pt>
                <c:pt idx="12">
                  <c:v>98.95835284996771</c:v>
                </c:pt>
                <c:pt idx="13">
                  <c:v>99.614821086770959</c:v>
                </c:pt>
                <c:pt idx="14">
                  <c:v>100.22666540383216</c:v>
                </c:pt>
                <c:pt idx="15">
                  <c:v>99.989658228148812</c:v>
                </c:pt>
                <c:pt idx="16">
                  <c:v>100.93152519129669</c:v>
                </c:pt>
                <c:pt idx="17">
                  <c:v>102.7461116414192</c:v>
                </c:pt>
                <c:pt idx="18">
                  <c:v>106.88198013763144</c:v>
                </c:pt>
                <c:pt idx="19">
                  <c:v>106.13110837431603</c:v>
                </c:pt>
                <c:pt idx="20">
                  <c:v>104.23342293292272</c:v>
                </c:pt>
                <c:pt idx="21">
                  <c:v>102.31487624755351</c:v>
                </c:pt>
                <c:pt idx="22">
                  <c:v>103.97606677326814</c:v>
                </c:pt>
                <c:pt idx="23">
                  <c:v>103.70206953851803</c:v>
                </c:pt>
                <c:pt idx="24">
                  <c:v>105.64467930354662</c:v>
                </c:pt>
                <c:pt idx="25">
                  <c:v>106.41324040939368</c:v>
                </c:pt>
                <c:pt idx="26">
                  <c:v>101.81773282692248</c:v>
                </c:pt>
                <c:pt idx="27">
                  <c:v>101.66436140758204</c:v>
                </c:pt>
                <c:pt idx="28">
                  <c:v>100.70042043273509</c:v>
                </c:pt>
                <c:pt idx="29">
                  <c:v>101.71095305803779</c:v>
                </c:pt>
                <c:pt idx="30">
                  <c:v>104.24820394449065</c:v>
                </c:pt>
                <c:pt idx="31">
                  <c:v>105.57333272114234</c:v>
                </c:pt>
                <c:pt idx="32">
                  <c:v>111.87408834393501</c:v>
                </c:pt>
                <c:pt idx="33">
                  <c:v>114.25848838452679</c:v>
                </c:pt>
                <c:pt idx="34">
                  <c:v>113.71387471931924</c:v>
                </c:pt>
                <c:pt idx="35">
                  <c:v>105.49450907077271</c:v>
                </c:pt>
                <c:pt idx="36">
                  <c:v>106.37864102737726</c:v>
                </c:pt>
                <c:pt idx="37">
                  <c:v>108.48440983048316</c:v>
                </c:pt>
                <c:pt idx="38">
                  <c:v>109.24510372561045</c:v>
                </c:pt>
                <c:pt idx="39">
                  <c:v>108.38954768252225</c:v>
                </c:pt>
                <c:pt idx="40">
                  <c:v>109.03233936081796</c:v>
                </c:pt>
                <c:pt idx="41">
                  <c:v>103.69685218766402</c:v>
                </c:pt>
                <c:pt idx="42">
                  <c:v>102.00379964710875</c:v>
                </c:pt>
                <c:pt idx="43">
                  <c:v>103.6917592661766</c:v>
                </c:pt>
                <c:pt idx="44">
                  <c:v>105.11130845900516</c:v>
                </c:pt>
                <c:pt idx="45">
                  <c:v>107.37305545272913</c:v>
                </c:pt>
                <c:pt idx="46">
                  <c:v>108.45187409352096</c:v>
                </c:pt>
                <c:pt idx="47">
                  <c:v>108.60979154811872</c:v>
                </c:pt>
                <c:pt idx="48">
                  <c:v>111.47868964324954</c:v>
                </c:pt>
                <c:pt idx="49">
                  <c:v>125.93895217123412</c:v>
                </c:pt>
                <c:pt idx="50">
                  <c:v>131.06777064784364</c:v>
                </c:pt>
                <c:pt idx="51">
                  <c:v>135.50851751154869</c:v>
                </c:pt>
                <c:pt idx="52">
                  <c:v>128.3655168911223</c:v>
                </c:pt>
                <c:pt idx="53">
                  <c:v>125.04034075065104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2F-4D01-8A87-AECC340C9105}"/>
            </c:ext>
          </c:extLst>
        </c:ser>
        <c:ser>
          <c:idx val="1"/>
          <c:order val="1"/>
          <c:tx>
            <c:strRef>
              <c:f>'[Panorama de Renda Variável (2022-05-12).xlsx]Endividamento'!$C$2</c:f>
              <c:strCache>
                <c:ptCount val="1"/>
                <c:pt idx="0">
                  <c:v>Emergentes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(2022-05-12).xlsx]Endividamento'!$A$3:$A$56</c:f>
              <c:numCache>
                <c:formatCode>m/d/yyyy</c:formatCode>
                <c:ptCount val="54"/>
                <c:pt idx="0">
                  <c:v>39508</c:v>
                </c:pt>
                <c:pt idx="1">
                  <c:v>39600</c:v>
                </c:pt>
                <c:pt idx="2">
                  <c:v>39692</c:v>
                </c:pt>
                <c:pt idx="3">
                  <c:v>39783</c:v>
                </c:pt>
                <c:pt idx="4">
                  <c:v>39873</c:v>
                </c:pt>
                <c:pt idx="5">
                  <c:v>39965</c:v>
                </c:pt>
                <c:pt idx="6">
                  <c:v>40057</c:v>
                </c:pt>
                <c:pt idx="7">
                  <c:v>40148</c:v>
                </c:pt>
                <c:pt idx="8">
                  <c:v>40238</c:v>
                </c:pt>
                <c:pt idx="9">
                  <c:v>40330</c:v>
                </c:pt>
                <c:pt idx="10">
                  <c:v>40422</c:v>
                </c:pt>
                <c:pt idx="11">
                  <c:v>40513</c:v>
                </c:pt>
                <c:pt idx="12">
                  <c:v>40603</c:v>
                </c:pt>
                <c:pt idx="13">
                  <c:v>40695</c:v>
                </c:pt>
                <c:pt idx="14">
                  <c:v>40787</c:v>
                </c:pt>
                <c:pt idx="15">
                  <c:v>40878</c:v>
                </c:pt>
                <c:pt idx="16">
                  <c:v>40969</c:v>
                </c:pt>
                <c:pt idx="17">
                  <c:v>41061</c:v>
                </c:pt>
                <c:pt idx="18">
                  <c:v>41153</c:v>
                </c:pt>
                <c:pt idx="19">
                  <c:v>41244</c:v>
                </c:pt>
                <c:pt idx="20">
                  <c:v>41334</c:v>
                </c:pt>
                <c:pt idx="21">
                  <c:v>41426</c:v>
                </c:pt>
                <c:pt idx="22">
                  <c:v>41518</c:v>
                </c:pt>
                <c:pt idx="23">
                  <c:v>41609</c:v>
                </c:pt>
                <c:pt idx="24">
                  <c:v>41699</c:v>
                </c:pt>
                <c:pt idx="25">
                  <c:v>41791</c:v>
                </c:pt>
                <c:pt idx="26">
                  <c:v>41883</c:v>
                </c:pt>
                <c:pt idx="27">
                  <c:v>41974</c:v>
                </c:pt>
                <c:pt idx="28">
                  <c:v>42064</c:v>
                </c:pt>
                <c:pt idx="29">
                  <c:v>42156</c:v>
                </c:pt>
                <c:pt idx="30">
                  <c:v>42248</c:v>
                </c:pt>
                <c:pt idx="31">
                  <c:v>42339</c:v>
                </c:pt>
                <c:pt idx="32">
                  <c:v>42430</c:v>
                </c:pt>
                <c:pt idx="33">
                  <c:v>42522</c:v>
                </c:pt>
                <c:pt idx="34">
                  <c:v>42614</c:v>
                </c:pt>
                <c:pt idx="35">
                  <c:v>42705</c:v>
                </c:pt>
                <c:pt idx="36">
                  <c:v>42795</c:v>
                </c:pt>
                <c:pt idx="37">
                  <c:v>42887</c:v>
                </c:pt>
                <c:pt idx="38">
                  <c:v>42979</c:v>
                </c:pt>
                <c:pt idx="39">
                  <c:v>43070</c:v>
                </c:pt>
                <c:pt idx="40">
                  <c:v>43160</c:v>
                </c:pt>
                <c:pt idx="41">
                  <c:v>43252</c:v>
                </c:pt>
                <c:pt idx="42">
                  <c:v>43344</c:v>
                </c:pt>
                <c:pt idx="43">
                  <c:v>43435</c:v>
                </c:pt>
                <c:pt idx="44">
                  <c:v>43525</c:v>
                </c:pt>
                <c:pt idx="45">
                  <c:v>43617</c:v>
                </c:pt>
                <c:pt idx="46">
                  <c:v>43709</c:v>
                </c:pt>
                <c:pt idx="47">
                  <c:v>43800</c:v>
                </c:pt>
                <c:pt idx="48">
                  <c:v>43891</c:v>
                </c:pt>
                <c:pt idx="49">
                  <c:v>43983</c:v>
                </c:pt>
                <c:pt idx="50">
                  <c:v>44075</c:v>
                </c:pt>
                <c:pt idx="51">
                  <c:v>44166</c:v>
                </c:pt>
                <c:pt idx="52">
                  <c:v>44256</c:v>
                </c:pt>
                <c:pt idx="53">
                  <c:v>44348</c:v>
                </c:pt>
              </c:numCache>
            </c:numRef>
          </c:cat>
          <c:val>
            <c:numRef>
              <c:f>'[Panorama de Renda Variável (2022-05-12).xlsx]Endividamento'!$C$3:$C$56</c:f>
              <c:numCache>
                <c:formatCode>#,##0.00</c:formatCode>
                <c:ptCount val="54"/>
                <c:pt idx="0">
                  <c:v>36.464883380559684</c:v>
                </c:pt>
                <c:pt idx="1">
                  <c:v>35.715754657303343</c:v>
                </c:pt>
                <c:pt idx="2">
                  <c:v>31.9527338479203</c:v>
                </c:pt>
                <c:pt idx="3">
                  <c:v>31.079774982509278</c:v>
                </c:pt>
                <c:pt idx="4">
                  <c:v>32.538265953491141</c:v>
                </c:pt>
                <c:pt idx="5">
                  <c:v>37.719102960776738</c:v>
                </c:pt>
                <c:pt idx="6">
                  <c:v>41.670424913884759</c:v>
                </c:pt>
                <c:pt idx="7">
                  <c:v>42.269824857586919</c:v>
                </c:pt>
                <c:pt idx="8">
                  <c:v>41.259970732926185</c:v>
                </c:pt>
                <c:pt idx="9">
                  <c:v>39.737924806634688</c:v>
                </c:pt>
                <c:pt idx="10">
                  <c:v>40.838720489409205</c:v>
                </c:pt>
                <c:pt idx="11">
                  <c:v>40.307845960722339</c:v>
                </c:pt>
                <c:pt idx="12">
                  <c:v>40.194124696760319</c:v>
                </c:pt>
                <c:pt idx="13">
                  <c:v>39.859852417371414</c:v>
                </c:pt>
                <c:pt idx="14">
                  <c:v>36.357919757540948</c:v>
                </c:pt>
                <c:pt idx="15">
                  <c:v>36.03210529267912</c:v>
                </c:pt>
                <c:pt idx="16">
                  <c:v>37.291714975029457</c:v>
                </c:pt>
                <c:pt idx="17">
                  <c:v>36.544604350110284</c:v>
                </c:pt>
                <c:pt idx="18">
                  <c:v>37.861653284463635</c:v>
                </c:pt>
                <c:pt idx="19">
                  <c:v>38.356666064691993</c:v>
                </c:pt>
                <c:pt idx="20">
                  <c:v>38.616514981262547</c:v>
                </c:pt>
                <c:pt idx="21">
                  <c:v>37.703653353184443</c:v>
                </c:pt>
                <c:pt idx="22">
                  <c:v>37.893740952434825</c:v>
                </c:pt>
                <c:pt idx="23">
                  <c:v>38.515842277428938</c:v>
                </c:pt>
                <c:pt idx="24">
                  <c:v>39.055592033392216</c:v>
                </c:pt>
                <c:pt idx="25">
                  <c:v>40.298780424081805</c:v>
                </c:pt>
                <c:pt idx="26">
                  <c:v>39.440628598996774</c:v>
                </c:pt>
                <c:pt idx="27">
                  <c:v>39.365413430632515</c:v>
                </c:pt>
                <c:pt idx="28">
                  <c:v>39.522925639062237</c:v>
                </c:pt>
                <c:pt idx="29">
                  <c:v>41.038487485091018</c:v>
                </c:pt>
                <c:pt idx="30">
                  <c:v>40.623904555389828</c:v>
                </c:pt>
                <c:pt idx="31">
                  <c:v>41.572640434397357</c:v>
                </c:pt>
                <c:pt idx="32">
                  <c:v>44.913874569899882</c:v>
                </c:pt>
                <c:pt idx="33">
                  <c:v>46.471920901122886</c:v>
                </c:pt>
                <c:pt idx="34">
                  <c:v>47.74169476464612</c:v>
                </c:pt>
                <c:pt idx="35">
                  <c:v>47.177305912360239</c:v>
                </c:pt>
                <c:pt idx="36">
                  <c:v>48.96342546091789</c:v>
                </c:pt>
                <c:pt idx="37">
                  <c:v>49.827335713725049</c:v>
                </c:pt>
                <c:pt idx="38">
                  <c:v>50.618882760183993</c:v>
                </c:pt>
                <c:pt idx="39">
                  <c:v>51.183073179975516</c:v>
                </c:pt>
                <c:pt idx="40">
                  <c:v>51.768945702481027</c:v>
                </c:pt>
                <c:pt idx="41">
                  <c:v>48.652201477487999</c:v>
                </c:pt>
                <c:pt idx="42">
                  <c:v>47.853200084833439</c:v>
                </c:pt>
                <c:pt idx="43">
                  <c:v>49.339685779785924</c:v>
                </c:pt>
                <c:pt idx="44">
                  <c:v>51.722709109065121</c:v>
                </c:pt>
                <c:pt idx="45">
                  <c:v>52.761606040941224</c:v>
                </c:pt>
                <c:pt idx="46">
                  <c:v>51.946601921518401</c:v>
                </c:pt>
                <c:pt idx="47">
                  <c:v>53.843018855551996</c:v>
                </c:pt>
                <c:pt idx="48">
                  <c:v>53.016056330332006</c:v>
                </c:pt>
                <c:pt idx="49">
                  <c:v>57.927969715403883</c:v>
                </c:pt>
                <c:pt idx="50">
                  <c:v>61.88551065116993</c:v>
                </c:pt>
                <c:pt idx="51">
                  <c:v>66.718248530697196</c:v>
                </c:pt>
                <c:pt idx="52">
                  <c:v>65.307379720306386</c:v>
                </c:pt>
                <c:pt idx="53">
                  <c:v>64.746375147129285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B2F-4D01-8A87-AECC340C9105}"/>
            </c:ext>
          </c:extLst>
        </c:ser>
        <c:ser>
          <c:idx val="2"/>
          <c:order val="2"/>
          <c:tx>
            <c:strRef>
              <c:f>'[Panorama de Renda Variável (2022-05-12).xlsx]Endividamento'!$D$2</c:f>
              <c:strCache>
                <c:ptCount val="1"/>
                <c:pt idx="0">
                  <c:v>Brasil</c:v>
                </c:pt>
              </c:strCache>
            </c:strRef>
          </c:tx>
          <c:spPr>
            <a:ln w="28575" cap="rnd">
              <a:solidFill>
                <a:srgbClr val="FF7C8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(2022-05-12).xlsx]Endividamento'!$A$3:$A$56</c:f>
              <c:numCache>
                <c:formatCode>m/d/yyyy</c:formatCode>
                <c:ptCount val="54"/>
                <c:pt idx="0">
                  <c:v>39508</c:v>
                </c:pt>
                <c:pt idx="1">
                  <c:v>39600</c:v>
                </c:pt>
                <c:pt idx="2">
                  <c:v>39692</c:v>
                </c:pt>
                <c:pt idx="3">
                  <c:v>39783</c:v>
                </c:pt>
                <c:pt idx="4">
                  <c:v>39873</c:v>
                </c:pt>
                <c:pt idx="5">
                  <c:v>39965</c:v>
                </c:pt>
                <c:pt idx="6">
                  <c:v>40057</c:v>
                </c:pt>
                <c:pt idx="7">
                  <c:v>40148</c:v>
                </c:pt>
                <c:pt idx="8">
                  <c:v>40238</c:v>
                </c:pt>
                <c:pt idx="9">
                  <c:v>40330</c:v>
                </c:pt>
                <c:pt idx="10">
                  <c:v>40422</c:v>
                </c:pt>
                <c:pt idx="11">
                  <c:v>40513</c:v>
                </c:pt>
                <c:pt idx="12">
                  <c:v>40603</c:v>
                </c:pt>
                <c:pt idx="13">
                  <c:v>40695</c:v>
                </c:pt>
                <c:pt idx="14">
                  <c:v>40787</c:v>
                </c:pt>
                <c:pt idx="15">
                  <c:v>40878</c:v>
                </c:pt>
                <c:pt idx="16">
                  <c:v>40969</c:v>
                </c:pt>
                <c:pt idx="17">
                  <c:v>41061</c:v>
                </c:pt>
                <c:pt idx="18">
                  <c:v>41153</c:v>
                </c:pt>
                <c:pt idx="19">
                  <c:v>41244</c:v>
                </c:pt>
                <c:pt idx="20">
                  <c:v>41334</c:v>
                </c:pt>
                <c:pt idx="21">
                  <c:v>41426</c:v>
                </c:pt>
                <c:pt idx="22">
                  <c:v>41518</c:v>
                </c:pt>
                <c:pt idx="23">
                  <c:v>41609</c:v>
                </c:pt>
                <c:pt idx="24">
                  <c:v>41699</c:v>
                </c:pt>
                <c:pt idx="25">
                  <c:v>41791</c:v>
                </c:pt>
                <c:pt idx="26">
                  <c:v>41883</c:v>
                </c:pt>
                <c:pt idx="27">
                  <c:v>41974</c:v>
                </c:pt>
                <c:pt idx="28">
                  <c:v>42064</c:v>
                </c:pt>
                <c:pt idx="29">
                  <c:v>42156</c:v>
                </c:pt>
                <c:pt idx="30">
                  <c:v>42248</c:v>
                </c:pt>
                <c:pt idx="31">
                  <c:v>42339</c:v>
                </c:pt>
                <c:pt idx="32">
                  <c:v>42430</c:v>
                </c:pt>
                <c:pt idx="33">
                  <c:v>42522</c:v>
                </c:pt>
                <c:pt idx="34">
                  <c:v>42614</c:v>
                </c:pt>
                <c:pt idx="35">
                  <c:v>42705</c:v>
                </c:pt>
                <c:pt idx="36">
                  <c:v>42795</c:v>
                </c:pt>
                <c:pt idx="37">
                  <c:v>42887</c:v>
                </c:pt>
                <c:pt idx="38">
                  <c:v>42979</c:v>
                </c:pt>
                <c:pt idx="39">
                  <c:v>43070</c:v>
                </c:pt>
                <c:pt idx="40">
                  <c:v>43160</c:v>
                </c:pt>
                <c:pt idx="41">
                  <c:v>43252</c:v>
                </c:pt>
                <c:pt idx="42">
                  <c:v>43344</c:v>
                </c:pt>
                <c:pt idx="43">
                  <c:v>43435</c:v>
                </c:pt>
                <c:pt idx="44">
                  <c:v>43525</c:v>
                </c:pt>
                <c:pt idx="45">
                  <c:v>43617</c:v>
                </c:pt>
                <c:pt idx="46">
                  <c:v>43709</c:v>
                </c:pt>
                <c:pt idx="47">
                  <c:v>43800</c:v>
                </c:pt>
                <c:pt idx="48">
                  <c:v>43891</c:v>
                </c:pt>
                <c:pt idx="49">
                  <c:v>43983</c:v>
                </c:pt>
                <c:pt idx="50">
                  <c:v>44075</c:v>
                </c:pt>
                <c:pt idx="51">
                  <c:v>44166</c:v>
                </c:pt>
                <c:pt idx="52">
                  <c:v>44256</c:v>
                </c:pt>
                <c:pt idx="53">
                  <c:v>44348</c:v>
                </c:pt>
              </c:numCache>
            </c:numRef>
          </c:cat>
          <c:val>
            <c:numRef>
              <c:f>'[Panorama de Renda Variável (2022-05-12).xlsx]Endividamento'!$D$3:$D$56</c:f>
              <c:numCache>
                <c:formatCode>#,##0.00</c:formatCode>
                <c:ptCount val="54"/>
                <c:pt idx="0">
                  <c:v>61.9</c:v>
                </c:pt>
                <c:pt idx="1">
                  <c:v>61.3</c:v>
                </c:pt>
                <c:pt idx="2">
                  <c:v>58.1</c:v>
                </c:pt>
                <c:pt idx="3">
                  <c:v>61.5</c:v>
                </c:pt>
                <c:pt idx="4">
                  <c:v>60.2</c:v>
                </c:pt>
                <c:pt idx="5">
                  <c:v>61.1</c:v>
                </c:pt>
                <c:pt idx="6">
                  <c:v>63.1</c:v>
                </c:pt>
                <c:pt idx="7">
                  <c:v>64.8</c:v>
                </c:pt>
                <c:pt idx="8">
                  <c:v>63</c:v>
                </c:pt>
                <c:pt idx="9">
                  <c:v>64.099999999999994</c:v>
                </c:pt>
                <c:pt idx="10">
                  <c:v>62.3</c:v>
                </c:pt>
                <c:pt idx="11">
                  <c:v>62.5</c:v>
                </c:pt>
                <c:pt idx="12">
                  <c:v>60.4</c:v>
                </c:pt>
                <c:pt idx="13">
                  <c:v>61.1</c:v>
                </c:pt>
                <c:pt idx="14">
                  <c:v>60</c:v>
                </c:pt>
                <c:pt idx="15">
                  <c:v>60.6</c:v>
                </c:pt>
                <c:pt idx="16">
                  <c:v>60</c:v>
                </c:pt>
                <c:pt idx="17">
                  <c:v>62.4</c:v>
                </c:pt>
                <c:pt idx="18">
                  <c:v>59.8</c:v>
                </c:pt>
                <c:pt idx="19">
                  <c:v>61.6</c:v>
                </c:pt>
                <c:pt idx="20">
                  <c:v>59.2</c:v>
                </c:pt>
                <c:pt idx="21">
                  <c:v>58.6</c:v>
                </c:pt>
                <c:pt idx="22">
                  <c:v>57.7</c:v>
                </c:pt>
                <c:pt idx="23">
                  <c:v>59.6</c:v>
                </c:pt>
                <c:pt idx="24">
                  <c:v>57.8</c:v>
                </c:pt>
                <c:pt idx="25">
                  <c:v>59.3</c:v>
                </c:pt>
                <c:pt idx="26">
                  <c:v>58</c:v>
                </c:pt>
                <c:pt idx="27">
                  <c:v>61.6</c:v>
                </c:pt>
                <c:pt idx="28">
                  <c:v>63.9</c:v>
                </c:pt>
                <c:pt idx="29">
                  <c:v>65.7</c:v>
                </c:pt>
                <c:pt idx="30">
                  <c:v>69.7</c:v>
                </c:pt>
                <c:pt idx="31">
                  <c:v>71.7</c:v>
                </c:pt>
                <c:pt idx="32">
                  <c:v>72.599999999999994</c:v>
                </c:pt>
                <c:pt idx="33">
                  <c:v>73.3</c:v>
                </c:pt>
                <c:pt idx="34">
                  <c:v>74.2</c:v>
                </c:pt>
                <c:pt idx="35">
                  <c:v>77.400000000000006</c:v>
                </c:pt>
                <c:pt idx="36">
                  <c:v>79.5</c:v>
                </c:pt>
                <c:pt idx="37">
                  <c:v>80.5</c:v>
                </c:pt>
                <c:pt idx="38">
                  <c:v>81.400000000000006</c:v>
                </c:pt>
                <c:pt idx="39">
                  <c:v>82.8</c:v>
                </c:pt>
                <c:pt idx="40">
                  <c:v>83.7</c:v>
                </c:pt>
                <c:pt idx="41">
                  <c:v>85.4</c:v>
                </c:pt>
                <c:pt idx="42">
                  <c:v>84.5</c:v>
                </c:pt>
                <c:pt idx="43">
                  <c:v>84.8</c:v>
                </c:pt>
                <c:pt idx="44">
                  <c:v>84.7</c:v>
                </c:pt>
                <c:pt idx="45">
                  <c:v>84.6</c:v>
                </c:pt>
                <c:pt idx="46">
                  <c:v>85.8</c:v>
                </c:pt>
                <c:pt idx="47">
                  <c:v>86.9</c:v>
                </c:pt>
                <c:pt idx="48">
                  <c:v>85.8</c:v>
                </c:pt>
                <c:pt idx="49">
                  <c:v>91</c:v>
                </c:pt>
                <c:pt idx="50">
                  <c:v>92.1</c:v>
                </c:pt>
                <c:pt idx="51">
                  <c:v>98.1</c:v>
                </c:pt>
                <c:pt idx="52">
                  <c:v>98.9</c:v>
                </c:pt>
                <c:pt idx="53">
                  <c:v>94.8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B2F-4D01-8A87-AECC340C91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8416056"/>
        <c:axId val="448419256"/>
      </c:lineChart>
      <c:date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Offset val="100"/>
        <c:baseTimeUnit val="months"/>
        <c:majorUnit val="2"/>
        <c:majorTimeUnit val="years"/>
      </c:dateAx>
      <c:valAx>
        <c:axId val="448419256"/>
        <c:scaling>
          <c:orientation val="minMax"/>
          <c:max val="140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en-US" dirty="0" err="1"/>
              <a:t>Endividamento</a:t>
            </a:r>
            <a:r>
              <a:rPr lang="en-US" dirty="0"/>
              <a:t> das </a:t>
            </a:r>
            <a:r>
              <a:rPr lang="en-US" dirty="0" err="1"/>
              <a:t>Empresas</a:t>
            </a:r>
            <a:r>
              <a:rPr lang="en-US" dirty="0"/>
              <a:t> (% 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'[Panorama de Renda Variável (2022-05-12).xlsx]Endividamento'!$E$2</c:f>
              <c:strCache>
                <c:ptCount val="1"/>
                <c:pt idx="0">
                  <c:v>Avançadas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(2022-05-12).xlsx]Endividamento'!$A$3:$A$56</c:f>
              <c:numCache>
                <c:formatCode>m/d/yyyy</c:formatCode>
                <c:ptCount val="54"/>
                <c:pt idx="0">
                  <c:v>39508</c:v>
                </c:pt>
                <c:pt idx="1">
                  <c:v>39600</c:v>
                </c:pt>
                <c:pt idx="2">
                  <c:v>39692</c:v>
                </c:pt>
                <c:pt idx="3">
                  <c:v>39783</c:v>
                </c:pt>
                <c:pt idx="4">
                  <c:v>39873</c:v>
                </c:pt>
                <c:pt idx="5">
                  <c:v>39965</c:v>
                </c:pt>
                <c:pt idx="6">
                  <c:v>40057</c:v>
                </c:pt>
                <c:pt idx="7">
                  <c:v>40148</c:v>
                </c:pt>
                <c:pt idx="8">
                  <c:v>40238</c:v>
                </c:pt>
                <c:pt idx="9">
                  <c:v>40330</c:v>
                </c:pt>
                <c:pt idx="10">
                  <c:v>40422</c:v>
                </c:pt>
                <c:pt idx="11">
                  <c:v>40513</c:v>
                </c:pt>
                <c:pt idx="12">
                  <c:v>40603</c:v>
                </c:pt>
                <c:pt idx="13">
                  <c:v>40695</c:v>
                </c:pt>
                <c:pt idx="14">
                  <c:v>40787</c:v>
                </c:pt>
                <c:pt idx="15">
                  <c:v>40878</c:v>
                </c:pt>
                <c:pt idx="16">
                  <c:v>40969</c:v>
                </c:pt>
                <c:pt idx="17">
                  <c:v>41061</c:v>
                </c:pt>
                <c:pt idx="18">
                  <c:v>41153</c:v>
                </c:pt>
                <c:pt idx="19">
                  <c:v>41244</c:v>
                </c:pt>
                <c:pt idx="20">
                  <c:v>41334</c:v>
                </c:pt>
                <c:pt idx="21">
                  <c:v>41426</c:v>
                </c:pt>
                <c:pt idx="22">
                  <c:v>41518</c:v>
                </c:pt>
                <c:pt idx="23">
                  <c:v>41609</c:v>
                </c:pt>
                <c:pt idx="24">
                  <c:v>41699</c:v>
                </c:pt>
                <c:pt idx="25">
                  <c:v>41791</c:v>
                </c:pt>
                <c:pt idx="26">
                  <c:v>41883</c:v>
                </c:pt>
                <c:pt idx="27">
                  <c:v>41974</c:v>
                </c:pt>
                <c:pt idx="28">
                  <c:v>42064</c:v>
                </c:pt>
                <c:pt idx="29">
                  <c:v>42156</c:v>
                </c:pt>
                <c:pt idx="30">
                  <c:v>42248</c:v>
                </c:pt>
                <c:pt idx="31">
                  <c:v>42339</c:v>
                </c:pt>
                <c:pt idx="32">
                  <c:v>42430</c:v>
                </c:pt>
                <c:pt idx="33">
                  <c:v>42522</c:v>
                </c:pt>
                <c:pt idx="34">
                  <c:v>42614</c:v>
                </c:pt>
                <c:pt idx="35">
                  <c:v>42705</c:v>
                </c:pt>
                <c:pt idx="36">
                  <c:v>42795</c:v>
                </c:pt>
                <c:pt idx="37">
                  <c:v>42887</c:v>
                </c:pt>
                <c:pt idx="38">
                  <c:v>42979</c:v>
                </c:pt>
                <c:pt idx="39">
                  <c:v>43070</c:v>
                </c:pt>
                <c:pt idx="40">
                  <c:v>43160</c:v>
                </c:pt>
                <c:pt idx="41">
                  <c:v>43252</c:v>
                </c:pt>
                <c:pt idx="42">
                  <c:v>43344</c:v>
                </c:pt>
                <c:pt idx="43">
                  <c:v>43435</c:v>
                </c:pt>
                <c:pt idx="44">
                  <c:v>43525</c:v>
                </c:pt>
                <c:pt idx="45">
                  <c:v>43617</c:v>
                </c:pt>
                <c:pt idx="46">
                  <c:v>43709</c:v>
                </c:pt>
                <c:pt idx="47">
                  <c:v>43800</c:v>
                </c:pt>
                <c:pt idx="48">
                  <c:v>43891</c:v>
                </c:pt>
                <c:pt idx="49">
                  <c:v>43983</c:v>
                </c:pt>
                <c:pt idx="50">
                  <c:v>44075</c:v>
                </c:pt>
                <c:pt idx="51">
                  <c:v>44166</c:v>
                </c:pt>
                <c:pt idx="52">
                  <c:v>44256</c:v>
                </c:pt>
                <c:pt idx="53">
                  <c:v>44348</c:v>
                </c:pt>
              </c:numCache>
            </c:numRef>
          </c:cat>
          <c:val>
            <c:numRef>
              <c:f>'[Panorama de Renda Variável (2022-05-12).xlsx]Endividamento'!$E$3:$E$56</c:f>
              <c:numCache>
                <c:formatCode>#,##0.00</c:formatCode>
                <c:ptCount val="54"/>
                <c:pt idx="0">
                  <c:v>91.681205969461089</c:v>
                </c:pt>
                <c:pt idx="1">
                  <c:v>89.933016950579358</c:v>
                </c:pt>
                <c:pt idx="2">
                  <c:v>85.007135700804909</c:v>
                </c:pt>
                <c:pt idx="3">
                  <c:v>86.169728759895989</c:v>
                </c:pt>
                <c:pt idx="4">
                  <c:v>85.473439955937565</c:v>
                </c:pt>
                <c:pt idx="5">
                  <c:v>91.481580046007309</c:v>
                </c:pt>
                <c:pt idx="6">
                  <c:v>95.143556594185668</c:v>
                </c:pt>
                <c:pt idx="7">
                  <c:v>92.181338232982824</c:v>
                </c:pt>
                <c:pt idx="8">
                  <c:v>87.952113221633667</c:v>
                </c:pt>
                <c:pt idx="9">
                  <c:v>84.52343489201742</c:v>
                </c:pt>
                <c:pt idx="10">
                  <c:v>89.605414265962253</c:v>
                </c:pt>
                <c:pt idx="11">
                  <c:v>88.917892617095418</c:v>
                </c:pt>
                <c:pt idx="12">
                  <c:v>90.084737094570144</c:v>
                </c:pt>
                <c:pt idx="13">
                  <c:v>89.460008018273285</c:v>
                </c:pt>
                <c:pt idx="14">
                  <c:v>85.640434284427286</c:v>
                </c:pt>
                <c:pt idx="15">
                  <c:v>84.709060408510183</c:v>
                </c:pt>
                <c:pt idx="16">
                  <c:v>86.134858813912203</c:v>
                </c:pt>
                <c:pt idx="17">
                  <c:v>85.026758472262685</c:v>
                </c:pt>
                <c:pt idx="18">
                  <c:v>88.222250692242</c:v>
                </c:pt>
                <c:pt idx="19">
                  <c:v>87.451362178198963</c:v>
                </c:pt>
                <c:pt idx="20">
                  <c:v>85.194796844099741</c:v>
                </c:pt>
                <c:pt idx="21">
                  <c:v>85.424375129838452</c:v>
                </c:pt>
                <c:pt idx="22">
                  <c:v>87.462901995516688</c:v>
                </c:pt>
                <c:pt idx="23">
                  <c:v>87.096616862334955</c:v>
                </c:pt>
                <c:pt idx="24">
                  <c:v>87.973787192256054</c:v>
                </c:pt>
                <c:pt idx="25">
                  <c:v>87.733351303227295</c:v>
                </c:pt>
                <c:pt idx="26">
                  <c:v>83.518618755908051</c:v>
                </c:pt>
                <c:pt idx="27">
                  <c:v>82.145173236030118</c:v>
                </c:pt>
                <c:pt idx="28">
                  <c:v>81.549753073614511</c:v>
                </c:pt>
                <c:pt idx="29">
                  <c:v>84.969536249071567</c:v>
                </c:pt>
                <c:pt idx="30">
                  <c:v>86.540069312913573</c:v>
                </c:pt>
                <c:pt idx="31">
                  <c:v>86.888303059436183</c:v>
                </c:pt>
                <c:pt idx="32">
                  <c:v>90.380164555064852</c:v>
                </c:pt>
                <c:pt idx="33">
                  <c:v>90.379741777486601</c:v>
                </c:pt>
                <c:pt idx="34">
                  <c:v>90.781194471875693</c:v>
                </c:pt>
                <c:pt idx="35">
                  <c:v>86.513462979160863</c:v>
                </c:pt>
                <c:pt idx="36">
                  <c:v>88.565047648825171</c:v>
                </c:pt>
                <c:pt idx="37">
                  <c:v>91.270818950802834</c:v>
                </c:pt>
                <c:pt idx="38">
                  <c:v>92.193381934735768</c:v>
                </c:pt>
                <c:pt idx="39">
                  <c:v>92.127941718129136</c:v>
                </c:pt>
                <c:pt idx="40">
                  <c:v>92.230884585368884</c:v>
                </c:pt>
                <c:pt idx="41">
                  <c:v>89.05230005760869</c:v>
                </c:pt>
                <c:pt idx="42">
                  <c:v>88.489552333766724</c:v>
                </c:pt>
                <c:pt idx="43">
                  <c:v>88.220408346314429</c:v>
                </c:pt>
                <c:pt idx="44">
                  <c:v>88.992987565857305</c:v>
                </c:pt>
                <c:pt idx="45">
                  <c:v>90.674387006114145</c:v>
                </c:pt>
                <c:pt idx="46">
                  <c:v>89.586559195383217</c:v>
                </c:pt>
                <c:pt idx="47">
                  <c:v>90.898959382071382</c:v>
                </c:pt>
                <c:pt idx="48">
                  <c:v>91.47550600158128</c:v>
                </c:pt>
                <c:pt idx="49">
                  <c:v>98.54235819438874</c:v>
                </c:pt>
                <c:pt idx="50">
                  <c:v>100.90336885631747</c:v>
                </c:pt>
                <c:pt idx="51">
                  <c:v>103.76681165156467</c:v>
                </c:pt>
                <c:pt idx="52">
                  <c:v>100.65299182327898</c:v>
                </c:pt>
                <c:pt idx="53">
                  <c:v>97.453487925817996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F2F-4234-A982-C6C1AE5FC792}"/>
            </c:ext>
          </c:extLst>
        </c:ser>
        <c:ser>
          <c:idx val="1"/>
          <c:order val="1"/>
          <c:tx>
            <c:strRef>
              <c:f>'[Panorama de Renda Variável (2022-05-12).xlsx]Endividamento'!$F$2</c:f>
              <c:strCache>
                <c:ptCount val="1"/>
                <c:pt idx="0">
                  <c:v>Emergentes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(2022-05-12).xlsx]Endividamento'!$A$3:$A$56</c:f>
              <c:numCache>
                <c:formatCode>m/d/yyyy</c:formatCode>
                <c:ptCount val="54"/>
                <c:pt idx="0">
                  <c:v>39508</c:v>
                </c:pt>
                <c:pt idx="1">
                  <c:v>39600</c:v>
                </c:pt>
                <c:pt idx="2">
                  <c:v>39692</c:v>
                </c:pt>
                <c:pt idx="3">
                  <c:v>39783</c:v>
                </c:pt>
                <c:pt idx="4">
                  <c:v>39873</c:v>
                </c:pt>
                <c:pt idx="5">
                  <c:v>39965</c:v>
                </c:pt>
                <c:pt idx="6">
                  <c:v>40057</c:v>
                </c:pt>
                <c:pt idx="7">
                  <c:v>40148</c:v>
                </c:pt>
                <c:pt idx="8">
                  <c:v>40238</c:v>
                </c:pt>
                <c:pt idx="9">
                  <c:v>40330</c:v>
                </c:pt>
                <c:pt idx="10">
                  <c:v>40422</c:v>
                </c:pt>
                <c:pt idx="11">
                  <c:v>40513</c:v>
                </c:pt>
                <c:pt idx="12">
                  <c:v>40603</c:v>
                </c:pt>
                <c:pt idx="13">
                  <c:v>40695</c:v>
                </c:pt>
                <c:pt idx="14">
                  <c:v>40787</c:v>
                </c:pt>
                <c:pt idx="15">
                  <c:v>40878</c:v>
                </c:pt>
                <c:pt idx="16">
                  <c:v>40969</c:v>
                </c:pt>
                <c:pt idx="17">
                  <c:v>41061</c:v>
                </c:pt>
                <c:pt idx="18">
                  <c:v>41153</c:v>
                </c:pt>
                <c:pt idx="19">
                  <c:v>41244</c:v>
                </c:pt>
                <c:pt idx="20">
                  <c:v>41334</c:v>
                </c:pt>
                <c:pt idx="21">
                  <c:v>41426</c:v>
                </c:pt>
                <c:pt idx="22">
                  <c:v>41518</c:v>
                </c:pt>
                <c:pt idx="23">
                  <c:v>41609</c:v>
                </c:pt>
                <c:pt idx="24">
                  <c:v>41699</c:v>
                </c:pt>
                <c:pt idx="25">
                  <c:v>41791</c:v>
                </c:pt>
                <c:pt idx="26">
                  <c:v>41883</c:v>
                </c:pt>
                <c:pt idx="27">
                  <c:v>41974</c:v>
                </c:pt>
                <c:pt idx="28">
                  <c:v>42064</c:v>
                </c:pt>
                <c:pt idx="29">
                  <c:v>42156</c:v>
                </c:pt>
                <c:pt idx="30">
                  <c:v>42248</c:v>
                </c:pt>
                <c:pt idx="31">
                  <c:v>42339</c:v>
                </c:pt>
                <c:pt idx="32">
                  <c:v>42430</c:v>
                </c:pt>
                <c:pt idx="33">
                  <c:v>42522</c:v>
                </c:pt>
                <c:pt idx="34">
                  <c:v>42614</c:v>
                </c:pt>
                <c:pt idx="35">
                  <c:v>42705</c:v>
                </c:pt>
                <c:pt idx="36">
                  <c:v>42795</c:v>
                </c:pt>
                <c:pt idx="37">
                  <c:v>42887</c:v>
                </c:pt>
                <c:pt idx="38">
                  <c:v>42979</c:v>
                </c:pt>
                <c:pt idx="39">
                  <c:v>43070</c:v>
                </c:pt>
                <c:pt idx="40">
                  <c:v>43160</c:v>
                </c:pt>
                <c:pt idx="41">
                  <c:v>43252</c:v>
                </c:pt>
                <c:pt idx="42">
                  <c:v>43344</c:v>
                </c:pt>
                <c:pt idx="43">
                  <c:v>43435</c:v>
                </c:pt>
                <c:pt idx="44">
                  <c:v>43525</c:v>
                </c:pt>
                <c:pt idx="45">
                  <c:v>43617</c:v>
                </c:pt>
                <c:pt idx="46">
                  <c:v>43709</c:v>
                </c:pt>
                <c:pt idx="47">
                  <c:v>43800</c:v>
                </c:pt>
                <c:pt idx="48">
                  <c:v>43891</c:v>
                </c:pt>
                <c:pt idx="49">
                  <c:v>43983</c:v>
                </c:pt>
                <c:pt idx="50">
                  <c:v>44075</c:v>
                </c:pt>
                <c:pt idx="51">
                  <c:v>44166</c:v>
                </c:pt>
                <c:pt idx="52">
                  <c:v>44256</c:v>
                </c:pt>
                <c:pt idx="53">
                  <c:v>44348</c:v>
                </c:pt>
              </c:numCache>
            </c:numRef>
          </c:cat>
          <c:val>
            <c:numRef>
              <c:f>'[Panorama de Renda Variável (2022-05-12).xlsx]Endividamento'!$F$3:$F$56</c:f>
              <c:numCache>
                <c:formatCode>#,##0.00</c:formatCode>
                <c:ptCount val="54"/>
                <c:pt idx="0">
                  <c:v>61.733644340640545</c:v>
                </c:pt>
                <c:pt idx="1">
                  <c:v>61.211791792084888</c:v>
                </c:pt>
                <c:pt idx="2">
                  <c:v>58.145644457317267</c:v>
                </c:pt>
                <c:pt idx="3">
                  <c:v>57.320379724224445</c:v>
                </c:pt>
                <c:pt idx="4">
                  <c:v>62.263651536926233</c:v>
                </c:pt>
                <c:pt idx="5">
                  <c:v>69.743993242599302</c:v>
                </c:pt>
                <c:pt idx="6">
                  <c:v>74.778464892510101</c:v>
                </c:pt>
                <c:pt idx="7">
                  <c:v>74.183170372902183</c:v>
                </c:pt>
                <c:pt idx="8">
                  <c:v>72.644925401026157</c:v>
                </c:pt>
                <c:pt idx="9">
                  <c:v>70.902965353415595</c:v>
                </c:pt>
                <c:pt idx="10">
                  <c:v>72.563662228307152</c:v>
                </c:pt>
                <c:pt idx="11">
                  <c:v>72.757610771196951</c:v>
                </c:pt>
                <c:pt idx="12">
                  <c:v>73.218668818446517</c:v>
                </c:pt>
                <c:pt idx="13">
                  <c:v>72.928324813647023</c:v>
                </c:pt>
                <c:pt idx="14">
                  <c:v>69.514663682003601</c:v>
                </c:pt>
                <c:pt idx="15">
                  <c:v>70.52599011300083</c:v>
                </c:pt>
                <c:pt idx="16">
                  <c:v>73.357274061029486</c:v>
                </c:pt>
                <c:pt idx="17">
                  <c:v>73.679075549280029</c:v>
                </c:pt>
                <c:pt idx="18">
                  <c:v>77.543436519435147</c:v>
                </c:pt>
                <c:pt idx="19">
                  <c:v>79.500433167821171</c:v>
                </c:pt>
                <c:pt idx="20">
                  <c:v>82.143334112787386</c:v>
                </c:pt>
                <c:pt idx="21">
                  <c:v>82.756800546475816</c:v>
                </c:pt>
                <c:pt idx="22">
                  <c:v>84.628721859195423</c:v>
                </c:pt>
                <c:pt idx="23">
                  <c:v>86.142954391587622</c:v>
                </c:pt>
                <c:pt idx="24">
                  <c:v>87.501334235079739</c:v>
                </c:pt>
                <c:pt idx="25">
                  <c:v>90.551465064284329</c:v>
                </c:pt>
                <c:pt idx="26">
                  <c:v>89.912089723978511</c:v>
                </c:pt>
                <c:pt idx="27">
                  <c:v>89.302771774184464</c:v>
                </c:pt>
                <c:pt idx="28">
                  <c:v>92.095290761865044</c:v>
                </c:pt>
                <c:pt idx="29">
                  <c:v>95.607352694570466</c:v>
                </c:pt>
                <c:pt idx="30">
                  <c:v>96.379122498129732</c:v>
                </c:pt>
                <c:pt idx="31">
                  <c:v>99.568996749265693</c:v>
                </c:pt>
                <c:pt idx="32">
                  <c:v>104.93184600470713</c:v>
                </c:pt>
                <c:pt idx="33">
                  <c:v>104.67211350720646</c:v>
                </c:pt>
                <c:pt idx="34">
                  <c:v>104.75632272034954</c:v>
                </c:pt>
                <c:pt idx="35">
                  <c:v>101.87844626624376</c:v>
                </c:pt>
                <c:pt idx="36">
                  <c:v>103.99694229729712</c:v>
                </c:pt>
                <c:pt idx="37">
                  <c:v>104.55740297355564</c:v>
                </c:pt>
                <c:pt idx="38">
                  <c:v>105.22560066143676</c:v>
                </c:pt>
                <c:pt idx="39">
                  <c:v>105.75789645165854</c:v>
                </c:pt>
                <c:pt idx="40">
                  <c:v>106.76231377338796</c:v>
                </c:pt>
                <c:pt idx="41">
                  <c:v>99.771742893626012</c:v>
                </c:pt>
                <c:pt idx="42">
                  <c:v>96.638024107790727</c:v>
                </c:pt>
                <c:pt idx="43">
                  <c:v>97.535087172521202</c:v>
                </c:pt>
                <c:pt idx="44">
                  <c:v>103.12526747487732</c:v>
                </c:pt>
                <c:pt idx="45">
                  <c:v>102.9748353434687</c:v>
                </c:pt>
                <c:pt idx="46">
                  <c:v>99.890264694264729</c:v>
                </c:pt>
                <c:pt idx="47">
                  <c:v>102.44124692863237</c:v>
                </c:pt>
                <c:pt idx="48">
                  <c:v>103.98124150474592</c:v>
                </c:pt>
                <c:pt idx="49">
                  <c:v>110.66610983556744</c:v>
                </c:pt>
                <c:pt idx="50">
                  <c:v>115.8031341846341</c:v>
                </c:pt>
                <c:pt idx="51">
                  <c:v>119.8509324449732</c:v>
                </c:pt>
                <c:pt idx="52">
                  <c:v>117.98562873286296</c:v>
                </c:pt>
                <c:pt idx="53">
                  <c:v>115.22444673883585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2F-4234-A982-C6C1AE5FC792}"/>
            </c:ext>
          </c:extLst>
        </c:ser>
        <c:ser>
          <c:idx val="2"/>
          <c:order val="2"/>
          <c:tx>
            <c:strRef>
              <c:f>'[Panorama de Renda Variável (2022-05-12).xlsx]Endividamento'!$G$2</c:f>
              <c:strCache>
                <c:ptCount val="1"/>
                <c:pt idx="0">
                  <c:v>Brasil</c:v>
                </c:pt>
              </c:strCache>
            </c:strRef>
          </c:tx>
          <c:spPr>
            <a:ln w="28575" cap="rnd">
              <a:solidFill>
                <a:srgbClr val="FF7C8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(2022-05-12).xlsx]Endividamento'!$A$3:$A$56</c:f>
              <c:numCache>
                <c:formatCode>m/d/yyyy</c:formatCode>
                <c:ptCount val="54"/>
                <c:pt idx="0">
                  <c:v>39508</c:v>
                </c:pt>
                <c:pt idx="1">
                  <c:v>39600</c:v>
                </c:pt>
                <c:pt idx="2">
                  <c:v>39692</c:v>
                </c:pt>
                <c:pt idx="3">
                  <c:v>39783</c:v>
                </c:pt>
                <c:pt idx="4">
                  <c:v>39873</c:v>
                </c:pt>
                <c:pt idx="5">
                  <c:v>39965</c:v>
                </c:pt>
                <c:pt idx="6">
                  <c:v>40057</c:v>
                </c:pt>
                <c:pt idx="7">
                  <c:v>40148</c:v>
                </c:pt>
                <c:pt idx="8">
                  <c:v>40238</c:v>
                </c:pt>
                <c:pt idx="9">
                  <c:v>40330</c:v>
                </c:pt>
                <c:pt idx="10">
                  <c:v>40422</c:v>
                </c:pt>
                <c:pt idx="11">
                  <c:v>40513</c:v>
                </c:pt>
                <c:pt idx="12">
                  <c:v>40603</c:v>
                </c:pt>
                <c:pt idx="13">
                  <c:v>40695</c:v>
                </c:pt>
                <c:pt idx="14">
                  <c:v>40787</c:v>
                </c:pt>
                <c:pt idx="15">
                  <c:v>40878</c:v>
                </c:pt>
                <c:pt idx="16">
                  <c:v>40969</c:v>
                </c:pt>
                <c:pt idx="17">
                  <c:v>41061</c:v>
                </c:pt>
                <c:pt idx="18">
                  <c:v>41153</c:v>
                </c:pt>
                <c:pt idx="19">
                  <c:v>41244</c:v>
                </c:pt>
                <c:pt idx="20">
                  <c:v>41334</c:v>
                </c:pt>
                <c:pt idx="21">
                  <c:v>41426</c:v>
                </c:pt>
                <c:pt idx="22">
                  <c:v>41518</c:v>
                </c:pt>
                <c:pt idx="23">
                  <c:v>41609</c:v>
                </c:pt>
                <c:pt idx="24">
                  <c:v>41699</c:v>
                </c:pt>
                <c:pt idx="25">
                  <c:v>41791</c:v>
                </c:pt>
                <c:pt idx="26">
                  <c:v>41883</c:v>
                </c:pt>
                <c:pt idx="27">
                  <c:v>41974</c:v>
                </c:pt>
                <c:pt idx="28">
                  <c:v>42064</c:v>
                </c:pt>
                <c:pt idx="29">
                  <c:v>42156</c:v>
                </c:pt>
                <c:pt idx="30">
                  <c:v>42248</c:v>
                </c:pt>
                <c:pt idx="31">
                  <c:v>42339</c:v>
                </c:pt>
                <c:pt idx="32">
                  <c:v>42430</c:v>
                </c:pt>
                <c:pt idx="33">
                  <c:v>42522</c:v>
                </c:pt>
                <c:pt idx="34">
                  <c:v>42614</c:v>
                </c:pt>
                <c:pt idx="35">
                  <c:v>42705</c:v>
                </c:pt>
                <c:pt idx="36">
                  <c:v>42795</c:v>
                </c:pt>
                <c:pt idx="37">
                  <c:v>42887</c:v>
                </c:pt>
                <c:pt idx="38">
                  <c:v>42979</c:v>
                </c:pt>
                <c:pt idx="39">
                  <c:v>43070</c:v>
                </c:pt>
                <c:pt idx="40">
                  <c:v>43160</c:v>
                </c:pt>
                <c:pt idx="41">
                  <c:v>43252</c:v>
                </c:pt>
                <c:pt idx="42">
                  <c:v>43344</c:v>
                </c:pt>
                <c:pt idx="43">
                  <c:v>43435</c:v>
                </c:pt>
                <c:pt idx="44">
                  <c:v>43525</c:v>
                </c:pt>
                <c:pt idx="45">
                  <c:v>43617</c:v>
                </c:pt>
                <c:pt idx="46">
                  <c:v>43709</c:v>
                </c:pt>
                <c:pt idx="47">
                  <c:v>43800</c:v>
                </c:pt>
                <c:pt idx="48">
                  <c:v>43891</c:v>
                </c:pt>
                <c:pt idx="49">
                  <c:v>43983</c:v>
                </c:pt>
                <c:pt idx="50">
                  <c:v>44075</c:v>
                </c:pt>
                <c:pt idx="51">
                  <c:v>44166</c:v>
                </c:pt>
                <c:pt idx="52">
                  <c:v>44256</c:v>
                </c:pt>
                <c:pt idx="53">
                  <c:v>44348</c:v>
                </c:pt>
              </c:numCache>
            </c:numRef>
          </c:cat>
          <c:val>
            <c:numRef>
              <c:f>'[Panorama de Renda Variável (2022-05-12).xlsx]Endividamento'!$G$3:$G$56</c:f>
              <c:numCache>
                <c:formatCode>#,##0.00</c:formatCode>
                <c:ptCount val="54"/>
                <c:pt idx="0">
                  <c:v>48.9</c:v>
                </c:pt>
                <c:pt idx="1">
                  <c:v>50.8</c:v>
                </c:pt>
                <c:pt idx="2">
                  <c:v>52.8</c:v>
                </c:pt>
                <c:pt idx="3">
                  <c:v>55.1</c:v>
                </c:pt>
                <c:pt idx="4">
                  <c:v>54.1</c:v>
                </c:pt>
                <c:pt idx="5">
                  <c:v>54.9</c:v>
                </c:pt>
                <c:pt idx="6">
                  <c:v>56.2</c:v>
                </c:pt>
                <c:pt idx="7">
                  <c:v>57.5</c:v>
                </c:pt>
                <c:pt idx="8">
                  <c:v>55.7</c:v>
                </c:pt>
                <c:pt idx="9">
                  <c:v>55.1</c:v>
                </c:pt>
                <c:pt idx="10">
                  <c:v>57</c:v>
                </c:pt>
                <c:pt idx="11">
                  <c:v>58.5</c:v>
                </c:pt>
                <c:pt idx="12">
                  <c:v>58.4</c:v>
                </c:pt>
                <c:pt idx="13">
                  <c:v>58.8</c:v>
                </c:pt>
                <c:pt idx="14">
                  <c:v>59.5</c:v>
                </c:pt>
                <c:pt idx="15">
                  <c:v>61.8</c:v>
                </c:pt>
                <c:pt idx="16">
                  <c:v>62</c:v>
                </c:pt>
                <c:pt idx="17">
                  <c:v>63.8</c:v>
                </c:pt>
                <c:pt idx="18">
                  <c:v>64.2</c:v>
                </c:pt>
                <c:pt idx="19">
                  <c:v>66.099999999999994</c:v>
                </c:pt>
                <c:pt idx="20">
                  <c:v>66.099999999999994</c:v>
                </c:pt>
                <c:pt idx="21">
                  <c:v>66.599999999999994</c:v>
                </c:pt>
                <c:pt idx="22">
                  <c:v>67.099999999999994</c:v>
                </c:pt>
                <c:pt idx="23">
                  <c:v>68.3</c:v>
                </c:pt>
                <c:pt idx="24">
                  <c:v>67.599999999999994</c:v>
                </c:pt>
                <c:pt idx="25">
                  <c:v>68.599999999999994</c:v>
                </c:pt>
                <c:pt idx="26">
                  <c:v>69.3</c:v>
                </c:pt>
                <c:pt idx="27">
                  <c:v>71</c:v>
                </c:pt>
                <c:pt idx="28">
                  <c:v>71.8</c:v>
                </c:pt>
                <c:pt idx="29">
                  <c:v>73</c:v>
                </c:pt>
                <c:pt idx="30">
                  <c:v>74.7</c:v>
                </c:pt>
                <c:pt idx="31">
                  <c:v>76</c:v>
                </c:pt>
                <c:pt idx="32">
                  <c:v>76.3</c:v>
                </c:pt>
                <c:pt idx="33">
                  <c:v>77</c:v>
                </c:pt>
                <c:pt idx="34">
                  <c:v>76.900000000000006</c:v>
                </c:pt>
                <c:pt idx="35">
                  <c:v>78.3</c:v>
                </c:pt>
                <c:pt idx="36">
                  <c:v>77.400000000000006</c:v>
                </c:pt>
                <c:pt idx="37">
                  <c:v>75.900000000000006</c:v>
                </c:pt>
                <c:pt idx="38">
                  <c:v>77.8</c:v>
                </c:pt>
                <c:pt idx="39">
                  <c:v>76.8</c:v>
                </c:pt>
                <c:pt idx="40">
                  <c:v>76.099999999999994</c:v>
                </c:pt>
                <c:pt idx="41">
                  <c:v>74.3</c:v>
                </c:pt>
                <c:pt idx="42">
                  <c:v>75.2</c:v>
                </c:pt>
                <c:pt idx="43">
                  <c:v>77.900000000000006</c:v>
                </c:pt>
                <c:pt idx="44">
                  <c:v>77.099999999999994</c:v>
                </c:pt>
                <c:pt idx="45">
                  <c:v>78.099999999999994</c:v>
                </c:pt>
                <c:pt idx="46">
                  <c:v>79.2</c:v>
                </c:pt>
                <c:pt idx="47">
                  <c:v>81</c:v>
                </c:pt>
                <c:pt idx="48">
                  <c:v>80.7</c:v>
                </c:pt>
                <c:pt idx="49">
                  <c:v>83.4</c:v>
                </c:pt>
                <c:pt idx="50">
                  <c:v>87</c:v>
                </c:pt>
                <c:pt idx="51">
                  <c:v>90.8</c:v>
                </c:pt>
                <c:pt idx="52">
                  <c:v>90.1</c:v>
                </c:pt>
                <c:pt idx="53">
                  <c:v>89.1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F2F-4234-A982-C6C1AE5FC7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8416056"/>
        <c:axId val="448419256"/>
      </c:lineChart>
      <c:date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Offset val="100"/>
        <c:baseTimeUnit val="months"/>
        <c:majorUnit val="2"/>
        <c:majorTimeUnit val="years"/>
      </c:dateAx>
      <c:valAx>
        <c:axId val="448419256"/>
        <c:scaling>
          <c:orientation val="minMax"/>
          <c:max val="140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en-US" dirty="0" err="1"/>
              <a:t>Endividamento</a:t>
            </a:r>
            <a:r>
              <a:rPr lang="en-US" dirty="0"/>
              <a:t> das </a:t>
            </a:r>
            <a:r>
              <a:rPr lang="en-US" dirty="0" err="1"/>
              <a:t>Famílias</a:t>
            </a:r>
            <a:r>
              <a:rPr lang="en-US" dirty="0"/>
              <a:t> (% PIB)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'[Panorama de Renda Variável (2022-05-12).xlsx]Endividamento'!$H$2</c:f>
              <c:strCache>
                <c:ptCount val="1"/>
                <c:pt idx="0">
                  <c:v>Avançadas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(2022-05-12).xlsx]Endividamento'!$A$3:$A$56</c:f>
              <c:numCache>
                <c:formatCode>m/d/yyyy</c:formatCode>
                <c:ptCount val="54"/>
                <c:pt idx="0">
                  <c:v>39508</c:v>
                </c:pt>
                <c:pt idx="1">
                  <c:v>39600</c:v>
                </c:pt>
                <c:pt idx="2">
                  <c:v>39692</c:v>
                </c:pt>
                <c:pt idx="3">
                  <c:v>39783</c:v>
                </c:pt>
                <c:pt idx="4">
                  <c:v>39873</c:v>
                </c:pt>
                <c:pt idx="5">
                  <c:v>39965</c:v>
                </c:pt>
                <c:pt idx="6">
                  <c:v>40057</c:v>
                </c:pt>
                <c:pt idx="7">
                  <c:v>40148</c:v>
                </c:pt>
                <c:pt idx="8">
                  <c:v>40238</c:v>
                </c:pt>
                <c:pt idx="9">
                  <c:v>40330</c:v>
                </c:pt>
                <c:pt idx="10">
                  <c:v>40422</c:v>
                </c:pt>
                <c:pt idx="11">
                  <c:v>40513</c:v>
                </c:pt>
                <c:pt idx="12">
                  <c:v>40603</c:v>
                </c:pt>
                <c:pt idx="13">
                  <c:v>40695</c:v>
                </c:pt>
                <c:pt idx="14">
                  <c:v>40787</c:v>
                </c:pt>
                <c:pt idx="15">
                  <c:v>40878</c:v>
                </c:pt>
                <c:pt idx="16">
                  <c:v>40969</c:v>
                </c:pt>
                <c:pt idx="17">
                  <c:v>41061</c:v>
                </c:pt>
                <c:pt idx="18">
                  <c:v>41153</c:v>
                </c:pt>
                <c:pt idx="19">
                  <c:v>41244</c:v>
                </c:pt>
                <c:pt idx="20">
                  <c:v>41334</c:v>
                </c:pt>
                <c:pt idx="21">
                  <c:v>41426</c:v>
                </c:pt>
                <c:pt idx="22">
                  <c:v>41518</c:v>
                </c:pt>
                <c:pt idx="23">
                  <c:v>41609</c:v>
                </c:pt>
                <c:pt idx="24">
                  <c:v>41699</c:v>
                </c:pt>
                <c:pt idx="25">
                  <c:v>41791</c:v>
                </c:pt>
                <c:pt idx="26">
                  <c:v>41883</c:v>
                </c:pt>
                <c:pt idx="27">
                  <c:v>41974</c:v>
                </c:pt>
                <c:pt idx="28">
                  <c:v>42064</c:v>
                </c:pt>
                <c:pt idx="29">
                  <c:v>42156</c:v>
                </c:pt>
                <c:pt idx="30">
                  <c:v>42248</c:v>
                </c:pt>
                <c:pt idx="31">
                  <c:v>42339</c:v>
                </c:pt>
                <c:pt idx="32">
                  <c:v>42430</c:v>
                </c:pt>
                <c:pt idx="33">
                  <c:v>42522</c:v>
                </c:pt>
                <c:pt idx="34">
                  <c:v>42614</c:v>
                </c:pt>
                <c:pt idx="35">
                  <c:v>42705</c:v>
                </c:pt>
                <c:pt idx="36">
                  <c:v>42795</c:v>
                </c:pt>
                <c:pt idx="37">
                  <c:v>42887</c:v>
                </c:pt>
                <c:pt idx="38">
                  <c:v>42979</c:v>
                </c:pt>
                <c:pt idx="39">
                  <c:v>43070</c:v>
                </c:pt>
                <c:pt idx="40">
                  <c:v>43160</c:v>
                </c:pt>
                <c:pt idx="41">
                  <c:v>43252</c:v>
                </c:pt>
                <c:pt idx="42">
                  <c:v>43344</c:v>
                </c:pt>
                <c:pt idx="43">
                  <c:v>43435</c:v>
                </c:pt>
                <c:pt idx="44">
                  <c:v>43525</c:v>
                </c:pt>
                <c:pt idx="45">
                  <c:v>43617</c:v>
                </c:pt>
                <c:pt idx="46">
                  <c:v>43709</c:v>
                </c:pt>
                <c:pt idx="47">
                  <c:v>43800</c:v>
                </c:pt>
                <c:pt idx="48">
                  <c:v>43891</c:v>
                </c:pt>
                <c:pt idx="49">
                  <c:v>43983</c:v>
                </c:pt>
                <c:pt idx="50">
                  <c:v>44075</c:v>
                </c:pt>
                <c:pt idx="51">
                  <c:v>44166</c:v>
                </c:pt>
                <c:pt idx="52">
                  <c:v>44256</c:v>
                </c:pt>
                <c:pt idx="53">
                  <c:v>44348</c:v>
                </c:pt>
              </c:numCache>
            </c:numRef>
          </c:cat>
          <c:val>
            <c:numRef>
              <c:f>'[Panorama de Renda Variável (2022-05-12).xlsx]Endividamento'!$H$3:$H$56</c:f>
              <c:numCache>
                <c:formatCode>#,##0.00</c:formatCode>
                <c:ptCount val="54"/>
                <c:pt idx="0">
                  <c:v>83.823616584371649</c:v>
                </c:pt>
                <c:pt idx="1">
                  <c:v>81.658988234737336</c:v>
                </c:pt>
                <c:pt idx="2">
                  <c:v>77.462827264755518</c:v>
                </c:pt>
                <c:pt idx="3">
                  <c:v>76.296110861789671</c:v>
                </c:pt>
                <c:pt idx="4">
                  <c:v>76.406009100409349</c:v>
                </c:pt>
                <c:pt idx="5">
                  <c:v>82.231811458320976</c:v>
                </c:pt>
                <c:pt idx="6">
                  <c:v>85.608236390447416</c:v>
                </c:pt>
                <c:pt idx="7">
                  <c:v>84.149736906384959</c:v>
                </c:pt>
                <c:pt idx="8">
                  <c:v>80.741912479061682</c:v>
                </c:pt>
                <c:pt idx="9">
                  <c:v>78.295636442433178</c:v>
                </c:pt>
                <c:pt idx="10">
                  <c:v>81.890673071162297</c:v>
                </c:pt>
                <c:pt idx="11">
                  <c:v>81.698745039903301</c:v>
                </c:pt>
                <c:pt idx="12">
                  <c:v>82.241115375325208</c:v>
                </c:pt>
                <c:pt idx="13">
                  <c:v>81.328028771428066</c:v>
                </c:pt>
                <c:pt idx="14">
                  <c:v>77.568670266599923</c:v>
                </c:pt>
                <c:pt idx="15">
                  <c:v>76.339224176053918</c:v>
                </c:pt>
                <c:pt idx="16">
                  <c:v>76.517116111328775</c:v>
                </c:pt>
                <c:pt idx="17">
                  <c:v>75.614630637263573</c:v>
                </c:pt>
                <c:pt idx="18">
                  <c:v>77.584871570614652</c:v>
                </c:pt>
                <c:pt idx="19">
                  <c:v>77.170542951767786</c:v>
                </c:pt>
                <c:pt idx="20">
                  <c:v>75.31053778483242</c:v>
                </c:pt>
                <c:pt idx="21">
                  <c:v>75.050338628465525</c:v>
                </c:pt>
                <c:pt idx="22">
                  <c:v>76.552813848414132</c:v>
                </c:pt>
                <c:pt idx="23">
                  <c:v>76.643923590963922</c:v>
                </c:pt>
                <c:pt idx="24">
                  <c:v>76.353513165149295</c:v>
                </c:pt>
                <c:pt idx="25">
                  <c:v>76.138635804056904</c:v>
                </c:pt>
                <c:pt idx="26">
                  <c:v>72.627376375919212</c:v>
                </c:pt>
                <c:pt idx="27">
                  <c:v>71.431948089025497</c:v>
                </c:pt>
                <c:pt idx="28">
                  <c:v>69.560056114510743</c:v>
                </c:pt>
                <c:pt idx="29">
                  <c:v>72.552378708314194</c:v>
                </c:pt>
                <c:pt idx="30">
                  <c:v>73.320998060303509</c:v>
                </c:pt>
                <c:pt idx="31">
                  <c:v>73.628172918069751</c:v>
                </c:pt>
                <c:pt idx="32">
                  <c:v>75.281456989790513</c:v>
                </c:pt>
                <c:pt idx="33">
                  <c:v>74.986636482029184</c:v>
                </c:pt>
                <c:pt idx="34">
                  <c:v>75.164783835120133</c:v>
                </c:pt>
                <c:pt idx="35">
                  <c:v>72.486420790536414</c:v>
                </c:pt>
                <c:pt idx="36">
                  <c:v>73.411801808537675</c:v>
                </c:pt>
                <c:pt idx="37">
                  <c:v>75.466473704496849</c:v>
                </c:pt>
                <c:pt idx="38">
                  <c:v>76.207861893862429</c:v>
                </c:pt>
                <c:pt idx="39">
                  <c:v>75.870574751249606</c:v>
                </c:pt>
                <c:pt idx="40">
                  <c:v>75.217608641453438</c:v>
                </c:pt>
                <c:pt idx="41">
                  <c:v>72.459868568700074</c:v>
                </c:pt>
                <c:pt idx="42">
                  <c:v>72.280646445935105</c:v>
                </c:pt>
                <c:pt idx="43">
                  <c:v>72.147074676134466</c:v>
                </c:pt>
                <c:pt idx="44">
                  <c:v>72.134193251605041</c:v>
                </c:pt>
                <c:pt idx="45">
                  <c:v>73.110305844548975</c:v>
                </c:pt>
                <c:pt idx="46">
                  <c:v>72.193011061346112</c:v>
                </c:pt>
                <c:pt idx="47">
                  <c:v>73.612206000337764</c:v>
                </c:pt>
                <c:pt idx="48">
                  <c:v>72.198359811865615</c:v>
                </c:pt>
                <c:pt idx="49">
                  <c:v>75.556958221359437</c:v>
                </c:pt>
                <c:pt idx="50">
                  <c:v>78.045840348922468</c:v>
                </c:pt>
                <c:pt idx="51">
                  <c:v>81.019362958969083</c:v>
                </c:pt>
                <c:pt idx="52">
                  <c:v>78.924560459317178</c:v>
                </c:pt>
                <c:pt idx="53">
                  <c:v>77.106834324379307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78-4630-9DCE-A016B981DC00}"/>
            </c:ext>
          </c:extLst>
        </c:ser>
        <c:ser>
          <c:idx val="1"/>
          <c:order val="1"/>
          <c:tx>
            <c:strRef>
              <c:f>'[Panorama de Renda Variável (2022-05-12).xlsx]Endividamento'!$I$2</c:f>
              <c:strCache>
                <c:ptCount val="1"/>
                <c:pt idx="0">
                  <c:v>Emergentes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(2022-05-12).xlsx]Endividamento'!$A$3:$A$56</c:f>
              <c:numCache>
                <c:formatCode>m/d/yyyy</c:formatCode>
                <c:ptCount val="54"/>
                <c:pt idx="0">
                  <c:v>39508</c:v>
                </c:pt>
                <c:pt idx="1">
                  <c:v>39600</c:v>
                </c:pt>
                <c:pt idx="2">
                  <c:v>39692</c:v>
                </c:pt>
                <c:pt idx="3">
                  <c:v>39783</c:v>
                </c:pt>
                <c:pt idx="4">
                  <c:v>39873</c:v>
                </c:pt>
                <c:pt idx="5">
                  <c:v>39965</c:v>
                </c:pt>
                <c:pt idx="6">
                  <c:v>40057</c:v>
                </c:pt>
                <c:pt idx="7">
                  <c:v>40148</c:v>
                </c:pt>
                <c:pt idx="8">
                  <c:v>40238</c:v>
                </c:pt>
                <c:pt idx="9">
                  <c:v>40330</c:v>
                </c:pt>
                <c:pt idx="10">
                  <c:v>40422</c:v>
                </c:pt>
                <c:pt idx="11">
                  <c:v>40513</c:v>
                </c:pt>
                <c:pt idx="12">
                  <c:v>40603</c:v>
                </c:pt>
                <c:pt idx="13">
                  <c:v>40695</c:v>
                </c:pt>
                <c:pt idx="14">
                  <c:v>40787</c:v>
                </c:pt>
                <c:pt idx="15">
                  <c:v>40878</c:v>
                </c:pt>
                <c:pt idx="16">
                  <c:v>40969</c:v>
                </c:pt>
                <c:pt idx="17">
                  <c:v>41061</c:v>
                </c:pt>
                <c:pt idx="18">
                  <c:v>41153</c:v>
                </c:pt>
                <c:pt idx="19">
                  <c:v>41244</c:v>
                </c:pt>
                <c:pt idx="20">
                  <c:v>41334</c:v>
                </c:pt>
                <c:pt idx="21">
                  <c:v>41426</c:v>
                </c:pt>
                <c:pt idx="22">
                  <c:v>41518</c:v>
                </c:pt>
                <c:pt idx="23">
                  <c:v>41609</c:v>
                </c:pt>
                <c:pt idx="24">
                  <c:v>41699</c:v>
                </c:pt>
                <c:pt idx="25">
                  <c:v>41791</c:v>
                </c:pt>
                <c:pt idx="26">
                  <c:v>41883</c:v>
                </c:pt>
                <c:pt idx="27">
                  <c:v>41974</c:v>
                </c:pt>
                <c:pt idx="28">
                  <c:v>42064</c:v>
                </c:pt>
                <c:pt idx="29">
                  <c:v>42156</c:v>
                </c:pt>
                <c:pt idx="30">
                  <c:v>42248</c:v>
                </c:pt>
                <c:pt idx="31">
                  <c:v>42339</c:v>
                </c:pt>
                <c:pt idx="32">
                  <c:v>42430</c:v>
                </c:pt>
                <c:pt idx="33">
                  <c:v>42522</c:v>
                </c:pt>
                <c:pt idx="34">
                  <c:v>42614</c:v>
                </c:pt>
                <c:pt idx="35">
                  <c:v>42705</c:v>
                </c:pt>
                <c:pt idx="36">
                  <c:v>42795</c:v>
                </c:pt>
                <c:pt idx="37">
                  <c:v>42887</c:v>
                </c:pt>
                <c:pt idx="38">
                  <c:v>42979</c:v>
                </c:pt>
                <c:pt idx="39">
                  <c:v>43070</c:v>
                </c:pt>
                <c:pt idx="40">
                  <c:v>43160</c:v>
                </c:pt>
                <c:pt idx="41">
                  <c:v>43252</c:v>
                </c:pt>
                <c:pt idx="42">
                  <c:v>43344</c:v>
                </c:pt>
                <c:pt idx="43">
                  <c:v>43435</c:v>
                </c:pt>
                <c:pt idx="44">
                  <c:v>43525</c:v>
                </c:pt>
                <c:pt idx="45">
                  <c:v>43617</c:v>
                </c:pt>
                <c:pt idx="46">
                  <c:v>43709</c:v>
                </c:pt>
                <c:pt idx="47">
                  <c:v>43800</c:v>
                </c:pt>
                <c:pt idx="48">
                  <c:v>43891</c:v>
                </c:pt>
                <c:pt idx="49">
                  <c:v>43983</c:v>
                </c:pt>
                <c:pt idx="50">
                  <c:v>44075</c:v>
                </c:pt>
                <c:pt idx="51">
                  <c:v>44166</c:v>
                </c:pt>
                <c:pt idx="52">
                  <c:v>44256</c:v>
                </c:pt>
                <c:pt idx="53">
                  <c:v>44348</c:v>
                </c:pt>
              </c:numCache>
            </c:numRef>
          </c:cat>
          <c:val>
            <c:numRef>
              <c:f>'[Panorama de Renda Variável (2022-05-12).xlsx]Endividamento'!$I$3:$I$56</c:f>
              <c:numCache>
                <c:formatCode>#,##0.00</c:formatCode>
                <c:ptCount val="54"/>
                <c:pt idx="0">
                  <c:v>25.655510571136791</c:v>
                </c:pt>
                <c:pt idx="1">
                  <c:v>25.069825920106947</c:v>
                </c:pt>
                <c:pt idx="2">
                  <c:v>22.96737059406119</c:v>
                </c:pt>
                <c:pt idx="3">
                  <c:v>21.803262582395643</c:v>
                </c:pt>
                <c:pt idx="4">
                  <c:v>22.177126761037837</c:v>
                </c:pt>
                <c:pt idx="5">
                  <c:v>25.374223146812142</c:v>
                </c:pt>
                <c:pt idx="6">
                  <c:v>27.921758410005125</c:v>
                </c:pt>
                <c:pt idx="7">
                  <c:v>28.190339397996471</c:v>
                </c:pt>
                <c:pt idx="8">
                  <c:v>28.190165241674659</c:v>
                </c:pt>
                <c:pt idx="9">
                  <c:v>27.296672445567001</c:v>
                </c:pt>
                <c:pt idx="10">
                  <c:v>28.764209876042024</c:v>
                </c:pt>
                <c:pt idx="11">
                  <c:v>29.084229220694173</c:v>
                </c:pt>
                <c:pt idx="12">
                  <c:v>29.248392254911799</c:v>
                </c:pt>
                <c:pt idx="13">
                  <c:v>29.310116187862395</c:v>
                </c:pt>
                <c:pt idx="14">
                  <c:v>27.140372997633683</c:v>
                </c:pt>
                <c:pt idx="15">
                  <c:v>27.320927941922747</c:v>
                </c:pt>
                <c:pt idx="16">
                  <c:v>28.151464808594135</c:v>
                </c:pt>
                <c:pt idx="17">
                  <c:v>27.857185916941564</c:v>
                </c:pt>
                <c:pt idx="18">
                  <c:v>29.414214706325765</c:v>
                </c:pt>
                <c:pt idx="19">
                  <c:v>30.11859269293722</c:v>
                </c:pt>
                <c:pt idx="20">
                  <c:v>30.451566466897866</c:v>
                </c:pt>
                <c:pt idx="21">
                  <c:v>30.368435743819788</c:v>
                </c:pt>
                <c:pt idx="22">
                  <c:v>31.014248031879738</c:v>
                </c:pt>
                <c:pt idx="23">
                  <c:v>31.496562693565807</c:v>
                </c:pt>
                <c:pt idx="24">
                  <c:v>31.832660551218055</c:v>
                </c:pt>
                <c:pt idx="25">
                  <c:v>32.808436306586238</c:v>
                </c:pt>
                <c:pt idx="26">
                  <c:v>32.308381648797202</c:v>
                </c:pt>
                <c:pt idx="27">
                  <c:v>31.998533380974958</c:v>
                </c:pt>
                <c:pt idx="28">
                  <c:v>32.221469702481926</c:v>
                </c:pt>
                <c:pt idx="29">
                  <c:v>33.47256319810419</c:v>
                </c:pt>
                <c:pt idx="30">
                  <c:v>33.304119351562775</c:v>
                </c:pt>
                <c:pt idx="31">
                  <c:v>34.224510458631393</c:v>
                </c:pt>
                <c:pt idx="32">
                  <c:v>36.322609923572287</c:v>
                </c:pt>
                <c:pt idx="33">
                  <c:v>37.403254166804103</c:v>
                </c:pt>
                <c:pt idx="34">
                  <c:v>38.560439248153969</c:v>
                </c:pt>
                <c:pt idx="35">
                  <c:v>37.998471382847896</c:v>
                </c:pt>
                <c:pt idx="36">
                  <c:v>39.269856332925052</c:v>
                </c:pt>
                <c:pt idx="37">
                  <c:v>40.202907243352222</c:v>
                </c:pt>
                <c:pt idx="38">
                  <c:v>41.173880184316907</c:v>
                </c:pt>
                <c:pt idx="39">
                  <c:v>42.145744048482065</c:v>
                </c:pt>
                <c:pt idx="40">
                  <c:v>42.681972985452163</c:v>
                </c:pt>
                <c:pt idx="41">
                  <c:v>40.467949190806742</c:v>
                </c:pt>
                <c:pt idx="42">
                  <c:v>40.331578630676006</c:v>
                </c:pt>
                <c:pt idx="43">
                  <c:v>41.596254798071506</c:v>
                </c:pt>
                <c:pt idx="44">
                  <c:v>43.569809647180577</c:v>
                </c:pt>
                <c:pt idx="45">
                  <c:v>44.258232394631378</c:v>
                </c:pt>
                <c:pt idx="46">
                  <c:v>43.527427095551296</c:v>
                </c:pt>
                <c:pt idx="47">
                  <c:v>45.385134832999626</c:v>
                </c:pt>
                <c:pt idx="48">
                  <c:v>44.327307350768777</c:v>
                </c:pt>
                <c:pt idx="49">
                  <c:v>47.465788527698152</c:v>
                </c:pt>
                <c:pt idx="50">
                  <c:v>50.637260533310865</c:v>
                </c:pt>
                <c:pt idx="51">
                  <c:v>53.911041703664417</c:v>
                </c:pt>
                <c:pt idx="52">
                  <c:v>52.855085739568587</c:v>
                </c:pt>
                <c:pt idx="53">
                  <c:v>51.975185400251377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78-4630-9DCE-A016B981DC00}"/>
            </c:ext>
          </c:extLst>
        </c:ser>
        <c:ser>
          <c:idx val="2"/>
          <c:order val="2"/>
          <c:tx>
            <c:strRef>
              <c:f>'[Panorama de Renda Variável (2022-05-12).xlsx]Endividamento'!$J$2</c:f>
              <c:strCache>
                <c:ptCount val="1"/>
                <c:pt idx="0">
                  <c:v>Brasil</c:v>
                </c:pt>
              </c:strCache>
            </c:strRef>
          </c:tx>
          <c:spPr>
            <a:ln w="28575" cap="rnd">
              <a:solidFill>
                <a:srgbClr val="FF7C8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(2022-05-12).xlsx]Endividamento'!$A$3:$A$56</c:f>
              <c:numCache>
                <c:formatCode>m/d/yyyy</c:formatCode>
                <c:ptCount val="54"/>
                <c:pt idx="0">
                  <c:v>39508</c:v>
                </c:pt>
                <c:pt idx="1">
                  <c:v>39600</c:v>
                </c:pt>
                <c:pt idx="2">
                  <c:v>39692</c:v>
                </c:pt>
                <c:pt idx="3">
                  <c:v>39783</c:v>
                </c:pt>
                <c:pt idx="4">
                  <c:v>39873</c:v>
                </c:pt>
                <c:pt idx="5">
                  <c:v>39965</c:v>
                </c:pt>
                <c:pt idx="6">
                  <c:v>40057</c:v>
                </c:pt>
                <c:pt idx="7">
                  <c:v>40148</c:v>
                </c:pt>
                <c:pt idx="8">
                  <c:v>40238</c:v>
                </c:pt>
                <c:pt idx="9">
                  <c:v>40330</c:v>
                </c:pt>
                <c:pt idx="10">
                  <c:v>40422</c:v>
                </c:pt>
                <c:pt idx="11">
                  <c:v>40513</c:v>
                </c:pt>
                <c:pt idx="12">
                  <c:v>40603</c:v>
                </c:pt>
                <c:pt idx="13">
                  <c:v>40695</c:v>
                </c:pt>
                <c:pt idx="14">
                  <c:v>40787</c:v>
                </c:pt>
                <c:pt idx="15">
                  <c:v>40878</c:v>
                </c:pt>
                <c:pt idx="16">
                  <c:v>40969</c:v>
                </c:pt>
                <c:pt idx="17">
                  <c:v>41061</c:v>
                </c:pt>
                <c:pt idx="18">
                  <c:v>41153</c:v>
                </c:pt>
                <c:pt idx="19">
                  <c:v>41244</c:v>
                </c:pt>
                <c:pt idx="20">
                  <c:v>41334</c:v>
                </c:pt>
                <c:pt idx="21">
                  <c:v>41426</c:v>
                </c:pt>
                <c:pt idx="22">
                  <c:v>41518</c:v>
                </c:pt>
                <c:pt idx="23">
                  <c:v>41609</c:v>
                </c:pt>
                <c:pt idx="24">
                  <c:v>41699</c:v>
                </c:pt>
                <c:pt idx="25">
                  <c:v>41791</c:v>
                </c:pt>
                <c:pt idx="26">
                  <c:v>41883</c:v>
                </c:pt>
                <c:pt idx="27">
                  <c:v>41974</c:v>
                </c:pt>
                <c:pt idx="28">
                  <c:v>42064</c:v>
                </c:pt>
                <c:pt idx="29">
                  <c:v>42156</c:v>
                </c:pt>
                <c:pt idx="30">
                  <c:v>42248</c:v>
                </c:pt>
                <c:pt idx="31">
                  <c:v>42339</c:v>
                </c:pt>
                <c:pt idx="32">
                  <c:v>42430</c:v>
                </c:pt>
                <c:pt idx="33">
                  <c:v>42522</c:v>
                </c:pt>
                <c:pt idx="34">
                  <c:v>42614</c:v>
                </c:pt>
                <c:pt idx="35">
                  <c:v>42705</c:v>
                </c:pt>
                <c:pt idx="36">
                  <c:v>42795</c:v>
                </c:pt>
                <c:pt idx="37">
                  <c:v>42887</c:v>
                </c:pt>
                <c:pt idx="38">
                  <c:v>42979</c:v>
                </c:pt>
                <c:pt idx="39">
                  <c:v>43070</c:v>
                </c:pt>
                <c:pt idx="40">
                  <c:v>43160</c:v>
                </c:pt>
                <c:pt idx="41">
                  <c:v>43252</c:v>
                </c:pt>
                <c:pt idx="42">
                  <c:v>43344</c:v>
                </c:pt>
                <c:pt idx="43">
                  <c:v>43435</c:v>
                </c:pt>
                <c:pt idx="44">
                  <c:v>43525</c:v>
                </c:pt>
                <c:pt idx="45">
                  <c:v>43617</c:v>
                </c:pt>
                <c:pt idx="46">
                  <c:v>43709</c:v>
                </c:pt>
                <c:pt idx="47">
                  <c:v>43800</c:v>
                </c:pt>
                <c:pt idx="48">
                  <c:v>43891</c:v>
                </c:pt>
                <c:pt idx="49">
                  <c:v>43983</c:v>
                </c:pt>
                <c:pt idx="50">
                  <c:v>44075</c:v>
                </c:pt>
                <c:pt idx="51">
                  <c:v>44166</c:v>
                </c:pt>
                <c:pt idx="52">
                  <c:v>44256</c:v>
                </c:pt>
                <c:pt idx="53">
                  <c:v>44348</c:v>
                </c:pt>
              </c:numCache>
            </c:numRef>
          </c:cat>
          <c:val>
            <c:numRef>
              <c:f>'[Panorama de Renda Variável (2022-05-12).xlsx]Endividamento'!$J$3:$J$56</c:f>
              <c:numCache>
                <c:formatCode>#,##0.00</c:formatCode>
                <c:ptCount val="54"/>
                <c:pt idx="0">
                  <c:v>31</c:v>
                </c:pt>
                <c:pt idx="1">
                  <c:v>32.299999999999997</c:v>
                </c:pt>
                <c:pt idx="2">
                  <c:v>33.700000000000003</c:v>
                </c:pt>
                <c:pt idx="3">
                  <c:v>35.299999999999997</c:v>
                </c:pt>
                <c:pt idx="4">
                  <c:v>34.6</c:v>
                </c:pt>
                <c:pt idx="5">
                  <c:v>34.799999999999997</c:v>
                </c:pt>
                <c:pt idx="6">
                  <c:v>35.4</c:v>
                </c:pt>
                <c:pt idx="7">
                  <c:v>35.799999999999997</c:v>
                </c:pt>
                <c:pt idx="8">
                  <c:v>34.5</c:v>
                </c:pt>
                <c:pt idx="9">
                  <c:v>34</c:v>
                </c:pt>
                <c:pt idx="10">
                  <c:v>35</c:v>
                </c:pt>
                <c:pt idx="11">
                  <c:v>35.6</c:v>
                </c:pt>
                <c:pt idx="12">
                  <c:v>35.6</c:v>
                </c:pt>
                <c:pt idx="13">
                  <c:v>36</c:v>
                </c:pt>
                <c:pt idx="14">
                  <c:v>36.4</c:v>
                </c:pt>
                <c:pt idx="15">
                  <c:v>37.799999999999997</c:v>
                </c:pt>
                <c:pt idx="16">
                  <c:v>38</c:v>
                </c:pt>
                <c:pt idx="17">
                  <c:v>39.200000000000003</c:v>
                </c:pt>
                <c:pt idx="18">
                  <c:v>39.6</c:v>
                </c:pt>
                <c:pt idx="19">
                  <c:v>40.799999999999997</c:v>
                </c:pt>
                <c:pt idx="20">
                  <c:v>40.700000000000003</c:v>
                </c:pt>
                <c:pt idx="21">
                  <c:v>41</c:v>
                </c:pt>
                <c:pt idx="22">
                  <c:v>41.3</c:v>
                </c:pt>
                <c:pt idx="23">
                  <c:v>41.9</c:v>
                </c:pt>
                <c:pt idx="24">
                  <c:v>41.4</c:v>
                </c:pt>
                <c:pt idx="25">
                  <c:v>41.9</c:v>
                </c:pt>
                <c:pt idx="26">
                  <c:v>42.3</c:v>
                </c:pt>
                <c:pt idx="27">
                  <c:v>43.2</c:v>
                </c:pt>
                <c:pt idx="28">
                  <c:v>44</c:v>
                </c:pt>
                <c:pt idx="29">
                  <c:v>45.1</c:v>
                </c:pt>
                <c:pt idx="30">
                  <c:v>46.4</c:v>
                </c:pt>
                <c:pt idx="31">
                  <c:v>47.5</c:v>
                </c:pt>
                <c:pt idx="32">
                  <c:v>47.4</c:v>
                </c:pt>
                <c:pt idx="33">
                  <c:v>47.4</c:v>
                </c:pt>
                <c:pt idx="34">
                  <c:v>47</c:v>
                </c:pt>
                <c:pt idx="35">
                  <c:v>47.5</c:v>
                </c:pt>
                <c:pt idx="36">
                  <c:v>46.7</c:v>
                </c:pt>
                <c:pt idx="37">
                  <c:v>45.6</c:v>
                </c:pt>
                <c:pt idx="38">
                  <c:v>46.4</c:v>
                </c:pt>
                <c:pt idx="39">
                  <c:v>45.6</c:v>
                </c:pt>
                <c:pt idx="40">
                  <c:v>45.2</c:v>
                </c:pt>
                <c:pt idx="41">
                  <c:v>44.1</c:v>
                </c:pt>
                <c:pt idx="42">
                  <c:v>44.7</c:v>
                </c:pt>
                <c:pt idx="43">
                  <c:v>46.3</c:v>
                </c:pt>
                <c:pt idx="44">
                  <c:v>45.8</c:v>
                </c:pt>
                <c:pt idx="45">
                  <c:v>46.4</c:v>
                </c:pt>
                <c:pt idx="46">
                  <c:v>47.1</c:v>
                </c:pt>
                <c:pt idx="47">
                  <c:v>48.2</c:v>
                </c:pt>
                <c:pt idx="48">
                  <c:v>48</c:v>
                </c:pt>
                <c:pt idx="49">
                  <c:v>49.5</c:v>
                </c:pt>
                <c:pt idx="50">
                  <c:v>51.7</c:v>
                </c:pt>
                <c:pt idx="51">
                  <c:v>54</c:v>
                </c:pt>
                <c:pt idx="52">
                  <c:v>53.6</c:v>
                </c:pt>
                <c:pt idx="53">
                  <c:v>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F78-4630-9DCE-A016B981D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8416056"/>
        <c:axId val="448419256"/>
      </c:lineChart>
      <c:date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Offset val="100"/>
        <c:baseTimeUnit val="months"/>
        <c:majorUnit val="2"/>
        <c:majorTimeUnit val="years"/>
      </c:dateAx>
      <c:valAx>
        <c:axId val="448419256"/>
        <c:scaling>
          <c:orientation val="minMax"/>
          <c:max val="140"/>
          <c:min val="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pt-BR" dirty="0"/>
              <a:t>Fluxo de Capitais Estrangeiros Anual</a:t>
            </a:r>
            <a:r>
              <a:rPr lang="pt-BR" baseline="0" dirty="0"/>
              <a:t> para a Economia Brasileira (US$, bilhões)</a:t>
            </a:r>
            <a:endParaRPr lang="pt-B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1"/>
          <c:order val="1"/>
          <c:tx>
            <c:strRef>
              <c:f>'[Panorama de Renda Variável (2022-05-12).xlsx]Fluxo de Capitais'!$C$1</c:f>
              <c:strCache>
                <c:ptCount val="1"/>
                <c:pt idx="0">
                  <c:v>Renda Variável</c:v>
                </c:pt>
              </c:strCache>
            </c:strRef>
          </c:tx>
          <c:spPr>
            <a:solidFill>
              <a:srgbClr val="92D050"/>
            </a:solidFill>
            <a:ln w="28575" cap="rnd">
              <a:noFill/>
              <a:round/>
            </a:ln>
            <a:effectLst/>
          </c:spPr>
          <c:invertIfNegative val="0"/>
          <c:cat>
            <c:numRef>
              <c:f>'[Panorama de Renda Variável (2022-05-12).xlsx]Fluxo de Capitais'!$A$2:$A$28</c:f>
              <c:numCache>
                <c:formatCode>0</c:formatCode>
                <c:ptCount val="27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  <c:pt idx="3">
                  <c:v>1999</c:v>
                </c:pt>
                <c:pt idx="4">
                  <c:v>2000</c:v>
                </c:pt>
                <c:pt idx="5">
                  <c:v>2001</c:v>
                </c:pt>
                <c:pt idx="6">
                  <c:v>2002</c:v>
                </c:pt>
                <c:pt idx="7">
                  <c:v>2003</c:v>
                </c:pt>
                <c:pt idx="8">
                  <c:v>2004</c:v>
                </c:pt>
                <c:pt idx="9">
                  <c:v>2005</c:v>
                </c:pt>
                <c:pt idx="10">
                  <c:v>2006</c:v>
                </c:pt>
                <c:pt idx="11">
                  <c:v>2007</c:v>
                </c:pt>
                <c:pt idx="12">
                  <c:v>2008</c:v>
                </c:pt>
                <c:pt idx="13">
                  <c:v>2009</c:v>
                </c:pt>
                <c:pt idx="14">
                  <c:v>2010</c:v>
                </c:pt>
                <c:pt idx="15">
                  <c:v>2011</c:v>
                </c:pt>
                <c:pt idx="16">
                  <c:v>2012</c:v>
                </c:pt>
                <c:pt idx="17">
                  <c:v>2013</c:v>
                </c:pt>
                <c:pt idx="18">
                  <c:v>2014</c:v>
                </c:pt>
                <c:pt idx="19">
                  <c:v>2015</c:v>
                </c:pt>
                <c:pt idx="20">
                  <c:v>2016</c:v>
                </c:pt>
                <c:pt idx="21">
                  <c:v>2017</c:v>
                </c:pt>
                <c:pt idx="22">
                  <c:v>2018</c:v>
                </c:pt>
                <c:pt idx="23">
                  <c:v>2019</c:v>
                </c:pt>
                <c:pt idx="24">
                  <c:v>2020</c:v>
                </c:pt>
                <c:pt idx="25">
                  <c:v>2021</c:v>
                </c:pt>
                <c:pt idx="26">
                  <c:v>2022</c:v>
                </c:pt>
              </c:numCache>
            </c:numRef>
          </c:cat>
          <c:val>
            <c:numRef>
              <c:f>'[Panorama de Renda Variável (2022-05-12).xlsx]Fluxo de Capitais'!$C$2:$C$28</c:f>
              <c:numCache>
                <c:formatCode>#,##0.00</c:formatCode>
                <c:ptCount val="27"/>
                <c:pt idx="0">
                  <c:v>6.1453979999999993</c:v>
                </c:pt>
                <c:pt idx="1">
                  <c:v>6.8707370000000001</c:v>
                </c:pt>
                <c:pt idx="2">
                  <c:v>0.99473000000000034</c:v>
                </c:pt>
                <c:pt idx="3">
                  <c:v>2.5715089999999994</c:v>
                </c:pt>
                <c:pt idx="4">
                  <c:v>3.0759137566406252</c:v>
                </c:pt>
                <c:pt idx="5">
                  <c:v>2.4812009399999999</c:v>
                </c:pt>
                <c:pt idx="6">
                  <c:v>1.9807425400000005</c:v>
                </c:pt>
                <c:pt idx="7">
                  <c:v>2.97260481</c:v>
                </c:pt>
                <c:pt idx="8">
                  <c:v>2.0809331600000007</c:v>
                </c:pt>
                <c:pt idx="9">
                  <c:v>6.4512523099999992</c:v>
                </c:pt>
                <c:pt idx="10">
                  <c:v>7.7158134745095754</c:v>
                </c:pt>
                <c:pt idx="11">
                  <c:v>26.217335943550033</c:v>
                </c:pt>
                <c:pt idx="12">
                  <c:v>-7.5653674499713581</c:v>
                </c:pt>
                <c:pt idx="13">
                  <c:v>37.071238199999996</c:v>
                </c:pt>
                <c:pt idx="14">
                  <c:v>37.673913733980001</c:v>
                </c:pt>
                <c:pt idx="15">
                  <c:v>7.1885807211000028</c:v>
                </c:pt>
                <c:pt idx="16">
                  <c:v>5.6041703062700003</c:v>
                </c:pt>
                <c:pt idx="17">
                  <c:v>11.135851725200002</c:v>
                </c:pt>
                <c:pt idx="18">
                  <c:v>10.656111498990002</c:v>
                </c:pt>
                <c:pt idx="19">
                  <c:v>6.5465823065399968</c:v>
                </c:pt>
                <c:pt idx="20">
                  <c:v>6.7950122617100011</c:v>
                </c:pt>
                <c:pt idx="21">
                  <c:v>2.9629382377300004</c:v>
                </c:pt>
                <c:pt idx="22">
                  <c:v>-2.2125314538100036</c:v>
                </c:pt>
                <c:pt idx="23">
                  <c:v>-4.7185305765000107</c:v>
                </c:pt>
                <c:pt idx="24">
                  <c:v>-4.6178139352000009</c:v>
                </c:pt>
                <c:pt idx="25">
                  <c:v>5.2457483241100036</c:v>
                </c:pt>
                <c:pt idx="26">
                  <c:v>8.7049890905400034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35-4426-B068-A690AC2435B7}"/>
            </c:ext>
          </c:extLst>
        </c:ser>
        <c:ser>
          <c:idx val="2"/>
          <c:order val="2"/>
          <c:tx>
            <c:strRef>
              <c:f>'[Panorama de Renda Variável (2022-05-12).xlsx]Fluxo de Capitais'!$D$1</c:f>
              <c:strCache>
                <c:ptCount val="1"/>
                <c:pt idx="0">
                  <c:v>Fundos de Investimentos</c:v>
                </c:pt>
              </c:strCache>
            </c:strRef>
          </c:tx>
          <c:spPr>
            <a:solidFill>
              <a:srgbClr val="FF7C80"/>
            </a:solidFill>
            <a:ln w="28575" cap="rnd">
              <a:noFill/>
              <a:round/>
            </a:ln>
            <a:effectLst/>
          </c:spPr>
          <c:invertIfNegative val="0"/>
          <c:cat>
            <c:numRef>
              <c:f>'[Panorama de Renda Variável (2022-05-12).xlsx]Fluxo de Capitais'!$A$2:$A$28</c:f>
              <c:numCache>
                <c:formatCode>0</c:formatCode>
                <c:ptCount val="27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  <c:pt idx="3">
                  <c:v>1999</c:v>
                </c:pt>
                <c:pt idx="4">
                  <c:v>2000</c:v>
                </c:pt>
                <c:pt idx="5">
                  <c:v>2001</c:v>
                </c:pt>
                <c:pt idx="6">
                  <c:v>2002</c:v>
                </c:pt>
                <c:pt idx="7">
                  <c:v>2003</c:v>
                </c:pt>
                <c:pt idx="8">
                  <c:v>2004</c:v>
                </c:pt>
                <c:pt idx="9">
                  <c:v>2005</c:v>
                </c:pt>
                <c:pt idx="10">
                  <c:v>2006</c:v>
                </c:pt>
                <c:pt idx="11">
                  <c:v>2007</c:v>
                </c:pt>
                <c:pt idx="12">
                  <c:v>2008</c:v>
                </c:pt>
                <c:pt idx="13">
                  <c:v>2009</c:v>
                </c:pt>
                <c:pt idx="14">
                  <c:v>2010</c:v>
                </c:pt>
                <c:pt idx="15">
                  <c:v>2011</c:v>
                </c:pt>
                <c:pt idx="16">
                  <c:v>2012</c:v>
                </c:pt>
                <c:pt idx="17">
                  <c:v>2013</c:v>
                </c:pt>
                <c:pt idx="18">
                  <c:v>2014</c:v>
                </c:pt>
                <c:pt idx="19">
                  <c:v>2015</c:v>
                </c:pt>
                <c:pt idx="20">
                  <c:v>2016</c:v>
                </c:pt>
                <c:pt idx="21">
                  <c:v>2017</c:v>
                </c:pt>
                <c:pt idx="22">
                  <c:v>2018</c:v>
                </c:pt>
                <c:pt idx="23">
                  <c:v>2019</c:v>
                </c:pt>
                <c:pt idx="24">
                  <c:v>2020</c:v>
                </c:pt>
                <c:pt idx="25">
                  <c:v>2021</c:v>
                </c:pt>
                <c:pt idx="26">
                  <c:v>2022</c:v>
                </c:pt>
              </c:numCache>
            </c:numRef>
          </c:cat>
          <c:val>
            <c:numRef>
              <c:f>'[Panorama de Renda Variável (2022-05-12).xlsx]Fluxo de Capitais'!$D$2:$D$28</c:f>
              <c:numCache>
                <c:formatCode>#,##0.00</c:formatCode>
                <c:ptCount val="2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-2.6308127599999997E-3</c:v>
                </c:pt>
                <c:pt idx="15">
                  <c:v>-1.4633426760000002E-2</c:v>
                </c:pt>
                <c:pt idx="16">
                  <c:v>-2.4129948700000008E-3</c:v>
                </c:pt>
                <c:pt idx="17">
                  <c:v>-9.4802449899999992E-3</c:v>
                </c:pt>
                <c:pt idx="18">
                  <c:v>0.83681014681000021</c:v>
                </c:pt>
                <c:pt idx="19">
                  <c:v>3.2402920798299997</c:v>
                </c:pt>
                <c:pt idx="20">
                  <c:v>4.2448185879200002</c:v>
                </c:pt>
                <c:pt idx="21">
                  <c:v>2.7105969824600002</c:v>
                </c:pt>
                <c:pt idx="22">
                  <c:v>-0.84955965830000013</c:v>
                </c:pt>
                <c:pt idx="23">
                  <c:v>2.9087823854300003</c:v>
                </c:pt>
                <c:pt idx="24">
                  <c:v>-0.58827068371000069</c:v>
                </c:pt>
                <c:pt idx="25">
                  <c:v>-0.17646435086000029</c:v>
                </c:pt>
                <c:pt idx="26">
                  <c:v>-0.29362357887000007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35-4426-B068-A690AC2435B7}"/>
            </c:ext>
          </c:extLst>
        </c:ser>
        <c:ser>
          <c:idx val="3"/>
          <c:order val="3"/>
          <c:tx>
            <c:strRef>
              <c:f>'[Panorama de Renda Variável (2022-05-12).xlsx]Fluxo de Capitais'!$E$1</c:f>
              <c:strCache>
                <c:ptCount val="1"/>
                <c:pt idx="0">
                  <c:v>Renda Fixa</c:v>
                </c:pt>
              </c:strCache>
            </c:strRef>
          </c:tx>
          <c:spPr>
            <a:solidFill>
              <a:srgbClr val="FFC000"/>
            </a:solidFill>
            <a:ln w="28575" cap="rnd">
              <a:noFill/>
              <a:round/>
            </a:ln>
            <a:effectLst/>
          </c:spPr>
          <c:invertIfNegative val="0"/>
          <c:cat>
            <c:numRef>
              <c:f>'[Panorama de Renda Variável (2022-05-12).xlsx]Fluxo de Capitais'!$A$2:$A$28</c:f>
              <c:numCache>
                <c:formatCode>0</c:formatCode>
                <c:ptCount val="27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  <c:pt idx="3">
                  <c:v>1999</c:v>
                </c:pt>
                <c:pt idx="4">
                  <c:v>2000</c:v>
                </c:pt>
                <c:pt idx="5">
                  <c:v>2001</c:v>
                </c:pt>
                <c:pt idx="6">
                  <c:v>2002</c:v>
                </c:pt>
                <c:pt idx="7">
                  <c:v>2003</c:v>
                </c:pt>
                <c:pt idx="8">
                  <c:v>2004</c:v>
                </c:pt>
                <c:pt idx="9">
                  <c:v>2005</c:v>
                </c:pt>
                <c:pt idx="10">
                  <c:v>2006</c:v>
                </c:pt>
                <c:pt idx="11">
                  <c:v>2007</c:v>
                </c:pt>
                <c:pt idx="12">
                  <c:v>2008</c:v>
                </c:pt>
                <c:pt idx="13">
                  <c:v>2009</c:v>
                </c:pt>
                <c:pt idx="14">
                  <c:v>2010</c:v>
                </c:pt>
                <c:pt idx="15">
                  <c:v>2011</c:v>
                </c:pt>
                <c:pt idx="16">
                  <c:v>2012</c:v>
                </c:pt>
                <c:pt idx="17">
                  <c:v>2013</c:v>
                </c:pt>
                <c:pt idx="18">
                  <c:v>2014</c:v>
                </c:pt>
                <c:pt idx="19">
                  <c:v>2015</c:v>
                </c:pt>
                <c:pt idx="20">
                  <c:v>2016</c:v>
                </c:pt>
                <c:pt idx="21">
                  <c:v>2017</c:v>
                </c:pt>
                <c:pt idx="22">
                  <c:v>2018</c:v>
                </c:pt>
                <c:pt idx="23">
                  <c:v>2019</c:v>
                </c:pt>
                <c:pt idx="24">
                  <c:v>2020</c:v>
                </c:pt>
                <c:pt idx="25">
                  <c:v>2021</c:v>
                </c:pt>
                <c:pt idx="26">
                  <c:v>2022</c:v>
                </c:pt>
              </c:numCache>
            </c:numRef>
          </c:cat>
          <c:val>
            <c:numRef>
              <c:f>'[Panorama de Renda Variável (2022-05-12).xlsx]Fluxo de Capitais'!$E$2:$E$28</c:f>
              <c:numCache>
                <c:formatCode>#,##0.00</c:formatCode>
                <c:ptCount val="27"/>
                <c:pt idx="0">
                  <c:v>15.876266999999999</c:v>
                </c:pt>
                <c:pt idx="1">
                  <c:v>4.0371989999999993</c:v>
                </c:pt>
                <c:pt idx="2">
                  <c:v>17.587475000000001</c:v>
                </c:pt>
                <c:pt idx="3">
                  <c:v>0.97085600000000172</c:v>
                </c:pt>
                <c:pt idx="4">
                  <c:v>5.574865658105467</c:v>
                </c:pt>
                <c:pt idx="5">
                  <c:v>-1.6090761800000002</c:v>
                </c:pt>
                <c:pt idx="6">
                  <c:v>-6.7781677628124992</c:v>
                </c:pt>
                <c:pt idx="7">
                  <c:v>2.1561529300000006</c:v>
                </c:pt>
                <c:pt idx="8">
                  <c:v>-6.0764995199999987</c:v>
                </c:pt>
                <c:pt idx="9">
                  <c:v>0.20407602374999984</c:v>
                </c:pt>
                <c:pt idx="10">
                  <c:v>1.359794078615425</c:v>
                </c:pt>
                <c:pt idx="11">
                  <c:v>22.192053617494221</c:v>
                </c:pt>
                <c:pt idx="12">
                  <c:v>8.6185228002088294</c:v>
                </c:pt>
                <c:pt idx="13">
                  <c:v>10.943891851648379</c:v>
                </c:pt>
                <c:pt idx="14">
                  <c:v>33.976848552349999</c:v>
                </c:pt>
                <c:pt idx="15">
                  <c:v>17.218264570990005</c:v>
                </c:pt>
                <c:pt idx="16">
                  <c:v>17.626725740639998</c:v>
                </c:pt>
                <c:pt idx="17">
                  <c:v>30.136549424189997</c:v>
                </c:pt>
                <c:pt idx="18">
                  <c:v>32.745326609530004</c:v>
                </c:pt>
                <c:pt idx="19">
                  <c:v>4.4831204933599977</c:v>
                </c:pt>
                <c:pt idx="20">
                  <c:v>-31.671798088630002</c:v>
                </c:pt>
                <c:pt idx="21">
                  <c:v>-11.026761231099997</c:v>
                </c:pt>
                <c:pt idx="22">
                  <c:v>-3.3406201036799965</c:v>
                </c:pt>
                <c:pt idx="23">
                  <c:v>-8.4114651761500063</c:v>
                </c:pt>
                <c:pt idx="24">
                  <c:v>3.3256158504099975</c:v>
                </c:pt>
                <c:pt idx="25">
                  <c:v>15.789072054489999</c:v>
                </c:pt>
                <c:pt idx="26">
                  <c:v>10.752330012720002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35-4426-B068-A690AC243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8416056"/>
        <c:axId val="448419256"/>
      </c:barChart>
      <c:lineChart>
        <c:grouping val="standard"/>
        <c:varyColors val="0"/>
        <c:ser>
          <c:idx val="0"/>
          <c:order val="0"/>
          <c:tx>
            <c:strRef>
              <c:f>'[Panorama de Renda Variável (2022-05-12).xlsx]Fluxo de Capitais'!$B$1</c:f>
              <c:strCache>
                <c:ptCount val="1"/>
                <c:pt idx="0">
                  <c:v>Total</c:v>
                </c:pt>
              </c:strCache>
            </c:strRef>
          </c:tx>
          <c:spPr>
            <a:ln w="12700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ysClr val="windowText" lastClr="000000"/>
              </a:solidFill>
              <a:ln w="12700">
                <a:solidFill>
                  <a:sysClr val="windowText" lastClr="000000"/>
                </a:solidFill>
              </a:ln>
              <a:effectLst/>
            </c:spPr>
          </c:marker>
          <c:cat>
            <c:numRef>
              <c:f>'[Panorama de Renda Variável (2022-05-12).xlsx]Fluxo de Capitais'!$A$2:$A$28</c:f>
              <c:numCache>
                <c:formatCode>0</c:formatCode>
                <c:ptCount val="27"/>
                <c:pt idx="0">
                  <c:v>1996</c:v>
                </c:pt>
                <c:pt idx="1">
                  <c:v>1997</c:v>
                </c:pt>
                <c:pt idx="2">
                  <c:v>1998</c:v>
                </c:pt>
                <c:pt idx="3">
                  <c:v>1999</c:v>
                </c:pt>
                <c:pt idx="4">
                  <c:v>2000</c:v>
                </c:pt>
                <c:pt idx="5">
                  <c:v>2001</c:v>
                </c:pt>
                <c:pt idx="6">
                  <c:v>2002</c:v>
                </c:pt>
                <c:pt idx="7">
                  <c:v>2003</c:v>
                </c:pt>
                <c:pt idx="8">
                  <c:v>2004</c:v>
                </c:pt>
                <c:pt idx="9">
                  <c:v>2005</c:v>
                </c:pt>
                <c:pt idx="10">
                  <c:v>2006</c:v>
                </c:pt>
                <c:pt idx="11">
                  <c:v>2007</c:v>
                </c:pt>
                <c:pt idx="12">
                  <c:v>2008</c:v>
                </c:pt>
                <c:pt idx="13">
                  <c:v>2009</c:v>
                </c:pt>
                <c:pt idx="14">
                  <c:v>2010</c:v>
                </c:pt>
                <c:pt idx="15">
                  <c:v>2011</c:v>
                </c:pt>
                <c:pt idx="16">
                  <c:v>2012</c:v>
                </c:pt>
                <c:pt idx="17">
                  <c:v>2013</c:v>
                </c:pt>
                <c:pt idx="18">
                  <c:v>2014</c:v>
                </c:pt>
                <c:pt idx="19">
                  <c:v>2015</c:v>
                </c:pt>
                <c:pt idx="20">
                  <c:v>2016</c:v>
                </c:pt>
                <c:pt idx="21">
                  <c:v>2017</c:v>
                </c:pt>
                <c:pt idx="22">
                  <c:v>2018</c:v>
                </c:pt>
                <c:pt idx="23">
                  <c:v>2019</c:v>
                </c:pt>
                <c:pt idx="24">
                  <c:v>2020</c:v>
                </c:pt>
                <c:pt idx="25">
                  <c:v>2021</c:v>
                </c:pt>
                <c:pt idx="26">
                  <c:v>2022</c:v>
                </c:pt>
              </c:numCache>
            </c:numRef>
          </c:cat>
          <c:val>
            <c:numRef>
              <c:f>'[Panorama de Renda Variável (2022-05-12).xlsx]Fluxo de Capitais'!$B$2:$B$28</c:f>
              <c:numCache>
                <c:formatCode>#,##0.00</c:formatCode>
                <c:ptCount val="27"/>
                <c:pt idx="0">
                  <c:v>22.021664999999999</c:v>
                </c:pt>
                <c:pt idx="1">
                  <c:v>10.907936000000001</c:v>
                </c:pt>
                <c:pt idx="2">
                  <c:v>18.582204999999998</c:v>
                </c:pt>
                <c:pt idx="3">
                  <c:v>3.5423650000000007</c:v>
                </c:pt>
                <c:pt idx="4">
                  <c:v>8.6507794147460952</c:v>
                </c:pt>
                <c:pt idx="5">
                  <c:v>0.87212475999999994</c:v>
                </c:pt>
                <c:pt idx="6">
                  <c:v>-4.7974252228124996</c:v>
                </c:pt>
                <c:pt idx="7">
                  <c:v>5.1287577399999993</c:v>
                </c:pt>
                <c:pt idx="8">
                  <c:v>-3.995566359999998</c:v>
                </c:pt>
                <c:pt idx="9">
                  <c:v>6.6553283337499982</c:v>
                </c:pt>
                <c:pt idx="10">
                  <c:v>9.0756075531249998</c:v>
                </c:pt>
                <c:pt idx="11">
                  <c:v>48.40938956104425</c:v>
                </c:pt>
                <c:pt idx="12">
                  <c:v>1.0531553502374722</c:v>
                </c:pt>
                <c:pt idx="13">
                  <c:v>48.015130051648384</c:v>
                </c:pt>
                <c:pt idx="14">
                  <c:v>71.648131473570004</c:v>
                </c:pt>
                <c:pt idx="15">
                  <c:v>24.392211865330005</c:v>
                </c:pt>
                <c:pt idx="16">
                  <c:v>23.228483052040005</c:v>
                </c:pt>
                <c:pt idx="17">
                  <c:v>41.262920904400005</c:v>
                </c:pt>
                <c:pt idx="18">
                  <c:v>44.238248255329992</c:v>
                </c:pt>
                <c:pt idx="19">
                  <c:v>14.26999487973</c:v>
                </c:pt>
                <c:pt idx="20">
                  <c:v>-20.631967239000002</c:v>
                </c:pt>
                <c:pt idx="21">
                  <c:v>-5.3532260109099949</c:v>
                </c:pt>
                <c:pt idx="22">
                  <c:v>-6.4027112157900001</c:v>
                </c:pt>
                <c:pt idx="23">
                  <c:v>-10.22121336722002</c:v>
                </c:pt>
                <c:pt idx="24">
                  <c:v>-1.8804687684999983</c:v>
                </c:pt>
                <c:pt idx="25">
                  <c:v>20.858356027740001</c:v>
                </c:pt>
                <c:pt idx="26">
                  <c:v>19.163695524390004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935-4426-B068-A690AC2435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8416056"/>
        <c:axId val="448419256"/>
      </c:lineChart>
      <c:cat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Algn val="ctr"/>
        <c:lblOffset val="100"/>
        <c:tickLblSkip val="1"/>
        <c:noMultiLvlLbl val="0"/>
      </c:catAx>
      <c:valAx>
        <c:axId val="448419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en-US"/>
              <a:t>Desempenho do Crescimento do Produto Interno Bruto (%, anual)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'[Panorama de Renda Variável (2022-05-12).xlsx]Crescimento do PIB'!$B$1</c:f>
              <c:strCache>
                <c:ptCount val="1"/>
                <c:pt idx="0">
                  <c:v>Demanda Privada</c:v>
                </c:pt>
              </c:strCache>
            </c:strRef>
          </c:tx>
          <c:spPr>
            <a:solidFill>
              <a:srgbClr val="92D050"/>
            </a:solidFill>
            <a:ln w="28575" cap="rnd">
              <a:solidFill>
                <a:srgbClr val="92D050"/>
              </a:solidFill>
              <a:round/>
            </a:ln>
            <a:effectLst/>
          </c:spPr>
          <c:invertIfNegative val="0"/>
          <c:cat>
            <c:numRef>
              <c:f>'[Panorama de Renda Variável (2022-05-12).xlsx]Crescimento do PIB'!$A$2:$A$105</c:f>
              <c:numCache>
                <c:formatCode>m/d/yyyy</c:formatCode>
                <c:ptCount val="104"/>
                <c:pt idx="0">
                  <c:v>35125</c:v>
                </c:pt>
                <c:pt idx="1">
                  <c:v>35217</c:v>
                </c:pt>
                <c:pt idx="2">
                  <c:v>35309</c:v>
                </c:pt>
                <c:pt idx="3">
                  <c:v>35400</c:v>
                </c:pt>
                <c:pt idx="4">
                  <c:v>35490</c:v>
                </c:pt>
                <c:pt idx="5">
                  <c:v>35582</c:v>
                </c:pt>
                <c:pt idx="6">
                  <c:v>35674</c:v>
                </c:pt>
                <c:pt idx="7">
                  <c:v>35765</c:v>
                </c:pt>
                <c:pt idx="8">
                  <c:v>35855</c:v>
                </c:pt>
                <c:pt idx="9">
                  <c:v>35947</c:v>
                </c:pt>
                <c:pt idx="10">
                  <c:v>36039</c:v>
                </c:pt>
                <c:pt idx="11">
                  <c:v>36130</c:v>
                </c:pt>
                <c:pt idx="12">
                  <c:v>36220</c:v>
                </c:pt>
                <c:pt idx="13">
                  <c:v>36312</c:v>
                </c:pt>
                <c:pt idx="14">
                  <c:v>36404</c:v>
                </c:pt>
                <c:pt idx="15">
                  <c:v>36495</c:v>
                </c:pt>
                <c:pt idx="16">
                  <c:v>36586</c:v>
                </c:pt>
                <c:pt idx="17">
                  <c:v>36678</c:v>
                </c:pt>
                <c:pt idx="18">
                  <c:v>36770</c:v>
                </c:pt>
                <c:pt idx="19">
                  <c:v>36861</c:v>
                </c:pt>
                <c:pt idx="20">
                  <c:v>36951</c:v>
                </c:pt>
                <c:pt idx="21">
                  <c:v>37043</c:v>
                </c:pt>
                <c:pt idx="22">
                  <c:v>37135</c:v>
                </c:pt>
                <c:pt idx="23">
                  <c:v>37226</c:v>
                </c:pt>
                <c:pt idx="24">
                  <c:v>37316</c:v>
                </c:pt>
                <c:pt idx="25">
                  <c:v>37408</c:v>
                </c:pt>
                <c:pt idx="26">
                  <c:v>37500</c:v>
                </c:pt>
                <c:pt idx="27">
                  <c:v>37591</c:v>
                </c:pt>
                <c:pt idx="28">
                  <c:v>37681</c:v>
                </c:pt>
                <c:pt idx="29">
                  <c:v>37773</c:v>
                </c:pt>
                <c:pt idx="30">
                  <c:v>37865</c:v>
                </c:pt>
                <c:pt idx="31">
                  <c:v>37956</c:v>
                </c:pt>
                <c:pt idx="32">
                  <c:v>38047</c:v>
                </c:pt>
                <c:pt idx="33">
                  <c:v>38139</c:v>
                </c:pt>
                <c:pt idx="34">
                  <c:v>38231</c:v>
                </c:pt>
                <c:pt idx="35">
                  <c:v>38322</c:v>
                </c:pt>
                <c:pt idx="36">
                  <c:v>38412</c:v>
                </c:pt>
                <c:pt idx="37">
                  <c:v>38504</c:v>
                </c:pt>
                <c:pt idx="38">
                  <c:v>38596</c:v>
                </c:pt>
                <c:pt idx="39">
                  <c:v>38687</c:v>
                </c:pt>
                <c:pt idx="40">
                  <c:v>38777</c:v>
                </c:pt>
                <c:pt idx="41">
                  <c:v>38869</c:v>
                </c:pt>
                <c:pt idx="42">
                  <c:v>38961</c:v>
                </c:pt>
                <c:pt idx="43">
                  <c:v>39052</c:v>
                </c:pt>
                <c:pt idx="44">
                  <c:v>39142</c:v>
                </c:pt>
                <c:pt idx="45">
                  <c:v>39234</c:v>
                </c:pt>
                <c:pt idx="46">
                  <c:v>39326</c:v>
                </c:pt>
                <c:pt idx="47">
                  <c:v>39417</c:v>
                </c:pt>
                <c:pt idx="48">
                  <c:v>39508</c:v>
                </c:pt>
                <c:pt idx="49">
                  <c:v>39600</c:v>
                </c:pt>
                <c:pt idx="50">
                  <c:v>39692</c:v>
                </c:pt>
                <c:pt idx="51">
                  <c:v>39783</c:v>
                </c:pt>
                <c:pt idx="52">
                  <c:v>39873</c:v>
                </c:pt>
                <c:pt idx="53">
                  <c:v>39965</c:v>
                </c:pt>
                <c:pt idx="54">
                  <c:v>40057</c:v>
                </c:pt>
                <c:pt idx="55">
                  <c:v>40148</c:v>
                </c:pt>
                <c:pt idx="56">
                  <c:v>40238</c:v>
                </c:pt>
                <c:pt idx="57">
                  <c:v>40330</c:v>
                </c:pt>
                <c:pt idx="58">
                  <c:v>40422</c:v>
                </c:pt>
                <c:pt idx="59">
                  <c:v>40513</c:v>
                </c:pt>
                <c:pt idx="60">
                  <c:v>40603</c:v>
                </c:pt>
                <c:pt idx="61">
                  <c:v>40695</c:v>
                </c:pt>
                <c:pt idx="62">
                  <c:v>40787</c:v>
                </c:pt>
                <c:pt idx="63">
                  <c:v>40878</c:v>
                </c:pt>
                <c:pt idx="64">
                  <c:v>40969</c:v>
                </c:pt>
                <c:pt idx="65">
                  <c:v>41061</c:v>
                </c:pt>
                <c:pt idx="66">
                  <c:v>41153</c:v>
                </c:pt>
                <c:pt idx="67">
                  <c:v>41244</c:v>
                </c:pt>
                <c:pt idx="68">
                  <c:v>41334</c:v>
                </c:pt>
                <c:pt idx="69">
                  <c:v>41426</c:v>
                </c:pt>
                <c:pt idx="70">
                  <c:v>41518</c:v>
                </c:pt>
                <c:pt idx="71">
                  <c:v>41609</c:v>
                </c:pt>
                <c:pt idx="72">
                  <c:v>41699</c:v>
                </c:pt>
                <c:pt idx="73">
                  <c:v>41791</c:v>
                </c:pt>
                <c:pt idx="74">
                  <c:v>41883</c:v>
                </c:pt>
                <c:pt idx="75">
                  <c:v>41974</c:v>
                </c:pt>
                <c:pt idx="76">
                  <c:v>42064</c:v>
                </c:pt>
                <c:pt idx="77">
                  <c:v>42156</c:v>
                </c:pt>
                <c:pt idx="78">
                  <c:v>42248</c:v>
                </c:pt>
                <c:pt idx="79">
                  <c:v>42339</c:v>
                </c:pt>
                <c:pt idx="80">
                  <c:v>42430</c:v>
                </c:pt>
                <c:pt idx="81">
                  <c:v>42522</c:v>
                </c:pt>
                <c:pt idx="82">
                  <c:v>42614</c:v>
                </c:pt>
                <c:pt idx="83">
                  <c:v>42705</c:v>
                </c:pt>
                <c:pt idx="84">
                  <c:v>42795</c:v>
                </c:pt>
                <c:pt idx="85">
                  <c:v>42887</c:v>
                </c:pt>
                <c:pt idx="86">
                  <c:v>42979</c:v>
                </c:pt>
                <c:pt idx="87">
                  <c:v>43070</c:v>
                </c:pt>
                <c:pt idx="88">
                  <c:v>43160</c:v>
                </c:pt>
                <c:pt idx="89">
                  <c:v>43252</c:v>
                </c:pt>
                <c:pt idx="90">
                  <c:v>43344</c:v>
                </c:pt>
                <c:pt idx="91">
                  <c:v>43435</c:v>
                </c:pt>
                <c:pt idx="92">
                  <c:v>43525</c:v>
                </c:pt>
                <c:pt idx="93">
                  <c:v>43617</c:v>
                </c:pt>
                <c:pt idx="94">
                  <c:v>43709</c:v>
                </c:pt>
                <c:pt idx="95">
                  <c:v>43800</c:v>
                </c:pt>
                <c:pt idx="96">
                  <c:v>43891</c:v>
                </c:pt>
                <c:pt idx="97">
                  <c:v>43983</c:v>
                </c:pt>
                <c:pt idx="98">
                  <c:v>44075</c:v>
                </c:pt>
                <c:pt idx="99">
                  <c:v>44166</c:v>
                </c:pt>
                <c:pt idx="100">
                  <c:v>44256</c:v>
                </c:pt>
                <c:pt idx="101">
                  <c:v>44348</c:v>
                </c:pt>
                <c:pt idx="102">
                  <c:v>44440</c:v>
                </c:pt>
                <c:pt idx="103">
                  <c:v>44531</c:v>
                </c:pt>
              </c:numCache>
            </c:numRef>
          </c:cat>
          <c:val>
            <c:numRef>
              <c:f>'[Panorama de Renda Variável (2022-05-12).xlsx]Crescimento do PIB'!$B$2:$B$105</c:f>
              <c:numCache>
                <c:formatCode>#,##0.00</c:formatCode>
                <c:ptCount val="104"/>
                <c:pt idx="0">
                  <c:v>1.6531615744099093</c:v>
                </c:pt>
                <c:pt idx="1">
                  <c:v>1.6752442486269081</c:v>
                </c:pt>
                <c:pt idx="2">
                  <c:v>2.1465659955783472</c:v>
                </c:pt>
                <c:pt idx="3">
                  <c:v>2.1109707371753608</c:v>
                </c:pt>
                <c:pt idx="4">
                  <c:v>3.6777241173328776</c:v>
                </c:pt>
                <c:pt idx="5">
                  <c:v>4.2929100008762795</c:v>
                </c:pt>
                <c:pt idx="6">
                  <c:v>3.5852799514991927</c:v>
                </c:pt>
                <c:pt idx="7">
                  <c:v>1.9345931184387504</c:v>
                </c:pt>
                <c:pt idx="8">
                  <c:v>0.7007823890322884</c:v>
                </c:pt>
                <c:pt idx="9">
                  <c:v>-0.39957228073327011</c:v>
                </c:pt>
                <c:pt idx="10">
                  <c:v>-0.71199311437755242</c:v>
                </c:pt>
                <c:pt idx="11">
                  <c:v>-0.45777156279620462</c:v>
                </c:pt>
                <c:pt idx="12">
                  <c:v>-0.5432392068982006</c:v>
                </c:pt>
                <c:pt idx="13">
                  <c:v>-0.4489285073129185</c:v>
                </c:pt>
                <c:pt idx="14">
                  <c:v>-0.48705895896401991</c:v>
                </c:pt>
                <c:pt idx="15">
                  <c:v>0.24373454638701247</c:v>
                </c:pt>
                <c:pt idx="16">
                  <c:v>0.85110316335197556</c:v>
                </c:pt>
                <c:pt idx="17">
                  <c:v>1.6481125533859144</c:v>
                </c:pt>
                <c:pt idx="18">
                  <c:v>2.4452637722290924</c:v>
                </c:pt>
                <c:pt idx="19">
                  <c:v>2.623485129825442</c:v>
                </c:pt>
                <c:pt idx="20">
                  <c:v>2.7818042584755833</c:v>
                </c:pt>
                <c:pt idx="21">
                  <c:v>2.5884963418725904</c:v>
                </c:pt>
                <c:pt idx="22">
                  <c:v>1.468535422437165</c:v>
                </c:pt>
                <c:pt idx="23">
                  <c:v>0.48531924133673526</c:v>
                </c:pt>
                <c:pt idx="24">
                  <c:v>-8.1056308772671809E-2</c:v>
                </c:pt>
                <c:pt idx="25">
                  <c:v>-0.4308673721570439</c:v>
                </c:pt>
                <c:pt idx="26">
                  <c:v>0.2582214980099341</c:v>
                </c:pt>
                <c:pt idx="27">
                  <c:v>0.81301199008259362</c:v>
                </c:pt>
                <c:pt idx="28">
                  <c:v>0.81342877472317598</c:v>
                </c:pt>
                <c:pt idx="29">
                  <c:v>0.35016553844937287</c:v>
                </c:pt>
                <c:pt idx="30">
                  <c:v>-0.17529973932898485</c:v>
                </c:pt>
                <c:pt idx="31">
                  <c:v>-0.32745802199675322</c:v>
                </c:pt>
                <c:pt idx="32">
                  <c:v>-0.19782994567896028</c:v>
                </c:pt>
                <c:pt idx="33">
                  <c:v>0.56397956021404649</c:v>
                </c:pt>
                <c:pt idx="34">
                  <c:v>1.4124895008661971</c:v>
                </c:pt>
                <c:pt idx="35">
                  <c:v>2.3710244634352113</c:v>
                </c:pt>
                <c:pt idx="36">
                  <c:v>3.0902303255219929</c:v>
                </c:pt>
                <c:pt idx="37">
                  <c:v>3.2521601370591964</c:v>
                </c:pt>
                <c:pt idx="38">
                  <c:v>3.1781882882927341</c:v>
                </c:pt>
                <c:pt idx="39">
                  <c:v>2.6579042183467596</c:v>
                </c:pt>
                <c:pt idx="40">
                  <c:v>2.6992086012494498</c:v>
                </c:pt>
                <c:pt idx="41">
                  <c:v>2.8077996848568723</c:v>
                </c:pt>
                <c:pt idx="42">
                  <c:v>2.8769290242113543</c:v>
                </c:pt>
                <c:pt idx="43">
                  <c:v>3.1179998501352024</c:v>
                </c:pt>
                <c:pt idx="44">
                  <c:v>3.4364041022350618</c:v>
                </c:pt>
                <c:pt idx="45">
                  <c:v>3.4260194358322504</c:v>
                </c:pt>
                <c:pt idx="46">
                  <c:v>3.4733003297079881</c:v>
                </c:pt>
                <c:pt idx="47">
                  <c:v>3.7980936080530392</c:v>
                </c:pt>
                <c:pt idx="48">
                  <c:v>4.0063429630654488</c:v>
                </c:pt>
                <c:pt idx="49">
                  <c:v>4.0274158356065337</c:v>
                </c:pt>
                <c:pt idx="50">
                  <c:v>4.3935930141443835</c:v>
                </c:pt>
                <c:pt idx="51">
                  <c:v>3.8582986494302292</c:v>
                </c:pt>
                <c:pt idx="52">
                  <c:v>3.2907355166141912</c:v>
                </c:pt>
                <c:pt idx="53">
                  <c:v>2.821713740626401</c:v>
                </c:pt>
                <c:pt idx="54">
                  <c:v>2.2383653570721447</c:v>
                </c:pt>
                <c:pt idx="55">
                  <c:v>2.6731479823748518</c:v>
                </c:pt>
                <c:pt idx="56">
                  <c:v>3.5218544241089655</c:v>
                </c:pt>
                <c:pt idx="57">
                  <c:v>3.6482269362803339</c:v>
                </c:pt>
                <c:pt idx="58">
                  <c:v>3.7378216645884588</c:v>
                </c:pt>
                <c:pt idx="59">
                  <c:v>3.7025905666887069</c:v>
                </c:pt>
                <c:pt idx="60">
                  <c:v>3.6738269836433255</c:v>
                </c:pt>
                <c:pt idx="61">
                  <c:v>3.7545174421010254</c:v>
                </c:pt>
                <c:pt idx="62">
                  <c:v>3.5686827460692609</c:v>
                </c:pt>
                <c:pt idx="63">
                  <c:v>2.8930900850053405</c:v>
                </c:pt>
                <c:pt idx="64">
                  <c:v>2.451748263002913</c:v>
                </c:pt>
                <c:pt idx="65">
                  <c:v>1.7702244494214781</c:v>
                </c:pt>
                <c:pt idx="66">
                  <c:v>1.7870172450295518</c:v>
                </c:pt>
                <c:pt idx="67">
                  <c:v>2.1751504039305285</c:v>
                </c:pt>
                <c:pt idx="68">
                  <c:v>2.3226199569170713</c:v>
                </c:pt>
                <c:pt idx="69">
                  <c:v>2.5438678167837687</c:v>
                </c:pt>
                <c:pt idx="70">
                  <c:v>2.496070295365965</c:v>
                </c:pt>
                <c:pt idx="71">
                  <c:v>2.1455115556948852</c:v>
                </c:pt>
                <c:pt idx="72">
                  <c:v>2.1485404394382388</c:v>
                </c:pt>
                <c:pt idx="73">
                  <c:v>1.7294979107098103</c:v>
                </c:pt>
                <c:pt idx="74">
                  <c:v>1.356038401087877</c:v>
                </c:pt>
                <c:pt idx="75">
                  <c:v>1.4382263613351929</c:v>
                </c:pt>
                <c:pt idx="76">
                  <c:v>0.78445898420086646</c:v>
                </c:pt>
                <c:pt idx="77">
                  <c:v>0.19242124570663705</c:v>
                </c:pt>
                <c:pt idx="78">
                  <c:v>-0.60743309202485163</c:v>
                </c:pt>
                <c:pt idx="79">
                  <c:v>-2.0748029164888289</c:v>
                </c:pt>
                <c:pt idx="80">
                  <c:v>-2.8810260415067557</c:v>
                </c:pt>
                <c:pt idx="81">
                  <c:v>-3.166870346087153</c:v>
                </c:pt>
                <c:pt idx="82">
                  <c:v>-3.0652017243358136</c:v>
                </c:pt>
                <c:pt idx="83">
                  <c:v>-2.4692988648838092</c:v>
                </c:pt>
                <c:pt idx="84">
                  <c:v>-1.6616817474655132</c:v>
                </c:pt>
                <c:pt idx="85">
                  <c:v>-0.7005292659700304</c:v>
                </c:pt>
                <c:pt idx="86">
                  <c:v>0.25614821977643781</c:v>
                </c:pt>
                <c:pt idx="87">
                  <c:v>1.2917350666851168</c:v>
                </c:pt>
                <c:pt idx="88">
                  <c:v>1.9442509494706519</c:v>
                </c:pt>
                <c:pt idx="89">
                  <c:v>1.9889509840750472</c:v>
                </c:pt>
                <c:pt idx="90">
                  <c:v>1.8361933028721904</c:v>
                </c:pt>
                <c:pt idx="91">
                  <c:v>1.5525573990377146</c:v>
                </c:pt>
                <c:pt idx="92">
                  <c:v>1.3767493216671272</c:v>
                </c:pt>
                <c:pt idx="93">
                  <c:v>1.4240056435505972</c:v>
                </c:pt>
                <c:pt idx="94">
                  <c:v>1.5385264701356072</c:v>
                </c:pt>
                <c:pt idx="95">
                  <c:v>1.7107292700231624</c:v>
                </c:pt>
                <c:pt idx="96">
                  <c:v>1.1995979198343065</c:v>
                </c:pt>
                <c:pt idx="97">
                  <c:v>-1.0918199502708541</c:v>
                </c:pt>
                <c:pt idx="98">
                  <c:v>-2.4662101363737206</c:v>
                </c:pt>
                <c:pt idx="99">
                  <c:v>-3.477251286347073</c:v>
                </c:pt>
                <c:pt idx="100">
                  <c:v>-3.4550346296007506</c:v>
                </c:pt>
                <c:pt idx="101">
                  <c:v>-0.30680262077320347</c:v>
                </c:pt>
                <c:pt idx="102">
                  <c:v>1.2891414432530235</c:v>
                </c:pt>
                <c:pt idx="103">
                  <c:v>2.3014811431645241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88-4BBB-A7BC-7D4A1B573BD2}"/>
            </c:ext>
          </c:extLst>
        </c:ser>
        <c:ser>
          <c:idx val="1"/>
          <c:order val="1"/>
          <c:tx>
            <c:strRef>
              <c:f>'[Panorama de Renda Variável (2022-05-12).xlsx]Crescimento do PIB'!$C$1</c:f>
              <c:strCache>
                <c:ptCount val="1"/>
                <c:pt idx="0">
                  <c:v>Demanda Pública</c:v>
                </c:pt>
              </c:strCache>
            </c:strRef>
          </c:tx>
          <c:spPr>
            <a:solidFill>
              <a:srgbClr val="FF99FF"/>
            </a:solidFill>
            <a:ln w="28575" cap="rnd">
              <a:solidFill>
                <a:srgbClr val="FF99FF"/>
              </a:solidFill>
              <a:round/>
            </a:ln>
            <a:effectLst/>
          </c:spPr>
          <c:invertIfNegative val="0"/>
          <c:cat>
            <c:numRef>
              <c:f>'[Panorama de Renda Variável (2022-05-12).xlsx]Crescimento do PIB'!$A$2:$A$105</c:f>
              <c:numCache>
                <c:formatCode>m/d/yyyy</c:formatCode>
                <c:ptCount val="104"/>
                <c:pt idx="0">
                  <c:v>35125</c:v>
                </c:pt>
                <c:pt idx="1">
                  <c:v>35217</c:v>
                </c:pt>
                <c:pt idx="2">
                  <c:v>35309</c:v>
                </c:pt>
                <c:pt idx="3">
                  <c:v>35400</c:v>
                </c:pt>
                <c:pt idx="4">
                  <c:v>35490</c:v>
                </c:pt>
                <c:pt idx="5">
                  <c:v>35582</c:v>
                </c:pt>
                <c:pt idx="6">
                  <c:v>35674</c:v>
                </c:pt>
                <c:pt idx="7">
                  <c:v>35765</c:v>
                </c:pt>
                <c:pt idx="8">
                  <c:v>35855</c:v>
                </c:pt>
                <c:pt idx="9">
                  <c:v>35947</c:v>
                </c:pt>
                <c:pt idx="10">
                  <c:v>36039</c:v>
                </c:pt>
                <c:pt idx="11">
                  <c:v>36130</c:v>
                </c:pt>
                <c:pt idx="12">
                  <c:v>36220</c:v>
                </c:pt>
                <c:pt idx="13">
                  <c:v>36312</c:v>
                </c:pt>
                <c:pt idx="14">
                  <c:v>36404</c:v>
                </c:pt>
                <c:pt idx="15">
                  <c:v>36495</c:v>
                </c:pt>
                <c:pt idx="16">
                  <c:v>36586</c:v>
                </c:pt>
                <c:pt idx="17">
                  <c:v>36678</c:v>
                </c:pt>
                <c:pt idx="18">
                  <c:v>36770</c:v>
                </c:pt>
                <c:pt idx="19">
                  <c:v>36861</c:v>
                </c:pt>
                <c:pt idx="20">
                  <c:v>36951</c:v>
                </c:pt>
                <c:pt idx="21">
                  <c:v>37043</c:v>
                </c:pt>
                <c:pt idx="22">
                  <c:v>37135</c:v>
                </c:pt>
                <c:pt idx="23">
                  <c:v>37226</c:v>
                </c:pt>
                <c:pt idx="24">
                  <c:v>37316</c:v>
                </c:pt>
                <c:pt idx="25">
                  <c:v>37408</c:v>
                </c:pt>
                <c:pt idx="26">
                  <c:v>37500</c:v>
                </c:pt>
                <c:pt idx="27">
                  <c:v>37591</c:v>
                </c:pt>
                <c:pt idx="28">
                  <c:v>37681</c:v>
                </c:pt>
                <c:pt idx="29">
                  <c:v>37773</c:v>
                </c:pt>
                <c:pt idx="30">
                  <c:v>37865</c:v>
                </c:pt>
                <c:pt idx="31">
                  <c:v>37956</c:v>
                </c:pt>
                <c:pt idx="32">
                  <c:v>38047</c:v>
                </c:pt>
                <c:pt idx="33">
                  <c:v>38139</c:v>
                </c:pt>
                <c:pt idx="34">
                  <c:v>38231</c:v>
                </c:pt>
                <c:pt idx="35">
                  <c:v>38322</c:v>
                </c:pt>
                <c:pt idx="36">
                  <c:v>38412</c:v>
                </c:pt>
                <c:pt idx="37">
                  <c:v>38504</c:v>
                </c:pt>
                <c:pt idx="38">
                  <c:v>38596</c:v>
                </c:pt>
                <c:pt idx="39">
                  <c:v>38687</c:v>
                </c:pt>
                <c:pt idx="40">
                  <c:v>38777</c:v>
                </c:pt>
                <c:pt idx="41">
                  <c:v>38869</c:v>
                </c:pt>
                <c:pt idx="42">
                  <c:v>38961</c:v>
                </c:pt>
                <c:pt idx="43">
                  <c:v>39052</c:v>
                </c:pt>
                <c:pt idx="44">
                  <c:v>39142</c:v>
                </c:pt>
                <c:pt idx="45">
                  <c:v>39234</c:v>
                </c:pt>
                <c:pt idx="46">
                  <c:v>39326</c:v>
                </c:pt>
                <c:pt idx="47">
                  <c:v>39417</c:v>
                </c:pt>
                <c:pt idx="48">
                  <c:v>39508</c:v>
                </c:pt>
                <c:pt idx="49">
                  <c:v>39600</c:v>
                </c:pt>
                <c:pt idx="50">
                  <c:v>39692</c:v>
                </c:pt>
                <c:pt idx="51">
                  <c:v>39783</c:v>
                </c:pt>
                <c:pt idx="52">
                  <c:v>39873</c:v>
                </c:pt>
                <c:pt idx="53">
                  <c:v>39965</c:v>
                </c:pt>
                <c:pt idx="54">
                  <c:v>40057</c:v>
                </c:pt>
                <c:pt idx="55">
                  <c:v>40148</c:v>
                </c:pt>
                <c:pt idx="56">
                  <c:v>40238</c:v>
                </c:pt>
                <c:pt idx="57">
                  <c:v>40330</c:v>
                </c:pt>
                <c:pt idx="58">
                  <c:v>40422</c:v>
                </c:pt>
                <c:pt idx="59">
                  <c:v>40513</c:v>
                </c:pt>
                <c:pt idx="60">
                  <c:v>40603</c:v>
                </c:pt>
                <c:pt idx="61">
                  <c:v>40695</c:v>
                </c:pt>
                <c:pt idx="62">
                  <c:v>40787</c:v>
                </c:pt>
                <c:pt idx="63">
                  <c:v>40878</c:v>
                </c:pt>
                <c:pt idx="64">
                  <c:v>40969</c:v>
                </c:pt>
                <c:pt idx="65">
                  <c:v>41061</c:v>
                </c:pt>
                <c:pt idx="66">
                  <c:v>41153</c:v>
                </c:pt>
                <c:pt idx="67">
                  <c:v>41244</c:v>
                </c:pt>
                <c:pt idx="68">
                  <c:v>41334</c:v>
                </c:pt>
                <c:pt idx="69">
                  <c:v>41426</c:v>
                </c:pt>
                <c:pt idx="70">
                  <c:v>41518</c:v>
                </c:pt>
                <c:pt idx="71">
                  <c:v>41609</c:v>
                </c:pt>
                <c:pt idx="72">
                  <c:v>41699</c:v>
                </c:pt>
                <c:pt idx="73">
                  <c:v>41791</c:v>
                </c:pt>
                <c:pt idx="74">
                  <c:v>41883</c:v>
                </c:pt>
                <c:pt idx="75">
                  <c:v>41974</c:v>
                </c:pt>
                <c:pt idx="76">
                  <c:v>42064</c:v>
                </c:pt>
                <c:pt idx="77">
                  <c:v>42156</c:v>
                </c:pt>
                <c:pt idx="78">
                  <c:v>42248</c:v>
                </c:pt>
                <c:pt idx="79">
                  <c:v>42339</c:v>
                </c:pt>
                <c:pt idx="80">
                  <c:v>42430</c:v>
                </c:pt>
                <c:pt idx="81">
                  <c:v>42522</c:v>
                </c:pt>
                <c:pt idx="82">
                  <c:v>42614</c:v>
                </c:pt>
                <c:pt idx="83">
                  <c:v>42705</c:v>
                </c:pt>
                <c:pt idx="84">
                  <c:v>42795</c:v>
                </c:pt>
                <c:pt idx="85">
                  <c:v>42887</c:v>
                </c:pt>
                <c:pt idx="86">
                  <c:v>42979</c:v>
                </c:pt>
                <c:pt idx="87">
                  <c:v>43070</c:v>
                </c:pt>
                <c:pt idx="88">
                  <c:v>43160</c:v>
                </c:pt>
                <c:pt idx="89">
                  <c:v>43252</c:v>
                </c:pt>
                <c:pt idx="90">
                  <c:v>43344</c:v>
                </c:pt>
                <c:pt idx="91">
                  <c:v>43435</c:v>
                </c:pt>
                <c:pt idx="92">
                  <c:v>43525</c:v>
                </c:pt>
                <c:pt idx="93">
                  <c:v>43617</c:v>
                </c:pt>
                <c:pt idx="94">
                  <c:v>43709</c:v>
                </c:pt>
                <c:pt idx="95">
                  <c:v>43800</c:v>
                </c:pt>
                <c:pt idx="96">
                  <c:v>43891</c:v>
                </c:pt>
                <c:pt idx="97">
                  <c:v>43983</c:v>
                </c:pt>
                <c:pt idx="98">
                  <c:v>44075</c:v>
                </c:pt>
                <c:pt idx="99">
                  <c:v>44166</c:v>
                </c:pt>
                <c:pt idx="100">
                  <c:v>44256</c:v>
                </c:pt>
                <c:pt idx="101">
                  <c:v>44348</c:v>
                </c:pt>
                <c:pt idx="102">
                  <c:v>44440</c:v>
                </c:pt>
                <c:pt idx="103">
                  <c:v>44531</c:v>
                </c:pt>
              </c:numCache>
            </c:numRef>
          </c:cat>
          <c:val>
            <c:numRef>
              <c:f>'[Panorama de Renda Variável (2022-05-12).xlsx]Crescimento do PIB'!$C$2:$C$105</c:f>
              <c:numCache>
                <c:formatCode>#,##0.00</c:formatCode>
                <c:ptCount val="104"/>
                <c:pt idx="0">
                  <c:v>-3.0989032432654447E-2</c:v>
                </c:pt>
                <c:pt idx="1">
                  <c:v>-0.13273183583560064</c:v>
                </c:pt>
                <c:pt idx="2">
                  <c:v>-0.144509911136849</c:v>
                </c:pt>
                <c:pt idx="3">
                  <c:v>-0.39917600762891631</c:v>
                </c:pt>
                <c:pt idx="4">
                  <c:v>-0.13964502274171314</c:v>
                </c:pt>
                <c:pt idx="5">
                  <c:v>-0.16946064554107035</c:v>
                </c:pt>
                <c:pt idx="6">
                  <c:v>-0.57185257633400444</c:v>
                </c:pt>
                <c:pt idx="7">
                  <c:v>0.2579216177263538</c:v>
                </c:pt>
                <c:pt idx="8">
                  <c:v>0.24794430063934889</c:v>
                </c:pt>
                <c:pt idx="9">
                  <c:v>0.39500483347839138</c:v>
                </c:pt>
                <c:pt idx="10">
                  <c:v>0.96087215845515206</c:v>
                </c:pt>
                <c:pt idx="11">
                  <c:v>0.69083336803375628</c:v>
                </c:pt>
                <c:pt idx="12">
                  <c:v>0.60210326111324941</c:v>
                </c:pt>
                <c:pt idx="13">
                  <c:v>0.53202941215125443</c:v>
                </c:pt>
                <c:pt idx="14">
                  <c:v>0.33370326908414205</c:v>
                </c:pt>
                <c:pt idx="15">
                  <c:v>0.3478605898936839</c:v>
                </c:pt>
                <c:pt idx="16">
                  <c:v>0.42182860561211444</c:v>
                </c:pt>
                <c:pt idx="17">
                  <c:v>0.44108599276437999</c:v>
                </c:pt>
                <c:pt idx="18">
                  <c:v>0.27852550819947069</c:v>
                </c:pt>
                <c:pt idx="19">
                  <c:v>-3.2352591959136159E-2</c:v>
                </c:pt>
                <c:pt idx="20">
                  <c:v>-0.12779990044584255</c:v>
                </c:pt>
                <c:pt idx="21">
                  <c:v>-8.8447276987149992E-2</c:v>
                </c:pt>
                <c:pt idx="22">
                  <c:v>0.1717712239193917</c:v>
                </c:pt>
                <c:pt idx="23">
                  <c:v>0.60789489369464034</c:v>
                </c:pt>
                <c:pt idx="24">
                  <c:v>0.65328641266655907</c:v>
                </c:pt>
                <c:pt idx="25">
                  <c:v>0.7537569015476635</c:v>
                </c:pt>
                <c:pt idx="26">
                  <c:v>0.73129570037682901</c:v>
                </c:pt>
                <c:pt idx="27">
                  <c:v>0.8501379460691979</c:v>
                </c:pt>
                <c:pt idx="28">
                  <c:v>0.45285779686727223</c:v>
                </c:pt>
                <c:pt idx="29">
                  <c:v>0.29975946381955337</c:v>
                </c:pt>
                <c:pt idx="30">
                  <c:v>0.20243753993795718</c:v>
                </c:pt>
                <c:pt idx="31">
                  <c:v>0.33297589878393197</c:v>
                </c:pt>
                <c:pt idx="32">
                  <c:v>0.45937709094318135</c:v>
                </c:pt>
                <c:pt idx="33">
                  <c:v>0.74208368719528695</c:v>
                </c:pt>
                <c:pt idx="34">
                  <c:v>0.85751064370867336</c:v>
                </c:pt>
                <c:pt idx="35">
                  <c:v>0.8095216684416916</c:v>
                </c:pt>
                <c:pt idx="36">
                  <c:v>0.69694993046991915</c:v>
                </c:pt>
                <c:pt idx="37">
                  <c:v>0.43507823161366715</c:v>
                </c:pt>
                <c:pt idx="38">
                  <c:v>0.3220457889992514</c:v>
                </c:pt>
                <c:pt idx="39">
                  <c:v>0.43170576707344394</c:v>
                </c:pt>
                <c:pt idx="40">
                  <c:v>0.33604071310230954</c:v>
                </c:pt>
                <c:pt idx="41">
                  <c:v>0.41649027395935073</c:v>
                </c:pt>
                <c:pt idx="42">
                  <c:v>0.45368432856983082</c:v>
                </c:pt>
                <c:pt idx="43">
                  <c:v>0.76142190880659966</c:v>
                </c:pt>
                <c:pt idx="44">
                  <c:v>0.70639986492111451</c:v>
                </c:pt>
                <c:pt idx="45">
                  <c:v>0.91199202245322453</c:v>
                </c:pt>
                <c:pt idx="46">
                  <c:v>0.99741302149093347</c:v>
                </c:pt>
                <c:pt idx="47">
                  <c:v>0.8516775391769591</c:v>
                </c:pt>
                <c:pt idx="48">
                  <c:v>0.67309000844869471</c:v>
                </c:pt>
                <c:pt idx="49">
                  <c:v>0.40176829729016561</c:v>
                </c:pt>
                <c:pt idx="50">
                  <c:v>0.35762580050276299</c:v>
                </c:pt>
                <c:pt idx="51">
                  <c:v>0.43348703780122649</c:v>
                </c:pt>
                <c:pt idx="52">
                  <c:v>0.41857492306928828</c:v>
                </c:pt>
                <c:pt idx="53">
                  <c:v>0.47454913635473306</c:v>
                </c:pt>
                <c:pt idx="54">
                  <c:v>0.29758581657866956</c:v>
                </c:pt>
                <c:pt idx="55">
                  <c:v>0.62736249576617309</c:v>
                </c:pt>
                <c:pt idx="56">
                  <c:v>0.53450984046103456</c:v>
                </c:pt>
                <c:pt idx="57">
                  <c:v>0.66511895238696317</c:v>
                </c:pt>
                <c:pt idx="58">
                  <c:v>0.86133094234589402</c:v>
                </c:pt>
                <c:pt idx="59">
                  <c:v>0.82500793777603709</c:v>
                </c:pt>
                <c:pt idx="60">
                  <c:v>0.66787533551340017</c:v>
                </c:pt>
                <c:pt idx="61">
                  <c:v>0.61635458469759219</c:v>
                </c:pt>
                <c:pt idx="62">
                  <c:v>0.46626020410512303</c:v>
                </c:pt>
                <c:pt idx="63">
                  <c:v>0.45803265655007003</c:v>
                </c:pt>
                <c:pt idx="64">
                  <c:v>0.35894978532097066</c:v>
                </c:pt>
                <c:pt idx="65">
                  <c:v>0.3274700131893169</c:v>
                </c:pt>
                <c:pt idx="66">
                  <c:v>0.32255106170289777</c:v>
                </c:pt>
                <c:pt idx="67">
                  <c:v>0.47730880205282433</c:v>
                </c:pt>
                <c:pt idx="68">
                  <c:v>0.29920521914748099</c:v>
                </c:pt>
                <c:pt idx="69">
                  <c:v>0.27895227929223099</c:v>
                </c:pt>
                <c:pt idx="70">
                  <c:v>0.29435585973755551</c:v>
                </c:pt>
                <c:pt idx="71">
                  <c:v>0.32203772728483943</c:v>
                </c:pt>
                <c:pt idx="72">
                  <c:v>0.35854544315832304</c:v>
                </c:pt>
                <c:pt idx="73">
                  <c:v>0.38738053413215368</c:v>
                </c:pt>
                <c:pt idx="74">
                  <c:v>0.31426312485680286</c:v>
                </c:pt>
                <c:pt idx="75">
                  <c:v>0.17266787777191867</c:v>
                </c:pt>
                <c:pt idx="76">
                  <c:v>4.3001264163551607E-2</c:v>
                </c:pt>
                <c:pt idx="77">
                  <c:v>-9.4556346960848914E-2</c:v>
                </c:pt>
                <c:pt idx="78">
                  <c:v>-0.22665106066548094</c:v>
                </c:pt>
                <c:pt idx="79">
                  <c:v>-0.31619492499435653</c:v>
                </c:pt>
                <c:pt idx="80">
                  <c:v>-0.26198736182699173</c:v>
                </c:pt>
                <c:pt idx="81">
                  <c:v>-0.16864192142220577</c:v>
                </c:pt>
                <c:pt idx="82">
                  <c:v>-7.7421510843041233E-2</c:v>
                </c:pt>
                <c:pt idx="83">
                  <c:v>4.8782439768557062E-2</c:v>
                </c:pt>
                <c:pt idx="84">
                  <c:v>-2.6142243754432904E-2</c:v>
                </c:pt>
                <c:pt idx="85">
                  <c:v>-0.1025528757726985</c:v>
                </c:pt>
                <c:pt idx="86">
                  <c:v>-0.13076082886386856</c:v>
                </c:pt>
                <c:pt idx="87">
                  <c:v>-0.14702790227831217</c:v>
                </c:pt>
                <c:pt idx="88">
                  <c:v>-1.0599086267221754E-2</c:v>
                </c:pt>
                <c:pt idx="89">
                  <c:v>9.5226797413726486E-2</c:v>
                </c:pt>
                <c:pt idx="90">
                  <c:v>0.20606211074256683</c:v>
                </c:pt>
                <c:pt idx="91">
                  <c:v>0.17157511211914422</c:v>
                </c:pt>
                <c:pt idx="92">
                  <c:v>9.2244308282960291E-2</c:v>
                </c:pt>
                <c:pt idx="93">
                  <c:v>1.8381045071599204E-2</c:v>
                </c:pt>
                <c:pt idx="94">
                  <c:v>-0.11395748405535346</c:v>
                </c:pt>
                <c:pt idx="95">
                  <c:v>-0.10648688888941533</c:v>
                </c:pt>
                <c:pt idx="96">
                  <c:v>-0.10846166890065689</c:v>
                </c:pt>
                <c:pt idx="97">
                  <c:v>-0.58733638745299821</c:v>
                </c:pt>
                <c:pt idx="98">
                  <c:v>-0.71879588711900366</c:v>
                </c:pt>
                <c:pt idx="99">
                  <c:v>-0.98013139466673138</c:v>
                </c:pt>
                <c:pt idx="100">
                  <c:v>-0.91674242270199213</c:v>
                </c:pt>
                <c:pt idx="101">
                  <c:v>-0.34531042481749813</c:v>
                </c:pt>
                <c:pt idx="102">
                  <c:v>7.5018672844697237E-2</c:v>
                </c:pt>
                <c:pt idx="103">
                  <c:v>0.42972448339953007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788-4BBB-A7BC-7D4A1B573BD2}"/>
            </c:ext>
          </c:extLst>
        </c:ser>
        <c:ser>
          <c:idx val="2"/>
          <c:order val="2"/>
          <c:tx>
            <c:strRef>
              <c:f>'[Panorama de Renda Variável (2022-05-12).xlsx]Crescimento do PIB'!$D$1</c:f>
              <c:strCache>
                <c:ptCount val="1"/>
                <c:pt idx="0">
                  <c:v>Investimentos</c:v>
                </c:pt>
              </c:strCache>
            </c:strRef>
          </c:tx>
          <c:spPr>
            <a:solidFill>
              <a:srgbClr val="FFC000"/>
            </a:solidFill>
            <a:ln w="28575" cap="rnd">
              <a:solidFill>
                <a:srgbClr val="FFC000"/>
              </a:solidFill>
              <a:round/>
            </a:ln>
            <a:effectLst/>
          </c:spPr>
          <c:invertIfNegative val="0"/>
          <c:cat>
            <c:numRef>
              <c:f>'[Panorama de Renda Variável (2022-05-12).xlsx]Crescimento do PIB'!$A$2:$A$105</c:f>
              <c:numCache>
                <c:formatCode>m/d/yyyy</c:formatCode>
                <c:ptCount val="104"/>
                <c:pt idx="0">
                  <c:v>35125</c:v>
                </c:pt>
                <c:pt idx="1">
                  <c:v>35217</c:v>
                </c:pt>
                <c:pt idx="2">
                  <c:v>35309</c:v>
                </c:pt>
                <c:pt idx="3">
                  <c:v>35400</c:v>
                </c:pt>
                <c:pt idx="4">
                  <c:v>35490</c:v>
                </c:pt>
                <c:pt idx="5">
                  <c:v>35582</c:v>
                </c:pt>
                <c:pt idx="6">
                  <c:v>35674</c:v>
                </c:pt>
                <c:pt idx="7">
                  <c:v>35765</c:v>
                </c:pt>
                <c:pt idx="8">
                  <c:v>35855</c:v>
                </c:pt>
                <c:pt idx="9">
                  <c:v>35947</c:v>
                </c:pt>
                <c:pt idx="10">
                  <c:v>36039</c:v>
                </c:pt>
                <c:pt idx="11">
                  <c:v>36130</c:v>
                </c:pt>
                <c:pt idx="12">
                  <c:v>36220</c:v>
                </c:pt>
                <c:pt idx="13">
                  <c:v>36312</c:v>
                </c:pt>
                <c:pt idx="14">
                  <c:v>36404</c:v>
                </c:pt>
                <c:pt idx="15">
                  <c:v>36495</c:v>
                </c:pt>
                <c:pt idx="16">
                  <c:v>36586</c:v>
                </c:pt>
                <c:pt idx="17">
                  <c:v>36678</c:v>
                </c:pt>
                <c:pt idx="18">
                  <c:v>36770</c:v>
                </c:pt>
                <c:pt idx="19">
                  <c:v>36861</c:v>
                </c:pt>
                <c:pt idx="20">
                  <c:v>36951</c:v>
                </c:pt>
                <c:pt idx="21">
                  <c:v>37043</c:v>
                </c:pt>
                <c:pt idx="22">
                  <c:v>37135</c:v>
                </c:pt>
                <c:pt idx="23">
                  <c:v>37226</c:v>
                </c:pt>
                <c:pt idx="24">
                  <c:v>37316</c:v>
                </c:pt>
                <c:pt idx="25">
                  <c:v>37408</c:v>
                </c:pt>
                <c:pt idx="26">
                  <c:v>37500</c:v>
                </c:pt>
                <c:pt idx="27">
                  <c:v>37591</c:v>
                </c:pt>
                <c:pt idx="28">
                  <c:v>37681</c:v>
                </c:pt>
                <c:pt idx="29">
                  <c:v>37773</c:v>
                </c:pt>
                <c:pt idx="30">
                  <c:v>37865</c:v>
                </c:pt>
                <c:pt idx="31">
                  <c:v>37956</c:v>
                </c:pt>
                <c:pt idx="32">
                  <c:v>38047</c:v>
                </c:pt>
                <c:pt idx="33">
                  <c:v>38139</c:v>
                </c:pt>
                <c:pt idx="34">
                  <c:v>38231</c:v>
                </c:pt>
                <c:pt idx="35">
                  <c:v>38322</c:v>
                </c:pt>
                <c:pt idx="36">
                  <c:v>38412</c:v>
                </c:pt>
                <c:pt idx="37">
                  <c:v>38504</c:v>
                </c:pt>
                <c:pt idx="38">
                  <c:v>38596</c:v>
                </c:pt>
                <c:pt idx="39">
                  <c:v>38687</c:v>
                </c:pt>
                <c:pt idx="40">
                  <c:v>38777</c:v>
                </c:pt>
                <c:pt idx="41">
                  <c:v>38869</c:v>
                </c:pt>
                <c:pt idx="42">
                  <c:v>38961</c:v>
                </c:pt>
                <c:pt idx="43">
                  <c:v>39052</c:v>
                </c:pt>
                <c:pt idx="44">
                  <c:v>39142</c:v>
                </c:pt>
                <c:pt idx="45">
                  <c:v>39234</c:v>
                </c:pt>
                <c:pt idx="46">
                  <c:v>39326</c:v>
                </c:pt>
                <c:pt idx="47">
                  <c:v>39417</c:v>
                </c:pt>
                <c:pt idx="48">
                  <c:v>39508</c:v>
                </c:pt>
                <c:pt idx="49">
                  <c:v>39600</c:v>
                </c:pt>
                <c:pt idx="50">
                  <c:v>39692</c:v>
                </c:pt>
                <c:pt idx="51">
                  <c:v>39783</c:v>
                </c:pt>
                <c:pt idx="52">
                  <c:v>39873</c:v>
                </c:pt>
                <c:pt idx="53">
                  <c:v>39965</c:v>
                </c:pt>
                <c:pt idx="54">
                  <c:v>40057</c:v>
                </c:pt>
                <c:pt idx="55">
                  <c:v>40148</c:v>
                </c:pt>
                <c:pt idx="56">
                  <c:v>40238</c:v>
                </c:pt>
                <c:pt idx="57">
                  <c:v>40330</c:v>
                </c:pt>
                <c:pt idx="58">
                  <c:v>40422</c:v>
                </c:pt>
                <c:pt idx="59">
                  <c:v>40513</c:v>
                </c:pt>
                <c:pt idx="60">
                  <c:v>40603</c:v>
                </c:pt>
                <c:pt idx="61">
                  <c:v>40695</c:v>
                </c:pt>
                <c:pt idx="62">
                  <c:v>40787</c:v>
                </c:pt>
                <c:pt idx="63">
                  <c:v>40878</c:v>
                </c:pt>
                <c:pt idx="64">
                  <c:v>40969</c:v>
                </c:pt>
                <c:pt idx="65">
                  <c:v>41061</c:v>
                </c:pt>
                <c:pt idx="66">
                  <c:v>41153</c:v>
                </c:pt>
                <c:pt idx="67">
                  <c:v>41244</c:v>
                </c:pt>
                <c:pt idx="68">
                  <c:v>41334</c:v>
                </c:pt>
                <c:pt idx="69">
                  <c:v>41426</c:v>
                </c:pt>
                <c:pt idx="70">
                  <c:v>41518</c:v>
                </c:pt>
                <c:pt idx="71">
                  <c:v>41609</c:v>
                </c:pt>
                <c:pt idx="72">
                  <c:v>41699</c:v>
                </c:pt>
                <c:pt idx="73">
                  <c:v>41791</c:v>
                </c:pt>
                <c:pt idx="74">
                  <c:v>41883</c:v>
                </c:pt>
                <c:pt idx="75">
                  <c:v>41974</c:v>
                </c:pt>
                <c:pt idx="76">
                  <c:v>42064</c:v>
                </c:pt>
                <c:pt idx="77">
                  <c:v>42156</c:v>
                </c:pt>
                <c:pt idx="78">
                  <c:v>42248</c:v>
                </c:pt>
                <c:pt idx="79">
                  <c:v>42339</c:v>
                </c:pt>
                <c:pt idx="80">
                  <c:v>42430</c:v>
                </c:pt>
                <c:pt idx="81">
                  <c:v>42522</c:v>
                </c:pt>
                <c:pt idx="82">
                  <c:v>42614</c:v>
                </c:pt>
                <c:pt idx="83">
                  <c:v>42705</c:v>
                </c:pt>
                <c:pt idx="84">
                  <c:v>42795</c:v>
                </c:pt>
                <c:pt idx="85">
                  <c:v>42887</c:v>
                </c:pt>
                <c:pt idx="86">
                  <c:v>42979</c:v>
                </c:pt>
                <c:pt idx="87">
                  <c:v>43070</c:v>
                </c:pt>
                <c:pt idx="88">
                  <c:v>43160</c:v>
                </c:pt>
                <c:pt idx="89">
                  <c:v>43252</c:v>
                </c:pt>
                <c:pt idx="90">
                  <c:v>43344</c:v>
                </c:pt>
                <c:pt idx="91">
                  <c:v>43435</c:v>
                </c:pt>
                <c:pt idx="92">
                  <c:v>43525</c:v>
                </c:pt>
                <c:pt idx="93">
                  <c:v>43617</c:v>
                </c:pt>
                <c:pt idx="94">
                  <c:v>43709</c:v>
                </c:pt>
                <c:pt idx="95">
                  <c:v>43800</c:v>
                </c:pt>
                <c:pt idx="96">
                  <c:v>43891</c:v>
                </c:pt>
                <c:pt idx="97">
                  <c:v>43983</c:v>
                </c:pt>
                <c:pt idx="98">
                  <c:v>44075</c:v>
                </c:pt>
                <c:pt idx="99">
                  <c:v>44166</c:v>
                </c:pt>
                <c:pt idx="100">
                  <c:v>44256</c:v>
                </c:pt>
                <c:pt idx="101">
                  <c:v>44348</c:v>
                </c:pt>
                <c:pt idx="102">
                  <c:v>44440</c:v>
                </c:pt>
                <c:pt idx="103">
                  <c:v>44531</c:v>
                </c:pt>
              </c:numCache>
            </c:numRef>
          </c:cat>
          <c:val>
            <c:numRef>
              <c:f>'[Panorama de Renda Variável (2022-05-12).xlsx]Crescimento do PIB'!$D$2:$D$105</c:f>
              <c:numCache>
                <c:formatCode>#,##0.00</c:formatCode>
                <c:ptCount val="104"/>
                <c:pt idx="0">
                  <c:v>-1.4732197381007921</c:v>
                </c:pt>
                <c:pt idx="1">
                  <c:v>-1.7206482288639287</c:v>
                </c:pt>
                <c:pt idx="2">
                  <c:v>-0.84051785259752487</c:v>
                </c:pt>
                <c:pt idx="3">
                  <c:v>0.19367613015974031</c:v>
                </c:pt>
                <c:pt idx="4">
                  <c:v>1.1981606942206802</c:v>
                </c:pt>
                <c:pt idx="5">
                  <c:v>1.8773041961619565</c:v>
                </c:pt>
                <c:pt idx="6">
                  <c:v>2.2070631122806783</c:v>
                </c:pt>
                <c:pt idx="7">
                  <c:v>1.533987842389565</c:v>
                </c:pt>
                <c:pt idx="8">
                  <c:v>1.0350907007961319</c:v>
                </c:pt>
                <c:pt idx="9">
                  <c:v>0.83247296195392917</c:v>
                </c:pt>
                <c:pt idx="10">
                  <c:v>0.38701794639833176</c:v>
                </c:pt>
                <c:pt idx="11">
                  <c:v>-2.9357988500134068E-2</c:v>
                </c:pt>
                <c:pt idx="12">
                  <c:v>-0.48731313523964803</c:v>
                </c:pt>
                <c:pt idx="13">
                  <c:v>-1.1778430926607921</c:v>
                </c:pt>
                <c:pt idx="14">
                  <c:v>-1.4996400077416985</c:v>
                </c:pt>
                <c:pt idx="15">
                  <c:v>-1.5344714761158216</c:v>
                </c:pt>
                <c:pt idx="16">
                  <c:v>-1.433022754653249</c:v>
                </c:pt>
                <c:pt idx="17">
                  <c:v>-0.642007878739694</c:v>
                </c:pt>
                <c:pt idx="18">
                  <c:v>0.25751069976856444</c:v>
                </c:pt>
                <c:pt idx="19">
                  <c:v>0.82227361325729931</c:v>
                </c:pt>
                <c:pt idx="20">
                  <c:v>1.4977057189573622</c:v>
                </c:pt>
                <c:pt idx="21">
                  <c:v>1.3267776835938101</c:v>
                </c:pt>
                <c:pt idx="22">
                  <c:v>1.0882495504130052</c:v>
                </c:pt>
                <c:pt idx="23">
                  <c:v>0.20296444166975522</c:v>
                </c:pt>
                <c:pt idx="24">
                  <c:v>-0.57651561975938237</c:v>
                </c:pt>
                <c:pt idx="25">
                  <c:v>-0.92346750024160085</c:v>
                </c:pt>
                <c:pt idx="26">
                  <c:v>-0.89395174885362028</c:v>
                </c:pt>
                <c:pt idx="27">
                  <c:v>-0.19558677229137073</c:v>
                </c:pt>
                <c:pt idx="28">
                  <c:v>0.21586345605707083</c:v>
                </c:pt>
                <c:pt idx="29">
                  <c:v>0.12524272228850841</c:v>
                </c:pt>
                <c:pt idx="30">
                  <c:v>-0.16497180960479774</c:v>
                </c:pt>
                <c:pt idx="31">
                  <c:v>-0.66820803589388789</c:v>
                </c:pt>
                <c:pt idx="32">
                  <c:v>-0.82796769420798322</c:v>
                </c:pt>
                <c:pt idx="33">
                  <c:v>-6.3196256507749163E-3</c:v>
                </c:pt>
                <c:pt idx="34">
                  <c:v>0.9626608935711316</c:v>
                </c:pt>
                <c:pt idx="35">
                  <c:v>1.3475480181018946</c:v>
                </c:pt>
                <c:pt idx="36">
                  <c:v>1.4805130083556162</c:v>
                </c:pt>
                <c:pt idx="37">
                  <c:v>1.186047583092944</c:v>
                </c:pt>
                <c:pt idx="38">
                  <c:v>0.54297557910812289</c:v>
                </c:pt>
                <c:pt idx="39">
                  <c:v>0.29786603520488369</c:v>
                </c:pt>
                <c:pt idx="40">
                  <c:v>0.64031612755731837</c:v>
                </c:pt>
                <c:pt idx="41">
                  <c:v>0.71451954828244968</c:v>
                </c:pt>
                <c:pt idx="42">
                  <c:v>0.9591996983185479</c:v>
                </c:pt>
                <c:pt idx="43">
                  <c:v>1.1350145005555523</c:v>
                </c:pt>
                <c:pt idx="44">
                  <c:v>1.2262047324710414</c:v>
                </c:pt>
                <c:pt idx="45">
                  <c:v>1.7041664499554949</c:v>
                </c:pt>
                <c:pt idx="46">
                  <c:v>2.2670743184370372</c:v>
                </c:pt>
                <c:pt idx="47">
                  <c:v>2.2321097973618791</c:v>
                </c:pt>
                <c:pt idx="48">
                  <c:v>2.8665699832447178</c:v>
                </c:pt>
                <c:pt idx="49">
                  <c:v>3.0215925774725836</c:v>
                </c:pt>
                <c:pt idx="50">
                  <c:v>3.3065702306356735</c:v>
                </c:pt>
                <c:pt idx="51">
                  <c:v>2.3593414050891122</c:v>
                </c:pt>
                <c:pt idx="52">
                  <c:v>1.2527135039255028</c:v>
                </c:pt>
                <c:pt idx="53">
                  <c:v>0.23599721347606351</c:v>
                </c:pt>
                <c:pt idx="54">
                  <c:v>-0.78341342887890653</c:v>
                </c:pt>
                <c:pt idx="55">
                  <c:v>-0.42048970997485585</c:v>
                </c:pt>
                <c:pt idx="56">
                  <c:v>1.3367114688460975</c:v>
                </c:pt>
                <c:pt idx="57">
                  <c:v>3.0853124610936078</c:v>
                </c:pt>
                <c:pt idx="58">
                  <c:v>4.5760800398742321</c:v>
                </c:pt>
                <c:pt idx="59">
                  <c:v>3.6111758953553084</c:v>
                </c:pt>
                <c:pt idx="60">
                  <c:v>2.9440688231535845</c:v>
                </c:pt>
                <c:pt idx="61">
                  <c:v>2.2106723816223521</c:v>
                </c:pt>
                <c:pt idx="62">
                  <c:v>1.6645329767185937</c:v>
                </c:pt>
                <c:pt idx="63">
                  <c:v>1.3730549098102447</c:v>
                </c:pt>
                <c:pt idx="64">
                  <c:v>1.2813147916920509</c:v>
                </c:pt>
                <c:pt idx="65">
                  <c:v>0.86452186910586237</c:v>
                </c:pt>
                <c:pt idx="66">
                  <c:v>0.43422743704725952</c:v>
                </c:pt>
                <c:pt idx="67">
                  <c:v>0.14585512784659571</c:v>
                </c:pt>
                <c:pt idx="68">
                  <c:v>0.17440195985484475</c:v>
                </c:pt>
                <c:pt idx="69">
                  <c:v>0.5723321920966572</c:v>
                </c:pt>
                <c:pt idx="70">
                  <c:v>1.1073125291707746</c:v>
                </c:pt>
                <c:pt idx="71">
                  <c:v>1.0925753722897245</c:v>
                </c:pt>
                <c:pt idx="72">
                  <c:v>1.3833707999020286</c:v>
                </c:pt>
                <c:pt idx="73">
                  <c:v>0.46731671765414312</c:v>
                </c:pt>
                <c:pt idx="74">
                  <c:v>-0.32488438472074094</c:v>
                </c:pt>
                <c:pt idx="75">
                  <c:v>-0.7593998737957286</c:v>
                </c:pt>
                <c:pt idx="76">
                  <c:v>-1.5418774858092732</c:v>
                </c:pt>
                <c:pt idx="77">
                  <c:v>-1.5918664284414035</c:v>
                </c:pt>
                <c:pt idx="78">
                  <c:v>-1.9046521704777573</c:v>
                </c:pt>
                <c:pt idx="79">
                  <c:v>-1.8678295650056791</c:v>
                </c:pt>
                <c:pt idx="80">
                  <c:v>-2.616152715826896</c:v>
                </c:pt>
                <c:pt idx="81">
                  <c:v>-2.5170776459572939</c:v>
                </c:pt>
                <c:pt idx="82">
                  <c:v>-2.3826886301410122</c:v>
                </c:pt>
                <c:pt idx="83">
                  <c:v>-1.5062721006532243</c:v>
                </c:pt>
                <c:pt idx="84">
                  <c:v>-1.4090451819690195</c:v>
                </c:pt>
                <c:pt idx="85">
                  <c:v>-1.1136644623117993</c:v>
                </c:pt>
                <c:pt idx="86">
                  <c:v>-0.83248164053953899</c:v>
                </c:pt>
                <c:pt idx="87">
                  <c:v>-0.33014814685517652</c:v>
                </c:pt>
                <c:pt idx="88">
                  <c:v>-7.5379250045061894E-2</c:v>
                </c:pt>
                <c:pt idx="89">
                  <c:v>0.39326824943739097</c:v>
                </c:pt>
                <c:pt idx="90">
                  <c:v>0.84678332576208315</c:v>
                </c:pt>
                <c:pt idx="91">
                  <c:v>0.6368030673707582</c:v>
                </c:pt>
                <c:pt idx="92">
                  <c:v>0.82566196579937101</c:v>
                </c:pt>
                <c:pt idx="93">
                  <c:v>0.92309947950533522</c:v>
                </c:pt>
                <c:pt idx="94">
                  <c:v>0.84690981694956591</c:v>
                </c:pt>
                <c:pt idx="95">
                  <c:v>0.51941195479858915</c:v>
                </c:pt>
                <c:pt idx="96">
                  <c:v>0.94133932316479341</c:v>
                </c:pt>
                <c:pt idx="97">
                  <c:v>-3.7279015551015197E-2</c:v>
                </c:pt>
                <c:pt idx="98">
                  <c:v>-0.56039591471563899</c:v>
                </c:pt>
                <c:pt idx="99">
                  <c:v>-7.8534276979515968E-2</c:v>
                </c:pt>
                <c:pt idx="100">
                  <c:v>0.54071876379027717</c:v>
                </c:pt>
                <c:pt idx="101">
                  <c:v>2.2772654453038754</c:v>
                </c:pt>
                <c:pt idx="102">
                  <c:v>3.8329162350044714</c:v>
                </c:pt>
                <c:pt idx="103">
                  <c:v>2.6293470003450041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788-4BBB-A7BC-7D4A1B573BD2}"/>
            </c:ext>
          </c:extLst>
        </c:ser>
        <c:ser>
          <c:idx val="3"/>
          <c:order val="3"/>
          <c:tx>
            <c:strRef>
              <c:f>'[Panorama de Renda Variável (2022-05-12).xlsx]Crescimento do PIB'!$E$1</c:f>
              <c:strCache>
                <c:ptCount val="1"/>
                <c:pt idx="0">
                  <c:v>Demanda Externa</c:v>
                </c:pt>
              </c:strCache>
            </c:strRef>
          </c:tx>
          <c:spPr>
            <a:solidFill>
              <a:srgbClr val="FF7C80"/>
            </a:solidFill>
            <a:ln w="28575" cap="rnd">
              <a:solidFill>
                <a:srgbClr val="FF7C80"/>
              </a:solidFill>
              <a:round/>
            </a:ln>
            <a:effectLst/>
          </c:spPr>
          <c:invertIfNegative val="0"/>
          <c:cat>
            <c:numRef>
              <c:f>'[Panorama de Renda Variável (2022-05-12).xlsx]Crescimento do PIB'!$A$2:$A$105</c:f>
              <c:numCache>
                <c:formatCode>m/d/yyyy</c:formatCode>
                <c:ptCount val="104"/>
                <c:pt idx="0">
                  <c:v>35125</c:v>
                </c:pt>
                <c:pt idx="1">
                  <c:v>35217</c:v>
                </c:pt>
                <c:pt idx="2">
                  <c:v>35309</c:v>
                </c:pt>
                <c:pt idx="3">
                  <c:v>35400</c:v>
                </c:pt>
                <c:pt idx="4">
                  <c:v>35490</c:v>
                </c:pt>
                <c:pt idx="5">
                  <c:v>35582</c:v>
                </c:pt>
                <c:pt idx="6">
                  <c:v>35674</c:v>
                </c:pt>
                <c:pt idx="7">
                  <c:v>35765</c:v>
                </c:pt>
                <c:pt idx="8">
                  <c:v>35855</c:v>
                </c:pt>
                <c:pt idx="9">
                  <c:v>35947</c:v>
                </c:pt>
                <c:pt idx="10">
                  <c:v>36039</c:v>
                </c:pt>
                <c:pt idx="11">
                  <c:v>36130</c:v>
                </c:pt>
                <c:pt idx="12">
                  <c:v>36220</c:v>
                </c:pt>
                <c:pt idx="13">
                  <c:v>36312</c:v>
                </c:pt>
                <c:pt idx="14">
                  <c:v>36404</c:v>
                </c:pt>
                <c:pt idx="15">
                  <c:v>36495</c:v>
                </c:pt>
                <c:pt idx="16">
                  <c:v>36586</c:v>
                </c:pt>
                <c:pt idx="17">
                  <c:v>36678</c:v>
                </c:pt>
                <c:pt idx="18">
                  <c:v>36770</c:v>
                </c:pt>
                <c:pt idx="19">
                  <c:v>36861</c:v>
                </c:pt>
                <c:pt idx="20">
                  <c:v>36951</c:v>
                </c:pt>
                <c:pt idx="21">
                  <c:v>37043</c:v>
                </c:pt>
                <c:pt idx="22">
                  <c:v>37135</c:v>
                </c:pt>
                <c:pt idx="23">
                  <c:v>37226</c:v>
                </c:pt>
                <c:pt idx="24">
                  <c:v>37316</c:v>
                </c:pt>
                <c:pt idx="25">
                  <c:v>37408</c:v>
                </c:pt>
                <c:pt idx="26">
                  <c:v>37500</c:v>
                </c:pt>
                <c:pt idx="27">
                  <c:v>37591</c:v>
                </c:pt>
                <c:pt idx="28">
                  <c:v>37681</c:v>
                </c:pt>
                <c:pt idx="29">
                  <c:v>37773</c:v>
                </c:pt>
                <c:pt idx="30">
                  <c:v>37865</c:v>
                </c:pt>
                <c:pt idx="31">
                  <c:v>37956</c:v>
                </c:pt>
                <c:pt idx="32">
                  <c:v>38047</c:v>
                </c:pt>
                <c:pt idx="33">
                  <c:v>38139</c:v>
                </c:pt>
                <c:pt idx="34">
                  <c:v>38231</c:v>
                </c:pt>
                <c:pt idx="35">
                  <c:v>38322</c:v>
                </c:pt>
                <c:pt idx="36">
                  <c:v>38412</c:v>
                </c:pt>
                <c:pt idx="37">
                  <c:v>38504</c:v>
                </c:pt>
                <c:pt idx="38">
                  <c:v>38596</c:v>
                </c:pt>
                <c:pt idx="39">
                  <c:v>38687</c:v>
                </c:pt>
                <c:pt idx="40">
                  <c:v>38777</c:v>
                </c:pt>
                <c:pt idx="41">
                  <c:v>38869</c:v>
                </c:pt>
                <c:pt idx="42">
                  <c:v>38961</c:v>
                </c:pt>
                <c:pt idx="43">
                  <c:v>39052</c:v>
                </c:pt>
                <c:pt idx="44">
                  <c:v>39142</c:v>
                </c:pt>
                <c:pt idx="45">
                  <c:v>39234</c:v>
                </c:pt>
                <c:pt idx="46">
                  <c:v>39326</c:v>
                </c:pt>
                <c:pt idx="47">
                  <c:v>39417</c:v>
                </c:pt>
                <c:pt idx="48">
                  <c:v>39508</c:v>
                </c:pt>
                <c:pt idx="49">
                  <c:v>39600</c:v>
                </c:pt>
                <c:pt idx="50">
                  <c:v>39692</c:v>
                </c:pt>
                <c:pt idx="51">
                  <c:v>39783</c:v>
                </c:pt>
                <c:pt idx="52">
                  <c:v>39873</c:v>
                </c:pt>
                <c:pt idx="53">
                  <c:v>39965</c:v>
                </c:pt>
                <c:pt idx="54">
                  <c:v>40057</c:v>
                </c:pt>
                <c:pt idx="55">
                  <c:v>40148</c:v>
                </c:pt>
                <c:pt idx="56">
                  <c:v>40238</c:v>
                </c:pt>
                <c:pt idx="57">
                  <c:v>40330</c:v>
                </c:pt>
                <c:pt idx="58">
                  <c:v>40422</c:v>
                </c:pt>
                <c:pt idx="59">
                  <c:v>40513</c:v>
                </c:pt>
                <c:pt idx="60">
                  <c:v>40603</c:v>
                </c:pt>
                <c:pt idx="61">
                  <c:v>40695</c:v>
                </c:pt>
                <c:pt idx="62">
                  <c:v>40787</c:v>
                </c:pt>
                <c:pt idx="63">
                  <c:v>40878</c:v>
                </c:pt>
                <c:pt idx="64">
                  <c:v>40969</c:v>
                </c:pt>
                <c:pt idx="65">
                  <c:v>41061</c:v>
                </c:pt>
                <c:pt idx="66">
                  <c:v>41153</c:v>
                </c:pt>
                <c:pt idx="67">
                  <c:v>41244</c:v>
                </c:pt>
                <c:pt idx="68">
                  <c:v>41334</c:v>
                </c:pt>
                <c:pt idx="69">
                  <c:v>41426</c:v>
                </c:pt>
                <c:pt idx="70">
                  <c:v>41518</c:v>
                </c:pt>
                <c:pt idx="71">
                  <c:v>41609</c:v>
                </c:pt>
                <c:pt idx="72">
                  <c:v>41699</c:v>
                </c:pt>
                <c:pt idx="73">
                  <c:v>41791</c:v>
                </c:pt>
                <c:pt idx="74">
                  <c:v>41883</c:v>
                </c:pt>
                <c:pt idx="75">
                  <c:v>41974</c:v>
                </c:pt>
                <c:pt idx="76">
                  <c:v>42064</c:v>
                </c:pt>
                <c:pt idx="77">
                  <c:v>42156</c:v>
                </c:pt>
                <c:pt idx="78">
                  <c:v>42248</c:v>
                </c:pt>
                <c:pt idx="79">
                  <c:v>42339</c:v>
                </c:pt>
                <c:pt idx="80">
                  <c:v>42430</c:v>
                </c:pt>
                <c:pt idx="81">
                  <c:v>42522</c:v>
                </c:pt>
                <c:pt idx="82">
                  <c:v>42614</c:v>
                </c:pt>
                <c:pt idx="83">
                  <c:v>42705</c:v>
                </c:pt>
                <c:pt idx="84">
                  <c:v>42795</c:v>
                </c:pt>
                <c:pt idx="85">
                  <c:v>42887</c:v>
                </c:pt>
                <c:pt idx="86">
                  <c:v>42979</c:v>
                </c:pt>
                <c:pt idx="87">
                  <c:v>43070</c:v>
                </c:pt>
                <c:pt idx="88">
                  <c:v>43160</c:v>
                </c:pt>
                <c:pt idx="89">
                  <c:v>43252</c:v>
                </c:pt>
                <c:pt idx="90">
                  <c:v>43344</c:v>
                </c:pt>
                <c:pt idx="91">
                  <c:v>43435</c:v>
                </c:pt>
                <c:pt idx="92">
                  <c:v>43525</c:v>
                </c:pt>
                <c:pt idx="93">
                  <c:v>43617</c:v>
                </c:pt>
                <c:pt idx="94">
                  <c:v>43709</c:v>
                </c:pt>
                <c:pt idx="95">
                  <c:v>43800</c:v>
                </c:pt>
                <c:pt idx="96">
                  <c:v>43891</c:v>
                </c:pt>
                <c:pt idx="97">
                  <c:v>43983</c:v>
                </c:pt>
                <c:pt idx="98">
                  <c:v>44075</c:v>
                </c:pt>
                <c:pt idx="99">
                  <c:v>44166</c:v>
                </c:pt>
                <c:pt idx="100">
                  <c:v>44256</c:v>
                </c:pt>
                <c:pt idx="101">
                  <c:v>44348</c:v>
                </c:pt>
                <c:pt idx="102">
                  <c:v>44440</c:v>
                </c:pt>
                <c:pt idx="103">
                  <c:v>44531</c:v>
                </c:pt>
              </c:numCache>
            </c:numRef>
          </c:cat>
          <c:val>
            <c:numRef>
              <c:f>'[Panorama de Renda Variável (2022-05-12).xlsx]Crescimento do PIB'!$E$2:$E$105</c:f>
              <c:numCache>
                <c:formatCode>#,##0.00</c:formatCode>
                <c:ptCount val="104"/>
                <c:pt idx="0">
                  <c:v>0.88043093712273035</c:v>
                </c:pt>
                <c:pt idx="1">
                  <c:v>1.109975384783797</c:v>
                </c:pt>
                <c:pt idx="2">
                  <c:v>0.30845309428055462</c:v>
                </c:pt>
                <c:pt idx="3">
                  <c:v>-0.56292867565965832</c:v>
                </c:pt>
                <c:pt idx="4">
                  <c:v>-1.4930520007403794</c:v>
                </c:pt>
                <c:pt idx="5">
                  <c:v>-2.2691180785329821</c:v>
                </c:pt>
                <c:pt idx="6">
                  <c:v>-1.9646481138029337</c:v>
                </c:pt>
                <c:pt idx="7">
                  <c:v>-0.63917743560154161</c:v>
                </c:pt>
                <c:pt idx="8">
                  <c:v>-4.7651341821623561E-2</c:v>
                </c:pt>
                <c:pt idx="9">
                  <c:v>0.40303694922360078</c:v>
                </c:pt>
                <c:pt idx="10">
                  <c:v>0.43725240882347449</c:v>
                </c:pt>
                <c:pt idx="11">
                  <c:v>0.32626596820931264</c:v>
                </c:pt>
                <c:pt idx="12">
                  <c:v>0.82987346763141567</c:v>
                </c:pt>
                <c:pt idx="13">
                  <c:v>1.0586527752936719</c:v>
                </c:pt>
                <c:pt idx="14">
                  <c:v>1.8126580434601081</c:v>
                </c:pt>
                <c:pt idx="15">
                  <c:v>2.4382234376608438</c:v>
                </c:pt>
                <c:pt idx="16">
                  <c:v>2.1793959137182704</c:v>
                </c:pt>
                <c:pt idx="17">
                  <c:v>2.0544385534105039</c:v>
                </c:pt>
                <c:pt idx="18">
                  <c:v>1.3578627858368875</c:v>
                </c:pt>
                <c:pt idx="19">
                  <c:v>-0.17664512539004318</c:v>
                </c:pt>
                <c:pt idx="20">
                  <c:v>-0.95407541364688697</c:v>
                </c:pt>
                <c:pt idx="21">
                  <c:v>-1.0512037961521257</c:v>
                </c:pt>
                <c:pt idx="22">
                  <c:v>-0.56196648514432623</c:v>
                </c:pt>
                <c:pt idx="23">
                  <c:v>0.66800445316699064</c:v>
                </c:pt>
                <c:pt idx="24">
                  <c:v>1.2706804858077669</c:v>
                </c:pt>
                <c:pt idx="25">
                  <c:v>1.404650396816995</c:v>
                </c:pt>
                <c:pt idx="26">
                  <c:v>2.7066613904185561</c:v>
                </c:pt>
                <c:pt idx="27">
                  <c:v>3.2432211062718102</c:v>
                </c:pt>
                <c:pt idx="28">
                  <c:v>3.1904392933344563</c:v>
                </c:pt>
                <c:pt idx="29">
                  <c:v>3.9305532256899092</c:v>
                </c:pt>
                <c:pt idx="30">
                  <c:v>2.9534377466302675</c:v>
                </c:pt>
                <c:pt idx="31">
                  <c:v>1.7007939531763423</c:v>
                </c:pt>
                <c:pt idx="32">
                  <c:v>1.4118962823601975</c:v>
                </c:pt>
                <c:pt idx="33">
                  <c:v>0.63841632812150728</c:v>
                </c:pt>
                <c:pt idx="34">
                  <c:v>0.63304205417170256</c:v>
                </c:pt>
                <c:pt idx="35">
                  <c:v>0.94967042956541281</c:v>
                </c:pt>
                <c:pt idx="36">
                  <c:v>0.70274300057370431</c:v>
                </c:pt>
                <c:pt idx="37">
                  <c:v>0.76679844679618192</c:v>
                </c:pt>
                <c:pt idx="38">
                  <c:v>0.87869021963587435</c:v>
                </c:pt>
                <c:pt idx="39">
                  <c:v>0.54970210109903372</c:v>
                </c:pt>
                <c:pt idx="40">
                  <c:v>0.26703639131251689</c:v>
                </c:pt>
                <c:pt idx="41">
                  <c:v>-0.33713081084972851</c:v>
                </c:pt>
                <c:pt idx="42">
                  <c:v>-0.82532668630926398</c:v>
                </c:pt>
                <c:pt idx="43">
                  <c:v>-1.3557694511422289</c:v>
                </c:pt>
                <c:pt idx="44">
                  <c:v>-1.7006442065288843</c:v>
                </c:pt>
                <c:pt idx="45">
                  <c:v>-1.2594261318239541</c:v>
                </c:pt>
                <c:pt idx="46">
                  <c:v>-1.6152565196938011</c:v>
                </c:pt>
                <c:pt idx="47">
                  <c:v>-1.5343638489833347</c:v>
                </c:pt>
                <c:pt idx="48">
                  <c:v>-1.7510123918553235</c:v>
                </c:pt>
                <c:pt idx="49">
                  <c:v>-2.2015838525679019</c:v>
                </c:pt>
                <c:pt idx="50">
                  <c:v>-2.4032750018817177</c:v>
                </c:pt>
                <c:pt idx="51">
                  <c:v>-2.5936419936327666</c:v>
                </c:pt>
                <c:pt idx="52">
                  <c:v>-1.4885801518601556</c:v>
                </c:pt>
                <c:pt idx="53">
                  <c:v>-0.84371755702963991</c:v>
                </c:pt>
                <c:pt idx="54">
                  <c:v>-0.22478694169472013</c:v>
                </c:pt>
                <c:pt idx="55">
                  <c:v>-8.0942214087053599E-2</c:v>
                </c:pt>
                <c:pt idx="56">
                  <c:v>-0.65169089841517813</c:v>
                </c:pt>
                <c:pt idx="57">
                  <c:v>-1.58918332366179</c:v>
                </c:pt>
                <c:pt idx="58">
                  <c:v>-2.8370015085116989</c:v>
                </c:pt>
                <c:pt idx="59">
                  <c:v>-2.6400125363773772</c:v>
                </c:pt>
                <c:pt idx="60">
                  <c:v>-2.1171201823086321</c:v>
                </c:pt>
                <c:pt idx="61">
                  <c:v>-1.5382329209590631</c:v>
                </c:pt>
                <c:pt idx="62">
                  <c:v>-0.85370377531297592</c:v>
                </c:pt>
                <c:pt idx="63">
                  <c:v>-0.64245865814043268</c:v>
                </c:pt>
                <c:pt idx="64">
                  <c:v>-0.46633430267009657</c:v>
                </c:pt>
                <c:pt idx="65">
                  <c:v>-0.35510452841251156</c:v>
                </c:pt>
                <c:pt idx="66">
                  <c:v>-0.20127274097855896</c:v>
                </c:pt>
                <c:pt idx="67">
                  <c:v>-7.1823481822653371E-2</c:v>
                </c:pt>
                <c:pt idx="68">
                  <c:v>-0.32633519853266724</c:v>
                </c:pt>
                <c:pt idx="69">
                  <c:v>-0.29770147290279314</c:v>
                </c:pt>
                <c:pt idx="70">
                  <c:v>-0.75341101993027104</c:v>
                </c:pt>
                <c:pt idx="71">
                  <c:v>-0.72378632371980822</c:v>
                </c:pt>
                <c:pt idx="72">
                  <c:v>-0.31753710797940904</c:v>
                </c:pt>
                <c:pt idx="73">
                  <c:v>-9.0245113328925375E-2</c:v>
                </c:pt>
                <c:pt idx="74">
                  <c:v>0.30136433104606525</c:v>
                </c:pt>
                <c:pt idx="75">
                  <c:v>0.14465049453247131</c:v>
                </c:pt>
                <c:pt idx="76">
                  <c:v>0.36201878046960106</c:v>
                </c:pt>
                <c:pt idx="77">
                  <c:v>0.88563677598946899</c:v>
                </c:pt>
                <c:pt idx="78">
                  <c:v>1.6493927632604133</c:v>
                </c:pt>
                <c:pt idx="79">
                  <c:v>2.9352979878318504</c:v>
                </c:pt>
                <c:pt idx="80">
                  <c:v>3.4834344175925587</c:v>
                </c:pt>
                <c:pt idx="81">
                  <c:v>3.173154452828661</c:v>
                </c:pt>
                <c:pt idx="82">
                  <c:v>2.5036623092878405</c:v>
                </c:pt>
                <c:pt idx="83">
                  <c:v>1.2595852404904817</c:v>
                </c:pt>
                <c:pt idx="84">
                  <c:v>0.10912661737665447</c:v>
                </c:pt>
                <c:pt idx="85">
                  <c:v>-0.22256270335695458</c:v>
                </c:pt>
                <c:pt idx="86">
                  <c:v>-0.41146598176004523</c:v>
                </c:pt>
                <c:pt idx="87">
                  <c:v>-0.22509068870294358</c:v>
                </c:pt>
                <c:pt idx="88">
                  <c:v>-8.2836957675254119E-3</c:v>
                </c:pt>
                <c:pt idx="89">
                  <c:v>-0.34171373410955952</c:v>
                </c:pt>
                <c:pt idx="90">
                  <c:v>-0.96550609806902887</c:v>
                </c:pt>
                <c:pt idx="91">
                  <c:v>-0.5277160697382689</c:v>
                </c:pt>
                <c:pt idx="92">
                  <c:v>-0.4138432382377577</c:v>
                </c:pt>
                <c:pt idx="93">
                  <c:v>-0.26094876123835509</c:v>
                </c:pt>
                <c:pt idx="94">
                  <c:v>-0.14277136490038853</c:v>
                </c:pt>
                <c:pt idx="95">
                  <c:v>-0.55871439126558142</c:v>
                </c:pt>
                <c:pt idx="96">
                  <c:v>-0.91902108216608036</c:v>
                </c:pt>
                <c:pt idx="97">
                  <c:v>-0.30122004978839317</c:v>
                </c:pt>
                <c:pt idx="98">
                  <c:v>0.95338098887909251</c:v>
                </c:pt>
                <c:pt idx="99">
                  <c:v>1.402943873835969</c:v>
                </c:pt>
                <c:pt idx="100">
                  <c:v>1.6061844315947871</c:v>
                </c:pt>
                <c:pt idx="101">
                  <c:v>0.89450127345976349</c:v>
                </c:pt>
                <c:pt idx="102">
                  <c:v>-1.1016810726931636</c:v>
                </c:pt>
                <c:pt idx="103">
                  <c:v>-1.4078373848892678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788-4BBB-A7BC-7D4A1B573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8416056"/>
        <c:axId val="448419256"/>
      </c:barChart>
      <c:lineChart>
        <c:grouping val="standard"/>
        <c:varyColors val="0"/>
        <c:ser>
          <c:idx val="4"/>
          <c:order val="4"/>
          <c:tx>
            <c:strRef>
              <c:f>'[Panorama de Renda Variável (2022-05-12).xlsx]Crescimento do PIB'!$F$1</c:f>
              <c:strCache>
                <c:ptCount val="1"/>
                <c:pt idx="0">
                  <c:v>PIB</c:v>
                </c:pt>
              </c:strCache>
            </c:strRef>
          </c:tx>
          <c:spPr>
            <a:ln w="12700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ysClr val="windowText" lastClr="000000"/>
              </a:solidFill>
              <a:ln w="12700">
                <a:solidFill>
                  <a:sysClr val="windowText" lastClr="000000"/>
                </a:solidFill>
              </a:ln>
              <a:effectLst/>
            </c:spPr>
          </c:marker>
          <c:cat>
            <c:numRef>
              <c:f>'[Panorama de Renda Variável (2022-05-12).xlsx]Crescimento do PIB'!$A$2:$A$105</c:f>
              <c:numCache>
                <c:formatCode>m/d/yyyy</c:formatCode>
                <c:ptCount val="104"/>
                <c:pt idx="0">
                  <c:v>35125</c:v>
                </c:pt>
                <c:pt idx="1">
                  <c:v>35217</c:v>
                </c:pt>
                <c:pt idx="2">
                  <c:v>35309</c:v>
                </c:pt>
                <c:pt idx="3">
                  <c:v>35400</c:v>
                </c:pt>
                <c:pt idx="4">
                  <c:v>35490</c:v>
                </c:pt>
                <c:pt idx="5">
                  <c:v>35582</c:v>
                </c:pt>
                <c:pt idx="6">
                  <c:v>35674</c:v>
                </c:pt>
                <c:pt idx="7">
                  <c:v>35765</c:v>
                </c:pt>
                <c:pt idx="8">
                  <c:v>35855</c:v>
                </c:pt>
                <c:pt idx="9">
                  <c:v>35947</c:v>
                </c:pt>
                <c:pt idx="10">
                  <c:v>36039</c:v>
                </c:pt>
                <c:pt idx="11">
                  <c:v>36130</c:v>
                </c:pt>
                <c:pt idx="12">
                  <c:v>36220</c:v>
                </c:pt>
                <c:pt idx="13">
                  <c:v>36312</c:v>
                </c:pt>
                <c:pt idx="14">
                  <c:v>36404</c:v>
                </c:pt>
                <c:pt idx="15">
                  <c:v>36495</c:v>
                </c:pt>
                <c:pt idx="16">
                  <c:v>36586</c:v>
                </c:pt>
                <c:pt idx="17">
                  <c:v>36678</c:v>
                </c:pt>
                <c:pt idx="18">
                  <c:v>36770</c:v>
                </c:pt>
                <c:pt idx="19">
                  <c:v>36861</c:v>
                </c:pt>
                <c:pt idx="20">
                  <c:v>36951</c:v>
                </c:pt>
                <c:pt idx="21">
                  <c:v>37043</c:v>
                </c:pt>
                <c:pt idx="22">
                  <c:v>37135</c:v>
                </c:pt>
                <c:pt idx="23">
                  <c:v>37226</c:v>
                </c:pt>
                <c:pt idx="24">
                  <c:v>37316</c:v>
                </c:pt>
                <c:pt idx="25">
                  <c:v>37408</c:v>
                </c:pt>
                <c:pt idx="26">
                  <c:v>37500</c:v>
                </c:pt>
                <c:pt idx="27">
                  <c:v>37591</c:v>
                </c:pt>
                <c:pt idx="28">
                  <c:v>37681</c:v>
                </c:pt>
                <c:pt idx="29">
                  <c:v>37773</c:v>
                </c:pt>
                <c:pt idx="30">
                  <c:v>37865</c:v>
                </c:pt>
                <c:pt idx="31">
                  <c:v>37956</c:v>
                </c:pt>
                <c:pt idx="32">
                  <c:v>38047</c:v>
                </c:pt>
                <c:pt idx="33">
                  <c:v>38139</c:v>
                </c:pt>
                <c:pt idx="34">
                  <c:v>38231</c:v>
                </c:pt>
                <c:pt idx="35">
                  <c:v>38322</c:v>
                </c:pt>
                <c:pt idx="36">
                  <c:v>38412</c:v>
                </c:pt>
                <c:pt idx="37">
                  <c:v>38504</c:v>
                </c:pt>
                <c:pt idx="38">
                  <c:v>38596</c:v>
                </c:pt>
                <c:pt idx="39">
                  <c:v>38687</c:v>
                </c:pt>
                <c:pt idx="40">
                  <c:v>38777</c:v>
                </c:pt>
                <c:pt idx="41">
                  <c:v>38869</c:v>
                </c:pt>
                <c:pt idx="42">
                  <c:v>38961</c:v>
                </c:pt>
                <c:pt idx="43">
                  <c:v>39052</c:v>
                </c:pt>
                <c:pt idx="44">
                  <c:v>39142</c:v>
                </c:pt>
                <c:pt idx="45">
                  <c:v>39234</c:v>
                </c:pt>
                <c:pt idx="46">
                  <c:v>39326</c:v>
                </c:pt>
                <c:pt idx="47">
                  <c:v>39417</c:v>
                </c:pt>
                <c:pt idx="48">
                  <c:v>39508</c:v>
                </c:pt>
                <c:pt idx="49">
                  <c:v>39600</c:v>
                </c:pt>
                <c:pt idx="50">
                  <c:v>39692</c:v>
                </c:pt>
                <c:pt idx="51">
                  <c:v>39783</c:v>
                </c:pt>
                <c:pt idx="52">
                  <c:v>39873</c:v>
                </c:pt>
                <c:pt idx="53">
                  <c:v>39965</c:v>
                </c:pt>
                <c:pt idx="54">
                  <c:v>40057</c:v>
                </c:pt>
                <c:pt idx="55">
                  <c:v>40148</c:v>
                </c:pt>
                <c:pt idx="56">
                  <c:v>40238</c:v>
                </c:pt>
                <c:pt idx="57">
                  <c:v>40330</c:v>
                </c:pt>
                <c:pt idx="58">
                  <c:v>40422</c:v>
                </c:pt>
                <c:pt idx="59">
                  <c:v>40513</c:v>
                </c:pt>
                <c:pt idx="60">
                  <c:v>40603</c:v>
                </c:pt>
                <c:pt idx="61">
                  <c:v>40695</c:v>
                </c:pt>
                <c:pt idx="62">
                  <c:v>40787</c:v>
                </c:pt>
                <c:pt idx="63">
                  <c:v>40878</c:v>
                </c:pt>
                <c:pt idx="64">
                  <c:v>40969</c:v>
                </c:pt>
                <c:pt idx="65">
                  <c:v>41061</c:v>
                </c:pt>
                <c:pt idx="66">
                  <c:v>41153</c:v>
                </c:pt>
                <c:pt idx="67">
                  <c:v>41244</c:v>
                </c:pt>
                <c:pt idx="68">
                  <c:v>41334</c:v>
                </c:pt>
                <c:pt idx="69">
                  <c:v>41426</c:v>
                </c:pt>
                <c:pt idx="70">
                  <c:v>41518</c:v>
                </c:pt>
                <c:pt idx="71">
                  <c:v>41609</c:v>
                </c:pt>
                <c:pt idx="72">
                  <c:v>41699</c:v>
                </c:pt>
                <c:pt idx="73">
                  <c:v>41791</c:v>
                </c:pt>
                <c:pt idx="74">
                  <c:v>41883</c:v>
                </c:pt>
                <c:pt idx="75">
                  <c:v>41974</c:v>
                </c:pt>
                <c:pt idx="76">
                  <c:v>42064</c:v>
                </c:pt>
                <c:pt idx="77">
                  <c:v>42156</c:v>
                </c:pt>
                <c:pt idx="78">
                  <c:v>42248</c:v>
                </c:pt>
                <c:pt idx="79">
                  <c:v>42339</c:v>
                </c:pt>
                <c:pt idx="80">
                  <c:v>42430</c:v>
                </c:pt>
                <c:pt idx="81">
                  <c:v>42522</c:v>
                </c:pt>
                <c:pt idx="82">
                  <c:v>42614</c:v>
                </c:pt>
                <c:pt idx="83">
                  <c:v>42705</c:v>
                </c:pt>
                <c:pt idx="84">
                  <c:v>42795</c:v>
                </c:pt>
                <c:pt idx="85">
                  <c:v>42887</c:v>
                </c:pt>
                <c:pt idx="86">
                  <c:v>42979</c:v>
                </c:pt>
                <c:pt idx="87">
                  <c:v>43070</c:v>
                </c:pt>
                <c:pt idx="88">
                  <c:v>43160</c:v>
                </c:pt>
                <c:pt idx="89">
                  <c:v>43252</c:v>
                </c:pt>
                <c:pt idx="90">
                  <c:v>43344</c:v>
                </c:pt>
                <c:pt idx="91">
                  <c:v>43435</c:v>
                </c:pt>
                <c:pt idx="92">
                  <c:v>43525</c:v>
                </c:pt>
                <c:pt idx="93">
                  <c:v>43617</c:v>
                </c:pt>
                <c:pt idx="94">
                  <c:v>43709</c:v>
                </c:pt>
                <c:pt idx="95">
                  <c:v>43800</c:v>
                </c:pt>
                <c:pt idx="96">
                  <c:v>43891</c:v>
                </c:pt>
                <c:pt idx="97">
                  <c:v>43983</c:v>
                </c:pt>
                <c:pt idx="98">
                  <c:v>44075</c:v>
                </c:pt>
                <c:pt idx="99">
                  <c:v>44166</c:v>
                </c:pt>
                <c:pt idx="100">
                  <c:v>44256</c:v>
                </c:pt>
                <c:pt idx="101">
                  <c:v>44348</c:v>
                </c:pt>
                <c:pt idx="102">
                  <c:v>44440</c:v>
                </c:pt>
                <c:pt idx="103">
                  <c:v>44531</c:v>
                </c:pt>
              </c:numCache>
            </c:numRef>
          </c:cat>
          <c:val>
            <c:numRef>
              <c:f>'[Panorama de Renda Variável (2022-05-12).xlsx]Crescimento do PIB'!$F$2:$F$105</c:f>
              <c:numCache>
                <c:formatCode>#,##0.00</c:formatCode>
                <c:ptCount val="104"/>
                <c:pt idx="0">
                  <c:v>2.5196866036296672</c:v>
                </c:pt>
                <c:pt idx="1">
                  <c:v>2.1356122458933591</c:v>
                </c:pt>
                <c:pt idx="2">
                  <c:v>2.309147008293766</c:v>
                </c:pt>
                <c:pt idx="3">
                  <c:v>2.2088640505145696</c:v>
                </c:pt>
                <c:pt idx="4">
                  <c:v>3.1778325489870474</c:v>
                </c:pt>
                <c:pt idx="5">
                  <c:v>4.0228432836898476</c:v>
                </c:pt>
                <c:pt idx="6">
                  <c:v>3.025558834045583</c:v>
                </c:pt>
                <c:pt idx="7">
                  <c:v>3.3948459853159418</c:v>
                </c:pt>
                <c:pt idx="8">
                  <c:v>2.8134774283856023</c:v>
                </c:pt>
                <c:pt idx="9">
                  <c:v>2.0194317963698083</c:v>
                </c:pt>
                <c:pt idx="10">
                  <c:v>1.6430603042161485</c:v>
                </c:pt>
                <c:pt idx="11">
                  <c:v>0.3380979019523167</c:v>
                </c:pt>
                <c:pt idx="12">
                  <c:v>0.28242671386755624</c:v>
                </c:pt>
                <c:pt idx="13">
                  <c:v>-0.19121231489300783</c:v>
                </c:pt>
                <c:pt idx="14">
                  <c:v>-0.44155507422727341</c:v>
                </c:pt>
                <c:pt idx="15">
                  <c:v>0.46793756667951042</c:v>
                </c:pt>
                <c:pt idx="16">
                  <c:v>1.3398776018223257</c:v>
                </c:pt>
                <c:pt idx="17">
                  <c:v>2.435509946447878</c:v>
                </c:pt>
                <c:pt idx="18">
                  <c:v>3.7752778726457992</c:v>
                </c:pt>
                <c:pt idx="19">
                  <c:v>4.3879494436487976</c:v>
                </c:pt>
                <c:pt idx="20">
                  <c:v>4.1593659933644167</c:v>
                </c:pt>
                <c:pt idx="21">
                  <c:v>3.7386464333157177</c:v>
                </c:pt>
                <c:pt idx="22">
                  <c:v>2.6826837334938953</c:v>
                </c:pt>
                <c:pt idx="23">
                  <c:v>1.3898964044581685</c:v>
                </c:pt>
                <c:pt idx="24">
                  <c:v>0.6711154007138953</c:v>
                </c:pt>
                <c:pt idx="25">
                  <c:v>0.67355813561924549</c:v>
                </c:pt>
                <c:pt idx="26">
                  <c:v>1.6165552577042996</c:v>
                </c:pt>
                <c:pt idx="27">
                  <c:v>3.0534618568362815</c:v>
                </c:pt>
                <c:pt idx="28">
                  <c:v>3.5870420394645386</c:v>
                </c:pt>
                <c:pt idx="29">
                  <c:v>3.1941640197062249</c:v>
                </c:pt>
                <c:pt idx="30">
                  <c:v>2.2803673871021779</c:v>
                </c:pt>
                <c:pt idx="31">
                  <c:v>1.140828998770882</c:v>
                </c:pt>
                <c:pt idx="32">
                  <c:v>1.4445290056554148</c:v>
                </c:pt>
                <c:pt idx="33">
                  <c:v>2.8150418471834193</c:v>
                </c:pt>
                <c:pt idx="34">
                  <c:v>4.3314099994919752</c:v>
                </c:pt>
                <c:pt idx="35">
                  <c:v>5.7599646368600155</c:v>
                </c:pt>
                <c:pt idx="36">
                  <c:v>5.8186424591671004</c:v>
                </c:pt>
                <c:pt idx="37">
                  <c:v>5.3556239625505819</c:v>
                </c:pt>
                <c:pt idx="38">
                  <c:v>4.2122479557245684</c:v>
                </c:pt>
                <c:pt idx="39">
                  <c:v>3.202135247774951</c:v>
                </c:pt>
                <c:pt idx="40">
                  <c:v>3.2349931931429321</c:v>
                </c:pt>
                <c:pt idx="41">
                  <c:v>2.6907608413058393</c:v>
                </c:pt>
                <c:pt idx="42">
                  <c:v>3.2973500718797455</c:v>
                </c:pt>
                <c:pt idx="43">
                  <c:v>3.9619886987140696</c:v>
                </c:pt>
                <c:pt idx="44">
                  <c:v>4.1916188730805715</c:v>
                </c:pt>
                <c:pt idx="45">
                  <c:v>5.259092903881557</c:v>
                </c:pt>
                <c:pt idx="46">
                  <c:v>5.6078025040121826</c:v>
                </c:pt>
                <c:pt idx="47">
                  <c:v>6.0698706048772921</c:v>
                </c:pt>
                <c:pt idx="48">
                  <c:v>6.2994368441516624</c:v>
                </c:pt>
                <c:pt idx="49">
                  <c:v>6.2515794177514969</c:v>
                </c:pt>
                <c:pt idx="50">
                  <c:v>6.5348292382660933</c:v>
                </c:pt>
                <c:pt idx="51">
                  <c:v>5.0941954569816206</c:v>
                </c:pt>
                <c:pt idx="52">
                  <c:v>2.9694427322787931</c:v>
                </c:pt>
                <c:pt idx="53">
                  <c:v>0.82847375785397592</c:v>
                </c:pt>
                <c:pt idx="54">
                  <c:v>-1.1928859998620256</c:v>
                </c:pt>
                <c:pt idx="55">
                  <c:v>-0.12581199386590969</c:v>
                </c:pt>
                <c:pt idx="56">
                  <c:v>2.6367020264155938</c:v>
                </c:pt>
                <c:pt idx="57">
                  <c:v>5.3337136972621435</c:v>
                </c:pt>
                <c:pt idx="58">
                  <c:v>7.4612633463596145</c:v>
                </c:pt>
                <c:pt idx="59">
                  <c:v>7.5282258217931108</c:v>
                </c:pt>
                <c:pt idx="60">
                  <c:v>6.5547598267485121</c:v>
                </c:pt>
                <c:pt idx="61">
                  <c:v>5.6149201586360498</c:v>
                </c:pt>
                <c:pt idx="62">
                  <c:v>4.7610568942161757</c:v>
                </c:pt>
                <c:pt idx="63">
                  <c:v>3.9744230654152002</c:v>
                </c:pt>
                <c:pt idx="64">
                  <c:v>3.1237227715153804</c:v>
                </c:pt>
                <c:pt idx="65">
                  <c:v>2.1970867118315418</c:v>
                </c:pt>
                <c:pt idx="66">
                  <c:v>1.9387233619535538</c:v>
                </c:pt>
                <c:pt idx="67">
                  <c:v>1.9211759930170214</c:v>
                </c:pt>
                <c:pt idx="68">
                  <c:v>2.1684859951921931</c:v>
                </c:pt>
                <c:pt idx="69">
                  <c:v>2.9284718587484493</c:v>
                </c:pt>
                <c:pt idx="70">
                  <c:v>2.9963131901505462</c:v>
                </c:pt>
                <c:pt idx="71">
                  <c:v>3.0048226644272535</c:v>
                </c:pt>
                <c:pt idx="72">
                  <c:v>3.1870866472613502</c:v>
                </c:pt>
                <c:pt idx="73">
                  <c:v>2.0631422388015963</c:v>
                </c:pt>
                <c:pt idx="74">
                  <c:v>1.1927982488047828</c:v>
                </c:pt>
                <c:pt idx="75">
                  <c:v>0.50395575418937799</c:v>
                </c:pt>
                <c:pt idx="76">
                  <c:v>-0.72714553327105635</c:v>
                </c:pt>
                <c:pt idx="77">
                  <c:v>-1.2985014781889626</c:v>
                </c:pt>
                <c:pt idx="78">
                  <c:v>-2.2161400336847104</c:v>
                </c:pt>
                <c:pt idx="79">
                  <c:v>-3.5457634055206189</c:v>
                </c:pt>
                <c:pt idx="80">
                  <c:v>-4.4146835485075364</c:v>
                </c:pt>
                <c:pt idx="81">
                  <c:v>-4.5434413825256925</c:v>
                </c:pt>
                <c:pt idx="82">
                  <c:v>-4.0986317037817077</c:v>
                </c:pt>
                <c:pt idx="83">
                  <c:v>-3.2759169015248779</c:v>
                </c:pt>
                <c:pt idx="84">
                  <c:v>-1.9333740205883521</c:v>
                </c:pt>
                <c:pt idx="85">
                  <c:v>-0.92896473424473047</c:v>
                </c:pt>
                <c:pt idx="86">
                  <c:v>0.11184318514569913</c:v>
                </c:pt>
                <c:pt idx="87">
                  <c:v>1.3228690554852651</c:v>
                </c:pt>
                <c:pt idx="88">
                  <c:v>1.7142724513727894</c:v>
                </c:pt>
                <c:pt idx="89">
                  <c:v>1.9123902853233732</c:v>
                </c:pt>
                <c:pt idx="90">
                  <c:v>2.0184088697315472</c:v>
                </c:pt>
                <c:pt idx="91">
                  <c:v>1.7836667548653873</c:v>
                </c:pt>
                <c:pt idx="92">
                  <c:v>1.5787181033263264</c:v>
                </c:pt>
                <c:pt idx="93">
                  <c:v>1.5047040412533574</c:v>
                </c:pt>
                <c:pt idx="94">
                  <c:v>1.2623090762169609</c:v>
                </c:pt>
                <c:pt idx="95">
                  <c:v>1.220777831119757</c:v>
                </c:pt>
                <c:pt idx="96">
                  <c:v>0.93110380065122289</c:v>
                </c:pt>
                <c:pt idx="97">
                  <c:v>-2.0810463396154555</c:v>
                </c:pt>
                <c:pt idx="98">
                  <c:v>-3.2998536817589907</c:v>
                </c:pt>
                <c:pt idx="99">
                  <c:v>-3.8786763342577357</c:v>
                </c:pt>
                <c:pt idx="100">
                  <c:v>-3.5342910068532181</c:v>
                </c:pt>
                <c:pt idx="101">
                  <c:v>1.9240116026979726</c:v>
                </c:pt>
                <c:pt idx="102">
                  <c:v>3.9400880865863686</c:v>
                </c:pt>
                <c:pt idx="103">
                  <c:v>4.6194216206421279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788-4BBB-A7BC-7D4A1B573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48416056"/>
        <c:axId val="448419256"/>
      </c:lineChart>
      <c:date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Offset val="100"/>
        <c:baseTimeUnit val="months"/>
        <c:majorUnit val="1"/>
        <c:majorTimeUnit val="years"/>
      </c:dateAx>
      <c:valAx>
        <c:axId val="448419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t"/>
      <c:legendEntry>
        <c:idx val="4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1" i="0" u="none" strike="noStrike" kern="1200" spc="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r>
              <a:rPr lang="en-US"/>
              <a:t>Estrutura de Juros Nominais (%)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spc="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'[Panorama de Renda Variável (2022-05-12).xlsx]Planilha8'!$B$1</c:f>
              <c:strCache>
                <c:ptCount val="1"/>
                <c:pt idx="0">
                  <c:v>1 Ano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(2022-05-12).xlsx]Planilha8'!$A$2:$A$208</c:f>
              <c:numCache>
                <c:formatCode>m/d/yyyy</c:formatCode>
                <c:ptCount val="207"/>
                <c:pt idx="0">
                  <c:v>38384</c:v>
                </c:pt>
                <c:pt idx="1">
                  <c:v>38412</c:v>
                </c:pt>
                <c:pt idx="2">
                  <c:v>38443</c:v>
                </c:pt>
                <c:pt idx="3">
                  <c:v>38473</c:v>
                </c:pt>
                <c:pt idx="4">
                  <c:v>38504</c:v>
                </c:pt>
                <c:pt idx="5">
                  <c:v>38534</c:v>
                </c:pt>
                <c:pt idx="6">
                  <c:v>38565</c:v>
                </c:pt>
                <c:pt idx="7">
                  <c:v>38596</c:v>
                </c:pt>
                <c:pt idx="8">
                  <c:v>38626</c:v>
                </c:pt>
                <c:pt idx="9">
                  <c:v>38657</c:v>
                </c:pt>
                <c:pt idx="10">
                  <c:v>38687</c:v>
                </c:pt>
                <c:pt idx="11">
                  <c:v>38718</c:v>
                </c:pt>
                <c:pt idx="12">
                  <c:v>38749</c:v>
                </c:pt>
                <c:pt idx="13">
                  <c:v>38777</c:v>
                </c:pt>
                <c:pt idx="14">
                  <c:v>38808</c:v>
                </c:pt>
                <c:pt idx="15">
                  <c:v>38838</c:v>
                </c:pt>
                <c:pt idx="16">
                  <c:v>38869</c:v>
                </c:pt>
                <c:pt idx="17">
                  <c:v>38899</c:v>
                </c:pt>
                <c:pt idx="18">
                  <c:v>38930</c:v>
                </c:pt>
                <c:pt idx="19">
                  <c:v>38961</c:v>
                </c:pt>
                <c:pt idx="20">
                  <c:v>38991</c:v>
                </c:pt>
                <c:pt idx="21">
                  <c:v>39022</c:v>
                </c:pt>
                <c:pt idx="22">
                  <c:v>39052</c:v>
                </c:pt>
                <c:pt idx="23">
                  <c:v>39083</c:v>
                </c:pt>
                <c:pt idx="24">
                  <c:v>39114</c:v>
                </c:pt>
                <c:pt idx="25">
                  <c:v>39142</c:v>
                </c:pt>
                <c:pt idx="26">
                  <c:v>39173</c:v>
                </c:pt>
                <c:pt idx="27">
                  <c:v>39203</c:v>
                </c:pt>
                <c:pt idx="28">
                  <c:v>39234</c:v>
                </c:pt>
                <c:pt idx="29">
                  <c:v>39264</c:v>
                </c:pt>
                <c:pt idx="30">
                  <c:v>39295</c:v>
                </c:pt>
                <c:pt idx="31">
                  <c:v>39326</c:v>
                </c:pt>
                <c:pt idx="32">
                  <c:v>39356</c:v>
                </c:pt>
                <c:pt idx="33">
                  <c:v>39387</c:v>
                </c:pt>
                <c:pt idx="34">
                  <c:v>39417</c:v>
                </c:pt>
                <c:pt idx="35">
                  <c:v>39448</c:v>
                </c:pt>
                <c:pt idx="36">
                  <c:v>39479</c:v>
                </c:pt>
                <c:pt idx="37">
                  <c:v>39508</c:v>
                </c:pt>
                <c:pt idx="38">
                  <c:v>39539</c:v>
                </c:pt>
                <c:pt idx="39">
                  <c:v>39569</c:v>
                </c:pt>
                <c:pt idx="40">
                  <c:v>39600</c:v>
                </c:pt>
                <c:pt idx="41">
                  <c:v>39630</c:v>
                </c:pt>
                <c:pt idx="42">
                  <c:v>39661</c:v>
                </c:pt>
                <c:pt idx="43">
                  <c:v>39692</c:v>
                </c:pt>
                <c:pt idx="44">
                  <c:v>39722</c:v>
                </c:pt>
                <c:pt idx="45">
                  <c:v>39753</c:v>
                </c:pt>
                <c:pt idx="46">
                  <c:v>39783</c:v>
                </c:pt>
                <c:pt idx="47">
                  <c:v>39814</c:v>
                </c:pt>
                <c:pt idx="48">
                  <c:v>39845</c:v>
                </c:pt>
                <c:pt idx="49">
                  <c:v>39873</c:v>
                </c:pt>
                <c:pt idx="50">
                  <c:v>39904</c:v>
                </c:pt>
                <c:pt idx="51">
                  <c:v>39934</c:v>
                </c:pt>
                <c:pt idx="52">
                  <c:v>39965</c:v>
                </c:pt>
                <c:pt idx="53">
                  <c:v>39995</c:v>
                </c:pt>
                <c:pt idx="54">
                  <c:v>40026</c:v>
                </c:pt>
                <c:pt idx="55">
                  <c:v>40057</c:v>
                </c:pt>
                <c:pt idx="56">
                  <c:v>40087</c:v>
                </c:pt>
                <c:pt idx="57">
                  <c:v>40118</c:v>
                </c:pt>
                <c:pt idx="58">
                  <c:v>40148</c:v>
                </c:pt>
                <c:pt idx="59">
                  <c:v>40179</c:v>
                </c:pt>
                <c:pt idx="60">
                  <c:v>40210</c:v>
                </c:pt>
                <c:pt idx="61">
                  <c:v>40238</c:v>
                </c:pt>
                <c:pt idx="62">
                  <c:v>40269</c:v>
                </c:pt>
                <c:pt idx="63">
                  <c:v>40299</c:v>
                </c:pt>
                <c:pt idx="64">
                  <c:v>40330</c:v>
                </c:pt>
                <c:pt idx="65">
                  <c:v>40360</c:v>
                </c:pt>
                <c:pt idx="66">
                  <c:v>40391</c:v>
                </c:pt>
                <c:pt idx="67">
                  <c:v>40422</c:v>
                </c:pt>
                <c:pt idx="68">
                  <c:v>40452</c:v>
                </c:pt>
                <c:pt idx="69">
                  <c:v>40483</c:v>
                </c:pt>
                <c:pt idx="70">
                  <c:v>40513</c:v>
                </c:pt>
                <c:pt idx="71">
                  <c:v>40544</c:v>
                </c:pt>
                <c:pt idx="72">
                  <c:v>40575</c:v>
                </c:pt>
                <c:pt idx="73">
                  <c:v>40603</c:v>
                </c:pt>
                <c:pt idx="74">
                  <c:v>40634</c:v>
                </c:pt>
                <c:pt idx="75">
                  <c:v>40664</c:v>
                </c:pt>
                <c:pt idx="76">
                  <c:v>40695</c:v>
                </c:pt>
                <c:pt idx="77">
                  <c:v>40725</c:v>
                </c:pt>
                <c:pt idx="78">
                  <c:v>40756</c:v>
                </c:pt>
                <c:pt idx="79">
                  <c:v>40787</c:v>
                </c:pt>
                <c:pt idx="80">
                  <c:v>40817</c:v>
                </c:pt>
                <c:pt idx="81">
                  <c:v>40848</c:v>
                </c:pt>
                <c:pt idx="82">
                  <c:v>40878</c:v>
                </c:pt>
                <c:pt idx="83">
                  <c:v>40909</c:v>
                </c:pt>
                <c:pt idx="84">
                  <c:v>40940</c:v>
                </c:pt>
                <c:pt idx="85">
                  <c:v>40969</c:v>
                </c:pt>
                <c:pt idx="86">
                  <c:v>41000</c:v>
                </c:pt>
                <c:pt idx="87">
                  <c:v>41030</c:v>
                </c:pt>
                <c:pt idx="88">
                  <c:v>41061</c:v>
                </c:pt>
                <c:pt idx="89">
                  <c:v>41091</c:v>
                </c:pt>
                <c:pt idx="90">
                  <c:v>41122</c:v>
                </c:pt>
                <c:pt idx="91">
                  <c:v>41153</c:v>
                </c:pt>
                <c:pt idx="92">
                  <c:v>41183</c:v>
                </c:pt>
                <c:pt idx="93">
                  <c:v>41214</c:v>
                </c:pt>
                <c:pt idx="94">
                  <c:v>41244</c:v>
                </c:pt>
                <c:pt idx="95">
                  <c:v>41275</c:v>
                </c:pt>
                <c:pt idx="96">
                  <c:v>41306</c:v>
                </c:pt>
                <c:pt idx="97">
                  <c:v>41334</c:v>
                </c:pt>
                <c:pt idx="98">
                  <c:v>41365</c:v>
                </c:pt>
                <c:pt idx="99">
                  <c:v>41395</c:v>
                </c:pt>
                <c:pt idx="100">
                  <c:v>41426</c:v>
                </c:pt>
                <c:pt idx="101">
                  <c:v>41456</c:v>
                </c:pt>
                <c:pt idx="102">
                  <c:v>41487</c:v>
                </c:pt>
                <c:pt idx="103">
                  <c:v>41518</c:v>
                </c:pt>
                <c:pt idx="104">
                  <c:v>41548</c:v>
                </c:pt>
                <c:pt idx="105">
                  <c:v>41579</c:v>
                </c:pt>
                <c:pt idx="106">
                  <c:v>41609</c:v>
                </c:pt>
                <c:pt idx="107">
                  <c:v>41640</c:v>
                </c:pt>
                <c:pt idx="108">
                  <c:v>41671</c:v>
                </c:pt>
                <c:pt idx="109">
                  <c:v>41699</c:v>
                </c:pt>
                <c:pt idx="110">
                  <c:v>41730</c:v>
                </c:pt>
                <c:pt idx="111">
                  <c:v>41760</c:v>
                </c:pt>
                <c:pt idx="112">
                  <c:v>41791</c:v>
                </c:pt>
                <c:pt idx="113">
                  <c:v>41821</c:v>
                </c:pt>
                <c:pt idx="114">
                  <c:v>41852</c:v>
                </c:pt>
                <c:pt idx="115">
                  <c:v>41883</c:v>
                </c:pt>
                <c:pt idx="116">
                  <c:v>41913</c:v>
                </c:pt>
                <c:pt idx="117">
                  <c:v>41944</c:v>
                </c:pt>
                <c:pt idx="118">
                  <c:v>41974</c:v>
                </c:pt>
                <c:pt idx="119">
                  <c:v>42005</c:v>
                </c:pt>
                <c:pt idx="120">
                  <c:v>42036</c:v>
                </c:pt>
                <c:pt idx="121">
                  <c:v>42064</c:v>
                </c:pt>
                <c:pt idx="122">
                  <c:v>42095</c:v>
                </c:pt>
                <c:pt idx="123">
                  <c:v>42125</c:v>
                </c:pt>
                <c:pt idx="124">
                  <c:v>42156</c:v>
                </c:pt>
                <c:pt idx="125">
                  <c:v>42186</c:v>
                </c:pt>
                <c:pt idx="126">
                  <c:v>42217</c:v>
                </c:pt>
                <c:pt idx="127">
                  <c:v>42248</c:v>
                </c:pt>
                <c:pt idx="128">
                  <c:v>42278</c:v>
                </c:pt>
                <c:pt idx="129">
                  <c:v>42309</c:v>
                </c:pt>
                <c:pt idx="130">
                  <c:v>42339</c:v>
                </c:pt>
                <c:pt idx="131">
                  <c:v>42370</c:v>
                </c:pt>
                <c:pt idx="132">
                  <c:v>42401</c:v>
                </c:pt>
                <c:pt idx="133">
                  <c:v>42430</c:v>
                </c:pt>
                <c:pt idx="134">
                  <c:v>42461</c:v>
                </c:pt>
                <c:pt idx="135">
                  <c:v>42491</c:v>
                </c:pt>
                <c:pt idx="136">
                  <c:v>42522</c:v>
                </c:pt>
                <c:pt idx="137">
                  <c:v>42552</c:v>
                </c:pt>
                <c:pt idx="138">
                  <c:v>42583</c:v>
                </c:pt>
                <c:pt idx="139">
                  <c:v>42614</c:v>
                </c:pt>
                <c:pt idx="140">
                  <c:v>42644</c:v>
                </c:pt>
                <c:pt idx="141">
                  <c:v>42675</c:v>
                </c:pt>
                <c:pt idx="142">
                  <c:v>42705</c:v>
                </c:pt>
                <c:pt idx="143">
                  <c:v>42736</c:v>
                </c:pt>
                <c:pt idx="144">
                  <c:v>42767</c:v>
                </c:pt>
                <c:pt idx="145">
                  <c:v>42795</c:v>
                </c:pt>
                <c:pt idx="146">
                  <c:v>42826</c:v>
                </c:pt>
                <c:pt idx="147">
                  <c:v>42856</c:v>
                </c:pt>
                <c:pt idx="148">
                  <c:v>42887</c:v>
                </c:pt>
                <c:pt idx="149">
                  <c:v>42917</c:v>
                </c:pt>
                <c:pt idx="150">
                  <c:v>42948</c:v>
                </c:pt>
                <c:pt idx="151">
                  <c:v>42979</c:v>
                </c:pt>
                <c:pt idx="152">
                  <c:v>43009</c:v>
                </c:pt>
                <c:pt idx="153">
                  <c:v>43040</c:v>
                </c:pt>
                <c:pt idx="154">
                  <c:v>43070</c:v>
                </c:pt>
                <c:pt idx="155">
                  <c:v>43101</c:v>
                </c:pt>
                <c:pt idx="156">
                  <c:v>43132</c:v>
                </c:pt>
                <c:pt idx="157">
                  <c:v>43160</c:v>
                </c:pt>
                <c:pt idx="158">
                  <c:v>43191</c:v>
                </c:pt>
                <c:pt idx="159">
                  <c:v>43221</c:v>
                </c:pt>
                <c:pt idx="160">
                  <c:v>43252</c:v>
                </c:pt>
                <c:pt idx="161">
                  <c:v>43282</c:v>
                </c:pt>
                <c:pt idx="162">
                  <c:v>43313</c:v>
                </c:pt>
                <c:pt idx="163">
                  <c:v>43344</c:v>
                </c:pt>
                <c:pt idx="164">
                  <c:v>43374</c:v>
                </c:pt>
                <c:pt idx="165">
                  <c:v>43405</c:v>
                </c:pt>
                <c:pt idx="166">
                  <c:v>43435</c:v>
                </c:pt>
                <c:pt idx="167">
                  <c:v>43466</c:v>
                </c:pt>
                <c:pt idx="168">
                  <c:v>43497</c:v>
                </c:pt>
                <c:pt idx="169">
                  <c:v>43525</c:v>
                </c:pt>
                <c:pt idx="170">
                  <c:v>43556</c:v>
                </c:pt>
                <c:pt idx="171">
                  <c:v>43586</c:v>
                </c:pt>
                <c:pt idx="172">
                  <c:v>43617</c:v>
                </c:pt>
                <c:pt idx="173">
                  <c:v>43647</c:v>
                </c:pt>
                <c:pt idx="174">
                  <c:v>43678</c:v>
                </c:pt>
                <c:pt idx="175">
                  <c:v>43709</c:v>
                </c:pt>
                <c:pt idx="176">
                  <c:v>43739</c:v>
                </c:pt>
                <c:pt idx="177">
                  <c:v>43770</c:v>
                </c:pt>
                <c:pt idx="178">
                  <c:v>43800</c:v>
                </c:pt>
                <c:pt idx="179">
                  <c:v>43831</c:v>
                </c:pt>
                <c:pt idx="180">
                  <c:v>43862</c:v>
                </c:pt>
                <c:pt idx="181">
                  <c:v>43891</c:v>
                </c:pt>
                <c:pt idx="182">
                  <c:v>43922</c:v>
                </c:pt>
                <c:pt idx="183">
                  <c:v>43952</c:v>
                </c:pt>
                <c:pt idx="184">
                  <c:v>43983</c:v>
                </c:pt>
                <c:pt idx="185">
                  <c:v>44013</c:v>
                </c:pt>
                <c:pt idx="186">
                  <c:v>44044</c:v>
                </c:pt>
                <c:pt idx="187">
                  <c:v>44075</c:v>
                </c:pt>
                <c:pt idx="188">
                  <c:v>44105</c:v>
                </c:pt>
                <c:pt idx="189">
                  <c:v>44136</c:v>
                </c:pt>
                <c:pt idx="190">
                  <c:v>44166</c:v>
                </c:pt>
                <c:pt idx="191">
                  <c:v>44197</c:v>
                </c:pt>
                <c:pt idx="192">
                  <c:v>44228</c:v>
                </c:pt>
                <c:pt idx="193">
                  <c:v>44256</c:v>
                </c:pt>
                <c:pt idx="194">
                  <c:v>44287</c:v>
                </c:pt>
                <c:pt idx="195">
                  <c:v>44317</c:v>
                </c:pt>
                <c:pt idx="196">
                  <c:v>44348</c:v>
                </c:pt>
                <c:pt idx="197">
                  <c:v>44378</c:v>
                </c:pt>
                <c:pt idx="198">
                  <c:v>44409</c:v>
                </c:pt>
                <c:pt idx="199">
                  <c:v>44440</c:v>
                </c:pt>
                <c:pt idx="200">
                  <c:v>44470</c:v>
                </c:pt>
                <c:pt idx="201">
                  <c:v>44501</c:v>
                </c:pt>
                <c:pt idx="202">
                  <c:v>44531</c:v>
                </c:pt>
                <c:pt idx="203">
                  <c:v>44562</c:v>
                </c:pt>
                <c:pt idx="204">
                  <c:v>44593</c:v>
                </c:pt>
                <c:pt idx="205">
                  <c:v>44621</c:v>
                </c:pt>
                <c:pt idx="206">
                  <c:v>44652</c:v>
                </c:pt>
              </c:numCache>
            </c:numRef>
          </c:cat>
          <c:val>
            <c:numRef>
              <c:f>'[Panorama de Renda Variável (2022-05-12).xlsx]Planilha8'!$B$2:$B$208</c:f>
              <c:numCache>
                <c:formatCode>#,##0.00</c:formatCode>
                <c:ptCount val="207"/>
                <c:pt idx="0">
                  <c:v>18.61</c:v>
                </c:pt>
                <c:pt idx="1">
                  <c:v>19.190000000000001</c:v>
                </c:pt>
                <c:pt idx="2">
                  <c:v>19.16</c:v>
                </c:pt>
                <c:pt idx="3">
                  <c:v>18.649999999999999</c:v>
                </c:pt>
                <c:pt idx="4">
                  <c:v>18.12</c:v>
                </c:pt>
                <c:pt idx="5">
                  <c:v>18.329999999999998</c:v>
                </c:pt>
                <c:pt idx="6">
                  <c:v>18.32</c:v>
                </c:pt>
                <c:pt idx="7">
                  <c:v>17.899999999999999</c:v>
                </c:pt>
                <c:pt idx="8">
                  <c:v>17.600000000000001</c:v>
                </c:pt>
                <c:pt idx="9">
                  <c:v>16.75</c:v>
                </c:pt>
                <c:pt idx="10">
                  <c:v>16.39</c:v>
                </c:pt>
                <c:pt idx="11">
                  <c:v>15.83</c:v>
                </c:pt>
                <c:pt idx="12">
                  <c:v>15.23</c:v>
                </c:pt>
                <c:pt idx="13">
                  <c:v>14.83</c:v>
                </c:pt>
                <c:pt idx="14">
                  <c:v>14.68</c:v>
                </c:pt>
                <c:pt idx="15">
                  <c:v>15.48</c:v>
                </c:pt>
                <c:pt idx="16">
                  <c:v>14.79</c:v>
                </c:pt>
                <c:pt idx="17">
                  <c:v>14.48</c:v>
                </c:pt>
                <c:pt idx="18">
                  <c:v>13.95</c:v>
                </c:pt>
                <c:pt idx="19">
                  <c:v>13.57</c:v>
                </c:pt>
                <c:pt idx="20">
                  <c:v>13.01</c:v>
                </c:pt>
                <c:pt idx="21">
                  <c:v>12.75</c:v>
                </c:pt>
                <c:pt idx="22">
                  <c:v>12.37</c:v>
                </c:pt>
                <c:pt idx="23">
                  <c:v>12.356999999999999</c:v>
                </c:pt>
                <c:pt idx="24">
                  <c:v>12.097</c:v>
                </c:pt>
                <c:pt idx="25">
                  <c:v>11.84</c:v>
                </c:pt>
                <c:pt idx="26">
                  <c:v>11.305999999999999</c:v>
                </c:pt>
                <c:pt idx="27">
                  <c:v>10.99</c:v>
                </c:pt>
                <c:pt idx="28">
                  <c:v>10.757</c:v>
                </c:pt>
                <c:pt idx="29">
                  <c:v>10.935</c:v>
                </c:pt>
                <c:pt idx="30">
                  <c:v>11.36</c:v>
                </c:pt>
                <c:pt idx="31">
                  <c:v>11.163</c:v>
                </c:pt>
                <c:pt idx="32">
                  <c:v>11.311</c:v>
                </c:pt>
                <c:pt idx="33">
                  <c:v>11.595000000000001</c:v>
                </c:pt>
                <c:pt idx="34">
                  <c:v>12.052</c:v>
                </c:pt>
                <c:pt idx="35">
                  <c:v>12.077999999999999</c:v>
                </c:pt>
                <c:pt idx="36">
                  <c:v>11.923</c:v>
                </c:pt>
                <c:pt idx="37">
                  <c:v>12.693</c:v>
                </c:pt>
                <c:pt idx="38">
                  <c:v>13.208</c:v>
                </c:pt>
                <c:pt idx="39">
                  <c:v>13.744999999999999</c:v>
                </c:pt>
                <c:pt idx="40">
                  <c:v>14.45</c:v>
                </c:pt>
                <c:pt idx="41">
                  <c:v>14.654999999999999</c:v>
                </c:pt>
                <c:pt idx="42">
                  <c:v>14.573</c:v>
                </c:pt>
                <c:pt idx="43">
                  <c:v>14.433</c:v>
                </c:pt>
                <c:pt idx="44">
                  <c:v>15.375999999999999</c:v>
                </c:pt>
                <c:pt idx="45">
                  <c:v>14.439</c:v>
                </c:pt>
                <c:pt idx="46">
                  <c:v>12.16</c:v>
                </c:pt>
                <c:pt idx="47">
                  <c:v>11.164999999999999</c:v>
                </c:pt>
                <c:pt idx="48">
                  <c:v>10.618</c:v>
                </c:pt>
                <c:pt idx="49">
                  <c:v>9.7959999999999994</c:v>
                </c:pt>
                <c:pt idx="50">
                  <c:v>9.9079999999999995</c:v>
                </c:pt>
                <c:pt idx="51">
                  <c:v>9.3490000000000002</c:v>
                </c:pt>
                <c:pt idx="52">
                  <c:v>9.24</c:v>
                </c:pt>
                <c:pt idx="53">
                  <c:v>9.2379999999999995</c:v>
                </c:pt>
                <c:pt idx="54">
                  <c:v>9.2149999999999999</c:v>
                </c:pt>
                <c:pt idx="55">
                  <c:v>9.67</c:v>
                </c:pt>
                <c:pt idx="56">
                  <c:v>9.9320000000000004</c:v>
                </c:pt>
                <c:pt idx="57">
                  <c:v>10.122</c:v>
                </c:pt>
                <c:pt idx="58">
                  <c:v>10.462</c:v>
                </c:pt>
                <c:pt idx="59">
                  <c:v>10.455</c:v>
                </c:pt>
                <c:pt idx="60">
                  <c:v>10.749000000000001</c:v>
                </c:pt>
                <c:pt idx="61">
                  <c:v>10.847</c:v>
                </c:pt>
                <c:pt idx="62">
                  <c:v>11.664</c:v>
                </c:pt>
                <c:pt idx="63">
                  <c:v>11.542999999999999</c:v>
                </c:pt>
                <c:pt idx="64">
                  <c:v>11.861000000000001</c:v>
                </c:pt>
                <c:pt idx="65">
                  <c:v>11.159000000000001</c:v>
                </c:pt>
                <c:pt idx="66">
                  <c:v>11.095000000000001</c:v>
                </c:pt>
                <c:pt idx="67">
                  <c:v>11.284000000000001</c:v>
                </c:pt>
                <c:pt idx="68">
                  <c:v>11.209</c:v>
                </c:pt>
                <c:pt idx="69">
                  <c:v>11.936</c:v>
                </c:pt>
                <c:pt idx="70">
                  <c:v>12.031000000000001</c:v>
                </c:pt>
                <c:pt idx="71">
                  <c:v>12.441000000000001</c:v>
                </c:pt>
                <c:pt idx="72">
                  <c:v>12.616</c:v>
                </c:pt>
                <c:pt idx="73">
                  <c:v>12.288</c:v>
                </c:pt>
                <c:pt idx="74">
                  <c:v>12.515000000000001</c:v>
                </c:pt>
                <c:pt idx="75">
                  <c:v>12.452999999999999</c:v>
                </c:pt>
                <c:pt idx="76">
                  <c:v>12.648999999999999</c:v>
                </c:pt>
                <c:pt idx="77">
                  <c:v>12.582000000000001</c:v>
                </c:pt>
                <c:pt idx="78">
                  <c:v>11.221</c:v>
                </c:pt>
                <c:pt idx="79">
                  <c:v>10.38</c:v>
                </c:pt>
                <c:pt idx="80">
                  <c:v>10.304</c:v>
                </c:pt>
                <c:pt idx="81">
                  <c:v>9.6609999999999996</c:v>
                </c:pt>
                <c:pt idx="82">
                  <c:v>10.039999999999999</c:v>
                </c:pt>
                <c:pt idx="83">
                  <c:v>9.5540000000000003</c:v>
                </c:pt>
                <c:pt idx="84">
                  <c:v>9.2579999999999991</c:v>
                </c:pt>
                <c:pt idx="85">
                  <c:v>8.9600000000000009</c:v>
                </c:pt>
                <c:pt idx="86">
                  <c:v>8.3330000000000002</c:v>
                </c:pt>
                <c:pt idx="87">
                  <c:v>7.9290000000000003</c:v>
                </c:pt>
                <c:pt idx="88">
                  <c:v>7.57</c:v>
                </c:pt>
                <c:pt idx="89">
                  <c:v>7.4640000000000004</c:v>
                </c:pt>
                <c:pt idx="90">
                  <c:v>7.5049999999999999</c:v>
                </c:pt>
                <c:pt idx="91">
                  <c:v>7.49</c:v>
                </c:pt>
                <c:pt idx="92">
                  <c:v>7.25</c:v>
                </c:pt>
                <c:pt idx="93">
                  <c:v>7.1779999999999999</c:v>
                </c:pt>
                <c:pt idx="94">
                  <c:v>7.1379999999999999</c:v>
                </c:pt>
                <c:pt idx="95">
                  <c:v>7.2629999999999999</c:v>
                </c:pt>
                <c:pt idx="96">
                  <c:v>7.7629999999999999</c:v>
                </c:pt>
                <c:pt idx="97">
                  <c:v>7.9180000000000001</c:v>
                </c:pt>
                <c:pt idx="98">
                  <c:v>8.0150000000000006</c:v>
                </c:pt>
                <c:pt idx="99">
                  <c:v>8.6649999999999991</c:v>
                </c:pt>
                <c:pt idx="100">
                  <c:v>9.407</c:v>
                </c:pt>
                <c:pt idx="101">
                  <c:v>9.2880000000000003</c:v>
                </c:pt>
                <c:pt idx="102">
                  <c:v>10.211</c:v>
                </c:pt>
                <c:pt idx="103">
                  <c:v>10.07</c:v>
                </c:pt>
                <c:pt idx="104">
                  <c:v>10.503</c:v>
                </c:pt>
                <c:pt idx="105">
                  <c:v>10.603</c:v>
                </c:pt>
                <c:pt idx="106">
                  <c:v>10.574</c:v>
                </c:pt>
                <c:pt idx="107">
                  <c:v>11.771000000000001</c:v>
                </c:pt>
                <c:pt idx="108">
                  <c:v>11.237</c:v>
                </c:pt>
                <c:pt idx="109">
                  <c:v>11.375999999999999</c:v>
                </c:pt>
                <c:pt idx="110">
                  <c:v>11.333</c:v>
                </c:pt>
                <c:pt idx="111">
                  <c:v>11.103999999999999</c:v>
                </c:pt>
                <c:pt idx="112">
                  <c:v>10.904999999999999</c:v>
                </c:pt>
                <c:pt idx="113">
                  <c:v>10.973000000000001</c:v>
                </c:pt>
                <c:pt idx="114">
                  <c:v>11.098000000000001</c:v>
                </c:pt>
                <c:pt idx="115">
                  <c:v>11.776999999999999</c:v>
                </c:pt>
                <c:pt idx="116">
                  <c:v>12.177</c:v>
                </c:pt>
                <c:pt idx="117">
                  <c:v>12.445</c:v>
                </c:pt>
                <c:pt idx="118">
                  <c:v>12.96</c:v>
                </c:pt>
                <c:pt idx="119">
                  <c:v>12.746</c:v>
                </c:pt>
                <c:pt idx="120">
                  <c:v>13.05</c:v>
                </c:pt>
                <c:pt idx="121">
                  <c:v>13.52</c:v>
                </c:pt>
                <c:pt idx="122">
                  <c:v>13.666</c:v>
                </c:pt>
                <c:pt idx="123">
                  <c:v>13.744999999999999</c:v>
                </c:pt>
                <c:pt idx="124">
                  <c:v>14.271000000000001</c:v>
                </c:pt>
                <c:pt idx="125">
                  <c:v>13.888999999999999</c:v>
                </c:pt>
                <c:pt idx="126">
                  <c:v>14.382</c:v>
                </c:pt>
                <c:pt idx="127">
                  <c:v>15.561</c:v>
                </c:pt>
                <c:pt idx="128">
                  <c:v>15.401</c:v>
                </c:pt>
                <c:pt idx="129">
                  <c:v>15.728</c:v>
                </c:pt>
                <c:pt idx="130">
                  <c:v>15.867000000000001</c:v>
                </c:pt>
                <c:pt idx="131">
                  <c:v>14.574</c:v>
                </c:pt>
                <c:pt idx="132">
                  <c:v>14.214</c:v>
                </c:pt>
                <c:pt idx="133">
                  <c:v>13.805</c:v>
                </c:pt>
                <c:pt idx="134">
                  <c:v>13.2</c:v>
                </c:pt>
                <c:pt idx="135">
                  <c:v>13.164</c:v>
                </c:pt>
                <c:pt idx="136">
                  <c:v>13.34</c:v>
                </c:pt>
                <c:pt idx="137">
                  <c:v>13.257</c:v>
                </c:pt>
                <c:pt idx="138">
                  <c:v>13.102</c:v>
                </c:pt>
                <c:pt idx="139">
                  <c:v>12.48</c:v>
                </c:pt>
                <c:pt idx="140">
                  <c:v>12.401999999999999</c:v>
                </c:pt>
                <c:pt idx="141">
                  <c:v>12.148999999999999</c:v>
                </c:pt>
                <c:pt idx="142">
                  <c:v>11.54</c:v>
                </c:pt>
                <c:pt idx="143">
                  <c:v>10.772423</c:v>
                </c:pt>
                <c:pt idx="144">
                  <c:v>10.12513</c:v>
                </c:pt>
                <c:pt idx="145">
                  <c:v>9.6311389999999992</c:v>
                </c:pt>
                <c:pt idx="146">
                  <c:v>9.2638300000000005</c:v>
                </c:pt>
                <c:pt idx="147">
                  <c:v>9.1080850000000009</c:v>
                </c:pt>
                <c:pt idx="148">
                  <c:v>8.715859</c:v>
                </c:pt>
                <c:pt idx="149">
                  <c:v>7.9403889999999997</c:v>
                </c:pt>
                <c:pt idx="150">
                  <c:v>7.5577120000000004</c:v>
                </c:pt>
                <c:pt idx="151">
                  <c:v>7.0883330000000004</c:v>
                </c:pt>
                <c:pt idx="152">
                  <c:v>7.1119630000000003</c:v>
                </c:pt>
                <c:pt idx="153">
                  <c:v>6.9936489999999996</c:v>
                </c:pt>
                <c:pt idx="154">
                  <c:v>6.8616250000000001</c:v>
                </c:pt>
                <c:pt idx="155">
                  <c:v>6.8882329999999996</c:v>
                </c:pt>
                <c:pt idx="156">
                  <c:v>6.6600289999999998</c:v>
                </c:pt>
                <c:pt idx="157">
                  <c:v>6.3007989999999996</c:v>
                </c:pt>
                <c:pt idx="158">
                  <c:v>6.3156739999999996</c:v>
                </c:pt>
                <c:pt idx="159">
                  <c:v>7.092873</c:v>
                </c:pt>
                <c:pt idx="160">
                  <c:v>7.4708649999999999</c:v>
                </c:pt>
                <c:pt idx="161">
                  <c:v>7.3034920000000003</c:v>
                </c:pt>
                <c:pt idx="162">
                  <c:v>8.0493229999999993</c:v>
                </c:pt>
                <c:pt idx="163">
                  <c:v>7.8805189999999996</c:v>
                </c:pt>
                <c:pt idx="164">
                  <c:v>6.9979940000000003</c:v>
                </c:pt>
                <c:pt idx="165">
                  <c:v>6.8959859999999997</c:v>
                </c:pt>
                <c:pt idx="166">
                  <c:v>6.5481730000000002</c:v>
                </c:pt>
                <c:pt idx="167">
                  <c:v>6.4085099999999997</c:v>
                </c:pt>
                <c:pt idx="168">
                  <c:v>6.5060830000000003</c:v>
                </c:pt>
                <c:pt idx="169">
                  <c:v>6.5490209999999998</c:v>
                </c:pt>
                <c:pt idx="170">
                  <c:v>6.6115919999999999</c:v>
                </c:pt>
                <c:pt idx="171">
                  <c:v>6.2278399999999996</c:v>
                </c:pt>
                <c:pt idx="172">
                  <c:v>5.7846690000000001</c:v>
                </c:pt>
                <c:pt idx="173">
                  <c:v>5.4393950000000002</c:v>
                </c:pt>
                <c:pt idx="174">
                  <c:v>5.3738440000000001</c:v>
                </c:pt>
                <c:pt idx="175">
                  <c:v>4.8464900000000002</c:v>
                </c:pt>
                <c:pt idx="176">
                  <c:v>4.3020870000000002</c:v>
                </c:pt>
                <c:pt idx="177">
                  <c:v>4.6368850000000004</c:v>
                </c:pt>
                <c:pt idx="178">
                  <c:v>4.5641730000000003</c:v>
                </c:pt>
                <c:pt idx="179">
                  <c:v>4.4152820000000004</c:v>
                </c:pt>
                <c:pt idx="180">
                  <c:v>4.1489260000000003</c:v>
                </c:pt>
                <c:pt idx="181">
                  <c:v>3.3235079999999999</c:v>
                </c:pt>
                <c:pt idx="182">
                  <c:v>2.97532</c:v>
                </c:pt>
                <c:pt idx="183">
                  <c:v>2.5608759999999999</c:v>
                </c:pt>
                <c:pt idx="184">
                  <c:v>2.354797</c:v>
                </c:pt>
                <c:pt idx="185">
                  <c:v>2.3052320000000002</c:v>
                </c:pt>
                <c:pt idx="186">
                  <c:v>2.5333809999999999</c:v>
                </c:pt>
                <c:pt idx="187">
                  <c:v>2.7834859999999999</c:v>
                </c:pt>
                <c:pt idx="188">
                  <c:v>3.2356180000000001</c:v>
                </c:pt>
                <c:pt idx="189">
                  <c:v>3.2289439999999998</c:v>
                </c:pt>
                <c:pt idx="190">
                  <c:v>2.9312399999999998</c:v>
                </c:pt>
                <c:pt idx="191">
                  <c:v>3.5353370000000002</c:v>
                </c:pt>
                <c:pt idx="192">
                  <c:v>4.2208329999999998</c:v>
                </c:pt>
                <c:pt idx="193">
                  <c:v>5.1867999999999999</c:v>
                </c:pt>
                <c:pt idx="194">
                  <c:v>5.3712939999999998</c:v>
                </c:pt>
                <c:pt idx="195">
                  <c:v>6.0056349999999998</c:v>
                </c:pt>
                <c:pt idx="196">
                  <c:v>6.6515930000000001</c:v>
                </c:pt>
                <c:pt idx="197">
                  <c:v>7.5044370000000002</c:v>
                </c:pt>
                <c:pt idx="198">
                  <c:v>8.2383089999999992</c:v>
                </c:pt>
                <c:pt idx="199">
                  <c:v>8.9648599999999998</c:v>
                </c:pt>
                <c:pt idx="200">
                  <c:v>11.954886</c:v>
                </c:pt>
                <c:pt idx="201">
                  <c:v>11.839898</c:v>
                </c:pt>
                <c:pt idx="202">
                  <c:v>11.7904</c:v>
                </c:pt>
                <c:pt idx="203">
                  <c:v>12.322853</c:v>
                </c:pt>
                <c:pt idx="204">
                  <c:v>12.502273000000001</c:v>
                </c:pt>
                <c:pt idx="205">
                  <c:v>12.727790000000001</c:v>
                </c:pt>
                <c:pt idx="206">
                  <c:v>13.056171000000001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2D-411C-A1E6-DA7DF01CE275}"/>
            </c:ext>
          </c:extLst>
        </c:ser>
        <c:ser>
          <c:idx val="1"/>
          <c:order val="1"/>
          <c:tx>
            <c:strRef>
              <c:f>'[Panorama de Renda Variável (2022-05-12).xlsx]Planilha8'!$C$1</c:f>
              <c:strCache>
                <c:ptCount val="1"/>
                <c:pt idx="0">
                  <c:v>2 Anos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(2022-05-12).xlsx]Planilha8'!$A$2:$A$208</c:f>
              <c:numCache>
                <c:formatCode>m/d/yyyy</c:formatCode>
                <c:ptCount val="207"/>
                <c:pt idx="0">
                  <c:v>38384</c:v>
                </c:pt>
                <c:pt idx="1">
                  <c:v>38412</c:v>
                </c:pt>
                <c:pt idx="2">
                  <c:v>38443</c:v>
                </c:pt>
                <c:pt idx="3">
                  <c:v>38473</c:v>
                </c:pt>
                <c:pt idx="4">
                  <c:v>38504</c:v>
                </c:pt>
                <c:pt idx="5">
                  <c:v>38534</c:v>
                </c:pt>
                <c:pt idx="6">
                  <c:v>38565</c:v>
                </c:pt>
                <c:pt idx="7">
                  <c:v>38596</c:v>
                </c:pt>
                <c:pt idx="8">
                  <c:v>38626</c:v>
                </c:pt>
                <c:pt idx="9">
                  <c:v>38657</c:v>
                </c:pt>
                <c:pt idx="10">
                  <c:v>38687</c:v>
                </c:pt>
                <c:pt idx="11">
                  <c:v>38718</c:v>
                </c:pt>
                <c:pt idx="12">
                  <c:v>38749</c:v>
                </c:pt>
                <c:pt idx="13">
                  <c:v>38777</c:v>
                </c:pt>
                <c:pt idx="14">
                  <c:v>38808</c:v>
                </c:pt>
                <c:pt idx="15">
                  <c:v>38838</c:v>
                </c:pt>
                <c:pt idx="16">
                  <c:v>38869</c:v>
                </c:pt>
                <c:pt idx="17">
                  <c:v>38899</c:v>
                </c:pt>
                <c:pt idx="18">
                  <c:v>38930</c:v>
                </c:pt>
                <c:pt idx="19">
                  <c:v>38961</c:v>
                </c:pt>
                <c:pt idx="20">
                  <c:v>38991</c:v>
                </c:pt>
                <c:pt idx="21">
                  <c:v>39022</c:v>
                </c:pt>
                <c:pt idx="22">
                  <c:v>39052</c:v>
                </c:pt>
                <c:pt idx="23">
                  <c:v>39083</c:v>
                </c:pt>
                <c:pt idx="24">
                  <c:v>39114</c:v>
                </c:pt>
                <c:pt idx="25">
                  <c:v>39142</c:v>
                </c:pt>
                <c:pt idx="26">
                  <c:v>39173</c:v>
                </c:pt>
                <c:pt idx="27">
                  <c:v>39203</c:v>
                </c:pt>
                <c:pt idx="28">
                  <c:v>39234</c:v>
                </c:pt>
                <c:pt idx="29">
                  <c:v>39264</c:v>
                </c:pt>
                <c:pt idx="30">
                  <c:v>39295</c:v>
                </c:pt>
                <c:pt idx="31">
                  <c:v>39326</c:v>
                </c:pt>
                <c:pt idx="32">
                  <c:v>39356</c:v>
                </c:pt>
                <c:pt idx="33">
                  <c:v>39387</c:v>
                </c:pt>
                <c:pt idx="34">
                  <c:v>39417</c:v>
                </c:pt>
                <c:pt idx="35">
                  <c:v>39448</c:v>
                </c:pt>
                <c:pt idx="36">
                  <c:v>39479</c:v>
                </c:pt>
                <c:pt idx="37">
                  <c:v>39508</c:v>
                </c:pt>
                <c:pt idx="38">
                  <c:v>39539</c:v>
                </c:pt>
                <c:pt idx="39">
                  <c:v>39569</c:v>
                </c:pt>
                <c:pt idx="40">
                  <c:v>39600</c:v>
                </c:pt>
                <c:pt idx="41">
                  <c:v>39630</c:v>
                </c:pt>
                <c:pt idx="42">
                  <c:v>39661</c:v>
                </c:pt>
                <c:pt idx="43">
                  <c:v>39692</c:v>
                </c:pt>
                <c:pt idx="44">
                  <c:v>39722</c:v>
                </c:pt>
                <c:pt idx="45">
                  <c:v>39753</c:v>
                </c:pt>
                <c:pt idx="46">
                  <c:v>39783</c:v>
                </c:pt>
                <c:pt idx="47">
                  <c:v>39814</c:v>
                </c:pt>
                <c:pt idx="48">
                  <c:v>39845</c:v>
                </c:pt>
                <c:pt idx="49">
                  <c:v>39873</c:v>
                </c:pt>
                <c:pt idx="50">
                  <c:v>39904</c:v>
                </c:pt>
                <c:pt idx="51">
                  <c:v>39934</c:v>
                </c:pt>
                <c:pt idx="52">
                  <c:v>39965</c:v>
                </c:pt>
                <c:pt idx="53">
                  <c:v>39995</c:v>
                </c:pt>
                <c:pt idx="54">
                  <c:v>40026</c:v>
                </c:pt>
                <c:pt idx="55">
                  <c:v>40057</c:v>
                </c:pt>
                <c:pt idx="56">
                  <c:v>40087</c:v>
                </c:pt>
                <c:pt idx="57">
                  <c:v>40118</c:v>
                </c:pt>
                <c:pt idx="58">
                  <c:v>40148</c:v>
                </c:pt>
                <c:pt idx="59">
                  <c:v>40179</c:v>
                </c:pt>
                <c:pt idx="60">
                  <c:v>40210</c:v>
                </c:pt>
                <c:pt idx="61">
                  <c:v>40238</c:v>
                </c:pt>
                <c:pt idx="62">
                  <c:v>40269</c:v>
                </c:pt>
                <c:pt idx="63">
                  <c:v>40299</c:v>
                </c:pt>
                <c:pt idx="64">
                  <c:v>40330</c:v>
                </c:pt>
                <c:pt idx="65">
                  <c:v>40360</c:v>
                </c:pt>
                <c:pt idx="66">
                  <c:v>40391</c:v>
                </c:pt>
                <c:pt idx="67">
                  <c:v>40422</c:v>
                </c:pt>
                <c:pt idx="68">
                  <c:v>40452</c:v>
                </c:pt>
                <c:pt idx="69">
                  <c:v>40483</c:v>
                </c:pt>
                <c:pt idx="70">
                  <c:v>40513</c:v>
                </c:pt>
                <c:pt idx="71">
                  <c:v>40544</c:v>
                </c:pt>
                <c:pt idx="72">
                  <c:v>40575</c:v>
                </c:pt>
                <c:pt idx="73">
                  <c:v>40603</c:v>
                </c:pt>
                <c:pt idx="74">
                  <c:v>40634</c:v>
                </c:pt>
                <c:pt idx="75">
                  <c:v>40664</c:v>
                </c:pt>
                <c:pt idx="76">
                  <c:v>40695</c:v>
                </c:pt>
                <c:pt idx="77">
                  <c:v>40725</c:v>
                </c:pt>
                <c:pt idx="78">
                  <c:v>40756</c:v>
                </c:pt>
                <c:pt idx="79">
                  <c:v>40787</c:v>
                </c:pt>
                <c:pt idx="80">
                  <c:v>40817</c:v>
                </c:pt>
                <c:pt idx="81">
                  <c:v>40848</c:v>
                </c:pt>
                <c:pt idx="82">
                  <c:v>40878</c:v>
                </c:pt>
                <c:pt idx="83">
                  <c:v>40909</c:v>
                </c:pt>
                <c:pt idx="84">
                  <c:v>40940</c:v>
                </c:pt>
                <c:pt idx="85">
                  <c:v>40969</c:v>
                </c:pt>
                <c:pt idx="86">
                  <c:v>41000</c:v>
                </c:pt>
                <c:pt idx="87">
                  <c:v>41030</c:v>
                </c:pt>
                <c:pt idx="88">
                  <c:v>41061</c:v>
                </c:pt>
                <c:pt idx="89">
                  <c:v>41091</c:v>
                </c:pt>
                <c:pt idx="90">
                  <c:v>41122</c:v>
                </c:pt>
                <c:pt idx="91">
                  <c:v>41153</c:v>
                </c:pt>
                <c:pt idx="92">
                  <c:v>41183</c:v>
                </c:pt>
                <c:pt idx="93">
                  <c:v>41214</c:v>
                </c:pt>
                <c:pt idx="94">
                  <c:v>41244</c:v>
                </c:pt>
                <c:pt idx="95">
                  <c:v>41275</c:v>
                </c:pt>
                <c:pt idx="96">
                  <c:v>41306</c:v>
                </c:pt>
                <c:pt idx="97">
                  <c:v>41334</c:v>
                </c:pt>
                <c:pt idx="98">
                  <c:v>41365</c:v>
                </c:pt>
                <c:pt idx="99">
                  <c:v>41395</c:v>
                </c:pt>
                <c:pt idx="100">
                  <c:v>41426</c:v>
                </c:pt>
                <c:pt idx="101">
                  <c:v>41456</c:v>
                </c:pt>
                <c:pt idx="102">
                  <c:v>41487</c:v>
                </c:pt>
                <c:pt idx="103">
                  <c:v>41518</c:v>
                </c:pt>
                <c:pt idx="104">
                  <c:v>41548</c:v>
                </c:pt>
                <c:pt idx="105">
                  <c:v>41579</c:v>
                </c:pt>
                <c:pt idx="106">
                  <c:v>41609</c:v>
                </c:pt>
                <c:pt idx="107">
                  <c:v>41640</c:v>
                </c:pt>
                <c:pt idx="108">
                  <c:v>41671</c:v>
                </c:pt>
                <c:pt idx="109">
                  <c:v>41699</c:v>
                </c:pt>
                <c:pt idx="110">
                  <c:v>41730</c:v>
                </c:pt>
                <c:pt idx="111">
                  <c:v>41760</c:v>
                </c:pt>
                <c:pt idx="112">
                  <c:v>41791</c:v>
                </c:pt>
                <c:pt idx="113">
                  <c:v>41821</c:v>
                </c:pt>
                <c:pt idx="114">
                  <c:v>41852</c:v>
                </c:pt>
                <c:pt idx="115">
                  <c:v>41883</c:v>
                </c:pt>
                <c:pt idx="116">
                  <c:v>41913</c:v>
                </c:pt>
                <c:pt idx="117">
                  <c:v>41944</c:v>
                </c:pt>
                <c:pt idx="118">
                  <c:v>41974</c:v>
                </c:pt>
                <c:pt idx="119">
                  <c:v>42005</c:v>
                </c:pt>
                <c:pt idx="120">
                  <c:v>42036</c:v>
                </c:pt>
                <c:pt idx="121">
                  <c:v>42064</c:v>
                </c:pt>
                <c:pt idx="122">
                  <c:v>42095</c:v>
                </c:pt>
                <c:pt idx="123">
                  <c:v>42125</c:v>
                </c:pt>
                <c:pt idx="124">
                  <c:v>42156</c:v>
                </c:pt>
                <c:pt idx="125">
                  <c:v>42186</c:v>
                </c:pt>
                <c:pt idx="126">
                  <c:v>42217</c:v>
                </c:pt>
                <c:pt idx="127">
                  <c:v>42248</c:v>
                </c:pt>
                <c:pt idx="128">
                  <c:v>42278</c:v>
                </c:pt>
                <c:pt idx="129">
                  <c:v>42309</c:v>
                </c:pt>
                <c:pt idx="130">
                  <c:v>42339</c:v>
                </c:pt>
                <c:pt idx="131">
                  <c:v>42370</c:v>
                </c:pt>
                <c:pt idx="132">
                  <c:v>42401</c:v>
                </c:pt>
                <c:pt idx="133">
                  <c:v>42430</c:v>
                </c:pt>
                <c:pt idx="134">
                  <c:v>42461</c:v>
                </c:pt>
                <c:pt idx="135">
                  <c:v>42491</c:v>
                </c:pt>
                <c:pt idx="136">
                  <c:v>42522</c:v>
                </c:pt>
                <c:pt idx="137">
                  <c:v>42552</c:v>
                </c:pt>
                <c:pt idx="138">
                  <c:v>42583</c:v>
                </c:pt>
                <c:pt idx="139">
                  <c:v>42614</c:v>
                </c:pt>
                <c:pt idx="140">
                  <c:v>42644</c:v>
                </c:pt>
                <c:pt idx="141">
                  <c:v>42675</c:v>
                </c:pt>
                <c:pt idx="142">
                  <c:v>42705</c:v>
                </c:pt>
                <c:pt idx="143">
                  <c:v>42736</c:v>
                </c:pt>
                <c:pt idx="144">
                  <c:v>42767</c:v>
                </c:pt>
                <c:pt idx="145">
                  <c:v>42795</c:v>
                </c:pt>
                <c:pt idx="146">
                  <c:v>42826</c:v>
                </c:pt>
                <c:pt idx="147">
                  <c:v>42856</c:v>
                </c:pt>
                <c:pt idx="148">
                  <c:v>42887</c:v>
                </c:pt>
                <c:pt idx="149">
                  <c:v>42917</c:v>
                </c:pt>
                <c:pt idx="150">
                  <c:v>42948</c:v>
                </c:pt>
                <c:pt idx="151">
                  <c:v>42979</c:v>
                </c:pt>
                <c:pt idx="152">
                  <c:v>43009</c:v>
                </c:pt>
                <c:pt idx="153">
                  <c:v>43040</c:v>
                </c:pt>
                <c:pt idx="154">
                  <c:v>43070</c:v>
                </c:pt>
                <c:pt idx="155">
                  <c:v>43101</c:v>
                </c:pt>
                <c:pt idx="156">
                  <c:v>43132</c:v>
                </c:pt>
                <c:pt idx="157">
                  <c:v>43160</c:v>
                </c:pt>
                <c:pt idx="158">
                  <c:v>43191</c:v>
                </c:pt>
                <c:pt idx="159">
                  <c:v>43221</c:v>
                </c:pt>
                <c:pt idx="160">
                  <c:v>43252</c:v>
                </c:pt>
                <c:pt idx="161">
                  <c:v>43282</c:v>
                </c:pt>
                <c:pt idx="162">
                  <c:v>43313</c:v>
                </c:pt>
                <c:pt idx="163">
                  <c:v>43344</c:v>
                </c:pt>
                <c:pt idx="164">
                  <c:v>43374</c:v>
                </c:pt>
                <c:pt idx="165">
                  <c:v>43405</c:v>
                </c:pt>
                <c:pt idx="166">
                  <c:v>43435</c:v>
                </c:pt>
                <c:pt idx="167">
                  <c:v>43466</c:v>
                </c:pt>
                <c:pt idx="168">
                  <c:v>43497</c:v>
                </c:pt>
                <c:pt idx="169">
                  <c:v>43525</c:v>
                </c:pt>
                <c:pt idx="170">
                  <c:v>43556</c:v>
                </c:pt>
                <c:pt idx="171">
                  <c:v>43586</c:v>
                </c:pt>
                <c:pt idx="172">
                  <c:v>43617</c:v>
                </c:pt>
                <c:pt idx="173">
                  <c:v>43647</c:v>
                </c:pt>
                <c:pt idx="174">
                  <c:v>43678</c:v>
                </c:pt>
                <c:pt idx="175">
                  <c:v>43709</c:v>
                </c:pt>
                <c:pt idx="176">
                  <c:v>43739</c:v>
                </c:pt>
                <c:pt idx="177">
                  <c:v>43770</c:v>
                </c:pt>
                <c:pt idx="178">
                  <c:v>43800</c:v>
                </c:pt>
                <c:pt idx="179">
                  <c:v>43831</c:v>
                </c:pt>
                <c:pt idx="180">
                  <c:v>43862</c:v>
                </c:pt>
                <c:pt idx="181">
                  <c:v>43891</c:v>
                </c:pt>
                <c:pt idx="182">
                  <c:v>43922</c:v>
                </c:pt>
                <c:pt idx="183">
                  <c:v>43952</c:v>
                </c:pt>
                <c:pt idx="184">
                  <c:v>43983</c:v>
                </c:pt>
                <c:pt idx="185">
                  <c:v>44013</c:v>
                </c:pt>
                <c:pt idx="186">
                  <c:v>44044</c:v>
                </c:pt>
                <c:pt idx="187">
                  <c:v>44075</c:v>
                </c:pt>
                <c:pt idx="188">
                  <c:v>44105</c:v>
                </c:pt>
                <c:pt idx="189">
                  <c:v>44136</c:v>
                </c:pt>
                <c:pt idx="190">
                  <c:v>44166</c:v>
                </c:pt>
                <c:pt idx="191">
                  <c:v>44197</c:v>
                </c:pt>
                <c:pt idx="192">
                  <c:v>44228</c:v>
                </c:pt>
                <c:pt idx="193">
                  <c:v>44256</c:v>
                </c:pt>
                <c:pt idx="194">
                  <c:v>44287</c:v>
                </c:pt>
                <c:pt idx="195">
                  <c:v>44317</c:v>
                </c:pt>
                <c:pt idx="196">
                  <c:v>44348</c:v>
                </c:pt>
                <c:pt idx="197">
                  <c:v>44378</c:v>
                </c:pt>
                <c:pt idx="198">
                  <c:v>44409</c:v>
                </c:pt>
                <c:pt idx="199">
                  <c:v>44440</c:v>
                </c:pt>
                <c:pt idx="200">
                  <c:v>44470</c:v>
                </c:pt>
                <c:pt idx="201">
                  <c:v>44501</c:v>
                </c:pt>
                <c:pt idx="202">
                  <c:v>44531</c:v>
                </c:pt>
                <c:pt idx="203">
                  <c:v>44562</c:v>
                </c:pt>
                <c:pt idx="204">
                  <c:v>44593</c:v>
                </c:pt>
                <c:pt idx="205">
                  <c:v>44621</c:v>
                </c:pt>
                <c:pt idx="206">
                  <c:v>44652</c:v>
                </c:pt>
              </c:numCache>
            </c:numRef>
          </c:cat>
          <c:val>
            <c:numRef>
              <c:f>'[Panorama de Renda Variável (2022-05-12).xlsx]Planilha8'!$C$2:$C$208</c:f>
              <c:numCache>
                <c:formatCode>#,##0.00</c:formatCode>
                <c:ptCount val="207"/>
                <c:pt idx="0">
                  <c:v>17.41</c:v>
                </c:pt>
                <c:pt idx="1">
                  <c:v>18.3</c:v>
                </c:pt>
                <c:pt idx="2">
                  <c:v>18.09</c:v>
                </c:pt>
                <c:pt idx="3">
                  <c:v>17.61</c:v>
                </c:pt>
                <c:pt idx="4">
                  <c:v>17.16</c:v>
                </c:pt>
                <c:pt idx="5">
                  <c:v>17.559999999999999</c:v>
                </c:pt>
                <c:pt idx="6">
                  <c:v>17.73</c:v>
                </c:pt>
                <c:pt idx="7">
                  <c:v>16.98</c:v>
                </c:pt>
                <c:pt idx="8">
                  <c:v>17.25</c:v>
                </c:pt>
                <c:pt idx="9">
                  <c:v>16.47</c:v>
                </c:pt>
                <c:pt idx="10">
                  <c:v>15.72</c:v>
                </c:pt>
                <c:pt idx="11">
                  <c:v>15.28</c:v>
                </c:pt>
                <c:pt idx="12">
                  <c:v>14.6</c:v>
                </c:pt>
                <c:pt idx="13">
                  <c:v>14.63</c:v>
                </c:pt>
                <c:pt idx="14">
                  <c:v>14.63</c:v>
                </c:pt>
                <c:pt idx="15">
                  <c:v>16.079999999999998</c:v>
                </c:pt>
                <c:pt idx="16">
                  <c:v>15.31</c:v>
                </c:pt>
                <c:pt idx="17">
                  <c:v>14.74</c:v>
                </c:pt>
                <c:pt idx="18">
                  <c:v>14.12</c:v>
                </c:pt>
                <c:pt idx="19">
                  <c:v>13.81</c:v>
                </c:pt>
                <c:pt idx="20">
                  <c:v>13.18</c:v>
                </c:pt>
                <c:pt idx="21">
                  <c:v>12.92</c:v>
                </c:pt>
                <c:pt idx="22">
                  <c:v>12.31</c:v>
                </c:pt>
                <c:pt idx="23">
                  <c:v>12.27</c:v>
                </c:pt>
                <c:pt idx="24">
                  <c:v>11.946</c:v>
                </c:pt>
                <c:pt idx="25">
                  <c:v>11.59</c:v>
                </c:pt>
                <c:pt idx="26">
                  <c:v>10.911</c:v>
                </c:pt>
                <c:pt idx="27">
                  <c:v>10.500999999999999</c:v>
                </c:pt>
                <c:pt idx="28">
                  <c:v>10.629</c:v>
                </c:pt>
                <c:pt idx="29">
                  <c:v>11.022</c:v>
                </c:pt>
                <c:pt idx="30">
                  <c:v>11.775</c:v>
                </c:pt>
                <c:pt idx="31">
                  <c:v>11.32</c:v>
                </c:pt>
                <c:pt idx="32">
                  <c:v>11.545</c:v>
                </c:pt>
                <c:pt idx="33">
                  <c:v>12.1</c:v>
                </c:pt>
                <c:pt idx="34">
                  <c:v>12.804</c:v>
                </c:pt>
                <c:pt idx="35">
                  <c:v>12.744999999999999</c:v>
                </c:pt>
                <c:pt idx="36">
                  <c:v>12.48</c:v>
                </c:pt>
                <c:pt idx="37">
                  <c:v>13.304</c:v>
                </c:pt>
                <c:pt idx="38">
                  <c:v>13.712</c:v>
                </c:pt>
                <c:pt idx="39">
                  <c:v>14.196</c:v>
                </c:pt>
                <c:pt idx="40">
                  <c:v>15.359</c:v>
                </c:pt>
                <c:pt idx="41">
                  <c:v>14.734</c:v>
                </c:pt>
                <c:pt idx="42">
                  <c:v>14.382</c:v>
                </c:pt>
                <c:pt idx="43">
                  <c:v>14.35</c:v>
                </c:pt>
                <c:pt idx="44">
                  <c:v>16.219000000000001</c:v>
                </c:pt>
                <c:pt idx="45">
                  <c:v>15.125</c:v>
                </c:pt>
                <c:pt idx="46">
                  <c:v>12.194000000000001</c:v>
                </c:pt>
                <c:pt idx="47">
                  <c:v>11.510999999999999</c:v>
                </c:pt>
                <c:pt idx="48">
                  <c:v>11.012</c:v>
                </c:pt>
                <c:pt idx="49">
                  <c:v>10.46</c:v>
                </c:pt>
                <c:pt idx="50">
                  <c:v>10.784000000000001</c:v>
                </c:pt>
                <c:pt idx="51">
                  <c:v>10.132999999999999</c:v>
                </c:pt>
                <c:pt idx="52">
                  <c:v>10.66</c:v>
                </c:pt>
                <c:pt idx="53">
                  <c:v>10.644</c:v>
                </c:pt>
                <c:pt idx="54">
                  <c:v>10.707000000000001</c:v>
                </c:pt>
                <c:pt idx="55">
                  <c:v>11.3</c:v>
                </c:pt>
                <c:pt idx="56">
                  <c:v>11.468</c:v>
                </c:pt>
                <c:pt idx="57">
                  <c:v>11.74</c:v>
                </c:pt>
                <c:pt idx="58">
                  <c:v>11.86</c:v>
                </c:pt>
                <c:pt idx="59">
                  <c:v>11.75</c:v>
                </c:pt>
                <c:pt idx="60">
                  <c:v>11.744999999999999</c:v>
                </c:pt>
                <c:pt idx="61">
                  <c:v>11.81</c:v>
                </c:pt>
                <c:pt idx="62">
                  <c:v>12.457000000000001</c:v>
                </c:pt>
                <c:pt idx="63">
                  <c:v>12.154</c:v>
                </c:pt>
                <c:pt idx="64">
                  <c:v>12.175000000000001</c:v>
                </c:pt>
                <c:pt idx="65">
                  <c:v>11.744999999999999</c:v>
                </c:pt>
                <c:pt idx="66">
                  <c:v>11.459</c:v>
                </c:pt>
                <c:pt idx="67">
                  <c:v>11.885</c:v>
                </c:pt>
                <c:pt idx="68">
                  <c:v>11.718</c:v>
                </c:pt>
                <c:pt idx="69">
                  <c:v>12.284000000000001</c:v>
                </c:pt>
                <c:pt idx="70">
                  <c:v>12.27</c:v>
                </c:pt>
                <c:pt idx="71">
                  <c:v>12.909000000000001</c:v>
                </c:pt>
                <c:pt idx="72">
                  <c:v>12.734999999999999</c:v>
                </c:pt>
                <c:pt idx="73">
                  <c:v>12.77</c:v>
                </c:pt>
                <c:pt idx="74">
                  <c:v>12.721</c:v>
                </c:pt>
                <c:pt idx="75">
                  <c:v>12.49</c:v>
                </c:pt>
                <c:pt idx="76">
                  <c:v>12.7</c:v>
                </c:pt>
                <c:pt idx="77">
                  <c:v>12.773999999999999</c:v>
                </c:pt>
                <c:pt idx="78">
                  <c:v>11.148999999999999</c:v>
                </c:pt>
                <c:pt idx="79">
                  <c:v>10.63</c:v>
                </c:pt>
                <c:pt idx="80">
                  <c:v>10.523999999999999</c:v>
                </c:pt>
                <c:pt idx="81">
                  <c:v>9.8190000000000008</c:v>
                </c:pt>
                <c:pt idx="82">
                  <c:v>10.468999999999999</c:v>
                </c:pt>
                <c:pt idx="83">
                  <c:v>10.016999999999999</c:v>
                </c:pt>
                <c:pt idx="84">
                  <c:v>9.8330000000000002</c:v>
                </c:pt>
                <c:pt idx="85">
                  <c:v>9.7200000000000006</c:v>
                </c:pt>
                <c:pt idx="86">
                  <c:v>8.9489999999999998</c:v>
                </c:pt>
                <c:pt idx="87">
                  <c:v>8.4600000000000009</c:v>
                </c:pt>
                <c:pt idx="88">
                  <c:v>8.18</c:v>
                </c:pt>
                <c:pt idx="89">
                  <c:v>8.1980000000000004</c:v>
                </c:pt>
                <c:pt idx="90">
                  <c:v>8.2729999999999997</c:v>
                </c:pt>
                <c:pt idx="91">
                  <c:v>8.1999999999999993</c:v>
                </c:pt>
                <c:pt idx="92">
                  <c:v>7.7279999999999998</c:v>
                </c:pt>
                <c:pt idx="93">
                  <c:v>7.7469999999999999</c:v>
                </c:pt>
                <c:pt idx="94">
                  <c:v>7.6890000000000001</c:v>
                </c:pt>
                <c:pt idx="95">
                  <c:v>7.9850000000000003</c:v>
                </c:pt>
                <c:pt idx="96">
                  <c:v>8.43</c:v>
                </c:pt>
                <c:pt idx="97">
                  <c:v>8.6180000000000003</c:v>
                </c:pt>
                <c:pt idx="98">
                  <c:v>8.3840000000000003</c:v>
                </c:pt>
                <c:pt idx="99">
                  <c:v>9.1300000000000008</c:v>
                </c:pt>
                <c:pt idx="100">
                  <c:v>10.238</c:v>
                </c:pt>
                <c:pt idx="101">
                  <c:v>10.045</c:v>
                </c:pt>
                <c:pt idx="102">
                  <c:v>11.161</c:v>
                </c:pt>
                <c:pt idx="103">
                  <c:v>10.907</c:v>
                </c:pt>
                <c:pt idx="104">
                  <c:v>11.144</c:v>
                </c:pt>
                <c:pt idx="105">
                  <c:v>11.696999999999999</c:v>
                </c:pt>
                <c:pt idx="106">
                  <c:v>11.6</c:v>
                </c:pt>
                <c:pt idx="107">
                  <c:v>12.624000000000001</c:v>
                </c:pt>
                <c:pt idx="108">
                  <c:v>11.997</c:v>
                </c:pt>
                <c:pt idx="109">
                  <c:v>12.23</c:v>
                </c:pt>
                <c:pt idx="110">
                  <c:v>12.111000000000001</c:v>
                </c:pt>
                <c:pt idx="111">
                  <c:v>11.554</c:v>
                </c:pt>
                <c:pt idx="112">
                  <c:v>11.397</c:v>
                </c:pt>
                <c:pt idx="113">
                  <c:v>11.38</c:v>
                </c:pt>
                <c:pt idx="114">
                  <c:v>11.25</c:v>
                </c:pt>
                <c:pt idx="115">
                  <c:v>12.226000000000001</c:v>
                </c:pt>
                <c:pt idx="116">
                  <c:v>12.332000000000001</c:v>
                </c:pt>
                <c:pt idx="117">
                  <c:v>12.247999999999999</c:v>
                </c:pt>
                <c:pt idx="118">
                  <c:v>12.9</c:v>
                </c:pt>
                <c:pt idx="119">
                  <c:v>12.452</c:v>
                </c:pt>
                <c:pt idx="120">
                  <c:v>12.741</c:v>
                </c:pt>
                <c:pt idx="121">
                  <c:v>13.33</c:v>
                </c:pt>
                <c:pt idx="122">
                  <c:v>13.353999999999999</c:v>
                </c:pt>
                <c:pt idx="123">
                  <c:v>13.081</c:v>
                </c:pt>
                <c:pt idx="124">
                  <c:v>13.6</c:v>
                </c:pt>
                <c:pt idx="125">
                  <c:v>13.093999999999999</c:v>
                </c:pt>
                <c:pt idx="126">
                  <c:v>14.146000000000001</c:v>
                </c:pt>
                <c:pt idx="127">
                  <c:v>15.82</c:v>
                </c:pt>
                <c:pt idx="128">
                  <c:v>15.853999999999999</c:v>
                </c:pt>
                <c:pt idx="129">
                  <c:v>16.167999999999999</c:v>
                </c:pt>
                <c:pt idx="130">
                  <c:v>16.53</c:v>
                </c:pt>
                <c:pt idx="131">
                  <c:v>15.211</c:v>
                </c:pt>
                <c:pt idx="132">
                  <c:v>14.683</c:v>
                </c:pt>
                <c:pt idx="133">
                  <c:v>13.78</c:v>
                </c:pt>
                <c:pt idx="134">
                  <c:v>12.635</c:v>
                </c:pt>
                <c:pt idx="135">
                  <c:v>12.779</c:v>
                </c:pt>
                <c:pt idx="136">
                  <c:v>12.61</c:v>
                </c:pt>
                <c:pt idx="137">
                  <c:v>12.484999999999999</c:v>
                </c:pt>
                <c:pt idx="138">
                  <c:v>12.372</c:v>
                </c:pt>
                <c:pt idx="139">
                  <c:v>11.73</c:v>
                </c:pt>
                <c:pt idx="140">
                  <c:v>11.622999999999999</c:v>
                </c:pt>
                <c:pt idx="141">
                  <c:v>11.601000000000001</c:v>
                </c:pt>
                <c:pt idx="142">
                  <c:v>11.05</c:v>
                </c:pt>
                <c:pt idx="143">
                  <c:v>10.400199000000001</c:v>
                </c:pt>
                <c:pt idx="144">
                  <c:v>9.8819769999999991</c:v>
                </c:pt>
                <c:pt idx="145">
                  <c:v>9.5554159999999992</c:v>
                </c:pt>
                <c:pt idx="146">
                  <c:v>9.4918370000000003</c:v>
                </c:pt>
                <c:pt idx="147">
                  <c:v>9.5243000000000002</c:v>
                </c:pt>
                <c:pt idx="148">
                  <c:v>9.2455920000000003</c:v>
                </c:pt>
                <c:pt idx="149">
                  <c:v>8.4464649999999999</c:v>
                </c:pt>
                <c:pt idx="150">
                  <c:v>8.2830449999999995</c:v>
                </c:pt>
                <c:pt idx="151">
                  <c:v>7.8996899999999997</c:v>
                </c:pt>
                <c:pt idx="152">
                  <c:v>8.1819959999999998</c:v>
                </c:pt>
                <c:pt idx="153">
                  <c:v>8.3052119999999992</c:v>
                </c:pt>
                <c:pt idx="154">
                  <c:v>8.0174210000000006</c:v>
                </c:pt>
                <c:pt idx="155">
                  <c:v>8.0309600000000003</c:v>
                </c:pt>
                <c:pt idx="156">
                  <c:v>7.7252720000000004</c:v>
                </c:pt>
                <c:pt idx="157">
                  <c:v>7.2410439999999996</c:v>
                </c:pt>
                <c:pt idx="158">
                  <c:v>7.2841060000000004</c:v>
                </c:pt>
                <c:pt idx="159">
                  <c:v>8.2126300000000008</c:v>
                </c:pt>
                <c:pt idx="160">
                  <c:v>8.8037489999999998</c:v>
                </c:pt>
                <c:pt idx="161">
                  <c:v>8.514837</c:v>
                </c:pt>
                <c:pt idx="162">
                  <c:v>9.4333539999999996</c:v>
                </c:pt>
                <c:pt idx="163">
                  <c:v>9.2514280000000007</c:v>
                </c:pt>
                <c:pt idx="164">
                  <c:v>7.9618349999999998</c:v>
                </c:pt>
                <c:pt idx="165">
                  <c:v>7.8572389999999999</c:v>
                </c:pt>
                <c:pt idx="166">
                  <c:v>7.3829840000000004</c:v>
                </c:pt>
                <c:pt idx="167">
                  <c:v>7.0669360000000001</c:v>
                </c:pt>
                <c:pt idx="168">
                  <c:v>7.2054020000000003</c:v>
                </c:pt>
                <c:pt idx="169">
                  <c:v>7.2601139999999997</c:v>
                </c:pt>
                <c:pt idx="170">
                  <c:v>7.3695880000000002</c:v>
                </c:pt>
                <c:pt idx="171">
                  <c:v>6.7276720000000001</c:v>
                </c:pt>
                <c:pt idx="172">
                  <c:v>6.058179</c:v>
                </c:pt>
                <c:pt idx="173">
                  <c:v>5.7500229999999997</c:v>
                </c:pt>
                <c:pt idx="174">
                  <c:v>5.9560149999999998</c:v>
                </c:pt>
                <c:pt idx="175">
                  <c:v>5.4242210000000002</c:v>
                </c:pt>
                <c:pt idx="176">
                  <c:v>4.7310350000000003</c:v>
                </c:pt>
                <c:pt idx="177">
                  <c:v>5.2890959999999998</c:v>
                </c:pt>
                <c:pt idx="178">
                  <c:v>5.284179</c:v>
                </c:pt>
                <c:pt idx="179">
                  <c:v>5.0533520000000003</c:v>
                </c:pt>
                <c:pt idx="180">
                  <c:v>4.7648250000000001</c:v>
                </c:pt>
                <c:pt idx="181">
                  <c:v>4.4732320000000003</c:v>
                </c:pt>
                <c:pt idx="182">
                  <c:v>4.0427</c:v>
                </c:pt>
                <c:pt idx="183">
                  <c:v>3.6317910000000002</c:v>
                </c:pt>
                <c:pt idx="184">
                  <c:v>3.5694629999999998</c:v>
                </c:pt>
                <c:pt idx="185">
                  <c:v>3.3453360000000001</c:v>
                </c:pt>
                <c:pt idx="186">
                  <c:v>3.8254679999999999</c:v>
                </c:pt>
                <c:pt idx="187">
                  <c:v>4.3536929999999998</c:v>
                </c:pt>
                <c:pt idx="188">
                  <c:v>4.9924059999999999</c:v>
                </c:pt>
                <c:pt idx="189">
                  <c:v>5.0709220000000004</c:v>
                </c:pt>
                <c:pt idx="190">
                  <c:v>4.4117990000000002</c:v>
                </c:pt>
                <c:pt idx="191">
                  <c:v>5.1401940000000002</c:v>
                </c:pt>
                <c:pt idx="192">
                  <c:v>6.0462879999999997</c:v>
                </c:pt>
                <c:pt idx="193">
                  <c:v>6.9080510000000004</c:v>
                </c:pt>
                <c:pt idx="194">
                  <c:v>6.8416649999999999</c:v>
                </c:pt>
                <c:pt idx="195">
                  <c:v>7.2598180000000001</c:v>
                </c:pt>
                <c:pt idx="196">
                  <c:v>7.6503170000000003</c:v>
                </c:pt>
                <c:pt idx="197">
                  <c:v>8.3933499999999999</c:v>
                </c:pt>
                <c:pt idx="198">
                  <c:v>9.1495999999999995</c:v>
                </c:pt>
                <c:pt idx="199">
                  <c:v>9.9018689999999996</c:v>
                </c:pt>
                <c:pt idx="200">
                  <c:v>12.360027000000001</c:v>
                </c:pt>
                <c:pt idx="201">
                  <c:v>11.854153</c:v>
                </c:pt>
                <c:pt idx="202">
                  <c:v>11.165979</c:v>
                </c:pt>
                <c:pt idx="203">
                  <c:v>11.785955</c:v>
                </c:pt>
                <c:pt idx="204">
                  <c:v>11.902393</c:v>
                </c:pt>
                <c:pt idx="205">
                  <c:v>11.960936</c:v>
                </c:pt>
                <c:pt idx="206">
                  <c:v>12.506788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62D-411C-A1E6-DA7DF01CE275}"/>
            </c:ext>
          </c:extLst>
        </c:ser>
        <c:ser>
          <c:idx val="2"/>
          <c:order val="2"/>
          <c:tx>
            <c:strRef>
              <c:f>'[Panorama de Renda Variável (2022-05-12).xlsx]Planilha8'!$D$1</c:f>
              <c:strCache>
                <c:ptCount val="1"/>
                <c:pt idx="0">
                  <c:v>5 Anos</c:v>
                </c:pt>
              </c:strCache>
            </c:strRef>
          </c:tx>
          <c:spPr>
            <a:ln w="28575" cap="rnd">
              <a:solidFill>
                <a:srgbClr val="FF7C80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(2022-05-12).xlsx]Planilha8'!$A$2:$A$208</c:f>
              <c:numCache>
                <c:formatCode>m/d/yyyy</c:formatCode>
                <c:ptCount val="207"/>
                <c:pt idx="0">
                  <c:v>38384</c:v>
                </c:pt>
                <c:pt idx="1">
                  <c:v>38412</c:v>
                </c:pt>
                <c:pt idx="2">
                  <c:v>38443</c:v>
                </c:pt>
                <c:pt idx="3">
                  <c:v>38473</c:v>
                </c:pt>
                <c:pt idx="4">
                  <c:v>38504</c:v>
                </c:pt>
                <c:pt idx="5">
                  <c:v>38534</c:v>
                </c:pt>
                <c:pt idx="6">
                  <c:v>38565</c:v>
                </c:pt>
                <c:pt idx="7">
                  <c:v>38596</c:v>
                </c:pt>
                <c:pt idx="8">
                  <c:v>38626</c:v>
                </c:pt>
                <c:pt idx="9">
                  <c:v>38657</c:v>
                </c:pt>
                <c:pt idx="10">
                  <c:v>38687</c:v>
                </c:pt>
                <c:pt idx="11">
                  <c:v>38718</c:v>
                </c:pt>
                <c:pt idx="12">
                  <c:v>38749</c:v>
                </c:pt>
                <c:pt idx="13">
                  <c:v>38777</c:v>
                </c:pt>
                <c:pt idx="14">
                  <c:v>38808</c:v>
                </c:pt>
                <c:pt idx="15">
                  <c:v>38838</c:v>
                </c:pt>
                <c:pt idx="16">
                  <c:v>38869</c:v>
                </c:pt>
                <c:pt idx="17">
                  <c:v>38899</c:v>
                </c:pt>
                <c:pt idx="18">
                  <c:v>38930</c:v>
                </c:pt>
                <c:pt idx="19">
                  <c:v>38961</c:v>
                </c:pt>
                <c:pt idx="20">
                  <c:v>38991</c:v>
                </c:pt>
                <c:pt idx="21">
                  <c:v>39022</c:v>
                </c:pt>
                <c:pt idx="22">
                  <c:v>39052</c:v>
                </c:pt>
                <c:pt idx="23">
                  <c:v>39083</c:v>
                </c:pt>
                <c:pt idx="24">
                  <c:v>39114</c:v>
                </c:pt>
                <c:pt idx="25">
                  <c:v>39142</c:v>
                </c:pt>
                <c:pt idx="26">
                  <c:v>39173</c:v>
                </c:pt>
                <c:pt idx="27">
                  <c:v>39203</c:v>
                </c:pt>
                <c:pt idx="28">
                  <c:v>39234</c:v>
                </c:pt>
                <c:pt idx="29">
                  <c:v>39264</c:v>
                </c:pt>
                <c:pt idx="30">
                  <c:v>39295</c:v>
                </c:pt>
                <c:pt idx="31">
                  <c:v>39326</c:v>
                </c:pt>
                <c:pt idx="32">
                  <c:v>39356</c:v>
                </c:pt>
                <c:pt idx="33">
                  <c:v>39387</c:v>
                </c:pt>
                <c:pt idx="34">
                  <c:v>39417</c:v>
                </c:pt>
                <c:pt idx="35">
                  <c:v>39448</c:v>
                </c:pt>
                <c:pt idx="36">
                  <c:v>39479</c:v>
                </c:pt>
                <c:pt idx="37">
                  <c:v>39508</c:v>
                </c:pt>
                <c:pt idx="38">
                  <c:v>39539</c:v>
                </c:pt>
                <c:pt idx="39">
                  <c:v>39569</c:v>
                </c:pt>
                <c:pt idx="40">
                  <c:v>39600</c:v>
                </c:pt>
                <c:pt idx="41">
                  <c:v>39630</c:v>
                </c:pt>
                <c:pt idx="42">
                  <c:v>39661</c:v>
                </c:pt>
                <c:pt idx="43">
                  <c:v>39692</c:v>
                </c:pt>
                <c:pt idx="44">
                  <c:v>39722</c:v>
                </c:pt>
                <c:pt idx="45">
                  <c:v>39753</c:v>
                </c:pt>
                <c:pt idx="46">
                  <c:v>39783</c:v>
                </c:pt>
                <c:pt idx="47">
                  <c:v>39814</c:v>
                </c:pt>
                <c:pt idx="48">
                  <c:v>39845</c:v>
                </c:pt>
                <c:pt idx="49">
                  <c:v>39873</c:v>
                </c:pt>
                <c:pt idx="50">
                  <c:v>39904</c:v>
                </c:pt>
                <c:pt idx="51">
                  <c:v>39934</c:v>
                </c:pt>
                <c:pt idx="52">
                  <c:v>39965</c:v>
                </c:pt>
                <c:pt idx="53">
                  <c:v>39995</c:v>
                </c:pt>
                <c:pt idx="54">
                  <c:v>40026</c:v>
                </c:pt>
                <c:pt idx="55">
                  <c:v>40057</c:v>
                </c:pt>
                <c:pt idx="56">
                  <c:v>40087</c:v>
                </c:pt>
                <c:pt idx="57">
                  <c:v>40118</c:v>
                </c:pt>
                <c:pt idx="58">
                  <c:v>40148</c:v>
                </c:pt>
                <c:pt idx="59">
                  <c:v>40179</c:v>
                </c:pt>
                <c:pt idx="60">
                  <c:v>40210</c:v>
                </c:pt>
                <c:pt idx="61">
                  <c:v>40238</c:v>
                </c:pt>
                <c:pt idx="62">
                  <c:v>40269</c:v>
                </c:pt>
                <c:pt idx="63">
                  <c:v>40299</c:v>
                </c:pt>
                <c:pt idx="64">
                  <c:v>40330</c:v>
                </c:pt>
                <c:pt idx="65">
                  <c:v>40360</c:v>
                </c:pt>
                <c:pt idx="66">
                  <c:v>40391</c:v>
                </c:pt>
                <c:pt idx="67">
                  <c:v>40422</c:v>
                </c:pt>
                <c:pt idx="68">
                  <c:v>40452</c:v>
                </c:pt>
                <c:pt idx="69">
                  <c:v>40483</c:v>
                </c:pt>
                <c:pt idx="70">
                  <c:v>40513</c:v>
                </c:pt>
                <c:pt idx="71">
                  <c:v>40544</c:v>
                </c:pt>
                <c:pt idx="72">
                  <c:v>40575</c:v>
                </c:pt>
                <c:pt idx="73">
                  <c:v>40603</c:v>
                </c:pt>
                <c:pt idx="74">
                  <c:v>40634</c:v>
                </c:pt>
                <c:pt idx="75">
                  <c:v>40664</c:v>
                </c:pt>
                <c:pt idx="76">
                  <c:v>40695</c:v>
                </c:pt>
                <c:pt idx="77">
                  <c:v>40725</c:v>
                </c:pt>
                <c:pt idx="78">
                  <c:v>40756</c:v>
                </c:pt>
                <c:pt idx="79">
                  <c:v>40787</c:v>
                </c:pt>
                <c:pt idx="80">
                  <c:v>40817</c:v>
                </c:pt>
                <c:pt idx="81">
                  <c:v>40848</c:v>
                </c:pt>
                <c:pt idx="82">
                  <c:v>40878</c:v>
                </c:pt>
                <c:pt idx="83">
                  <c:v>40909</c:v>
                </c:pt>
                <c:pt idx="84">
                  <c:v>40940</c:v>
                </c:pt>
                <c:pt idx="85">
                  <c:v>40969</c:v>
                </c:pt>
                <c:pt idx="86">
                  <c:v>41000</c:v>
                </c:pt>
                <c:pt idx="87">
                  <c:v>41030</c:v>
                </c:pt>
                <c:pt idx="88">
                  <c:v>41061</c:v>
                </c:pt>
                <c:pt idx="89">
                  <c:v>41091</c:v>
                </c:pt>
                <c:pt idx="90">
                  <c:v>41122</c:v>
                </c:pt>
                <c:pt idx="91">
                  <c:v>41153</c:v>
                </c:pt>
                <c:pt idx="92">
                  <c:v>41183</c:v>
                </c:pt>
                <c:pt idx="93">
                  <c:v>41214</c:v>
                </c:pt>
                <c:pt idx="94">
                  <c:v>41244</c:v>
                </c:pt>
                <c:pt idx="95">
                  <c:v>41275</c:v>
                </c:pt>
                <c:pt idx="96">
                  <c:v>41306</c:v>
                </c:pt>
                <c:pt idx="97">
                  <c:v>41334</c:v>
                </c:pt>
                <c:pt idx="98">
                  <c:v>41365</c:v>
                </c:pt>
                <c:pt idx="99">
                  <c:v>41395</c:v>
                </c:pt>
                <c:pt idx="100">
                  <c:v>41426</c:v>
                </c:pt>
                <c:pt idx="101">
                  <c:v>41456</c:v>
                </c:pt>
                <c:pt idx="102">
                  <c:v>41487</c:v>
                </c:pt>
                <c:pt idx="103">
                  <c:v>41518</c:v>
                </c:pt>
                <c:pt idx="104">
                  <c:v>41548</c:v>
                </c:pt>
                <c:pt idx="105">
                  <c:v>41579</c:v>
                </c:pt>
                <c:pt idx="106">
                  <c:v>41609</c:v>
                </c:pt>
                <c:pt idx="107">
                  <c:v>41640</c:v>
                </c:pt>
                <c:pt idx="108">
                  <c:v>41671</c:v>
                </c:pt>
                <c:pt idx="109">
                  <c:v>41699</c:v>
                </c:pt>
                <c:pt idx="110">
                  <c:v>41730</c:v>
                </c:pt>
                <c:pt idx="111">
                  <c:v>41760</c:v>
                </c:pt>
                <c:pt idx="112">
                  <c:v>41791</c:v>
                </c:pt>
                <c:pt idx="113">
                  <c:v>41821</c:v>
                </c:pt>
                <c:pt idx="114">
                  <c:v>41852</c:v>
                </c:pt>
                <c:pt idx="115">
                  <c:v>41883</c:v>
                </c:pt>
                <c:pt idx="116">
                  <c:v>41913</c:v>
                </c:pt>
                <c:pt idx="117">
                  <c:v>41944</c:v>
                </c:pt>
                <c:pt idx="118">
                  <c:v>41974</c:v>
                </c:pt>
                <c:pt idx="119">
                  <c:v>42005</c:v>
                </c:pt>
                <c:pt idx="120">
                  <c:v>42036</c:v>
                </c:pt>
                <c:pt idx="121">
                  <c:v>42064</c:v>
                </c:pt>
                <c:pt idx="122">
                  <c:v>42095</c:v>
                </c:pt>
                <c:pt idx="123">
                  <c:v>42125</c:v>
                </c:pt>
                <c:pt idx="124">
                  <c:v>42156</c:v>
                </c:pt>
                <c:pt idx="125">
                  <c:v>42186</c:v>
                </c:pt>
                <c:pt idx="126">
                  <c:v>42217</c:v>
                </c:pt>
                <c:pt idx="127">
                  <c:v>42248</c:v>
                </c:pt>
                <c:pt idx="128">
                  <c:v>42278</c:v>
                </c:pt>
                <c:pt idx="129">
                  <c:v>42309</c:v>
                </c:pt>
                <c:pt idx="130">
                  <c:v>42339</c:v>
                </c:pt>
                <c:pt idx="131">
                  <c:v>42370</c:v>
                </c:pt>
                <c:pt idx="132">
                  <c:v>42401</c:v>
                </c:pt>
                <c:pt idx="133">
                  <c:v>42430</c:v>
                </c:pt>
                <c:pt idx="134">
                  <c:v>42461</c:v>
                </c:pt>
                <c:pt idx="135">
                  <c:v>42491</c:v>
                </c:pt>
                <c:pt idx="136">
                  <c:v>42522</c:v>
                </c:pt>
                <c:pt idx="137">
                  <c:v>42552</c:v>
                </c:pt>
                <c:pt idx="138">
                  <c:v>42583</c:v>
                </c:pt>
                <c:pt idx="139">
                  <c:v>42614</c:v>
                </c:pt>
                <c:pt idx="140">
                  <c:v>42644</c:v>
                </c:pt>
                <c:pt idx="141">
                  <c:v>42675</c:v>
                </c:pt>
                <c:pt idx="142">
                  <c:v>42705</c:v>
                </c:pt>
                <c:pt idx="143">
                  <c:v>42736</c:v>
                </c:pt>
                <c:pt idx="144">
                  <c:v>42767</c:v>
                </c:pt>
                <c:pt idx="145">
                  <c:v>42795</c:v>
                </c:pt>
                <c:pt idx="146">
                  <c:v>42826</c:v>
                </c:pt>
                <c:pt idx="147">
                  <c:v>42856</c:v>
                </c:pt>
                <c:pt idx="148">
                  <c:v>42887</c:v>
                </c:pt>
                <c:pt idx="149">
                  <c:v>42917</c:v>
                </c:pt>
                <c:pt idx="150">
                  <c:v>42948</c:v>
                </c:pt>
                <c:pt idx="151">
                  <c:v>42979</c:v>
                </c:pt>
                <c:pt idx="152">
                  <c:v>43009</c:v>
                </c:pt>
                <c:pt idx="153">
                  <c:v>43040</c:v>
                </c:pt>
                <c:pt idx="154">
                  <c:v>43070</c:v>
                </c:pt>
                <c:pt idx="155">
                  <c:v>43101</c:v>
                </c:pt>
                <c:pt idx="156">
                  <c:v>43132</c:v>
                </c:pt>
                <c:pt idx="157">
                  <c:v>43160</c:v>
                </c:pt>
                <c:pt idx="158">
                  <c:v>43191</c:v>
                </c:pt>
                <c:pt idx="159">
                  <c:v>43221</c:v>
                </c:pt>
                <c:pt idx="160">
                  <c:v>43252</c:v>
                </c:pt>
                <c:pt idx="161">
                  <c:v>43282</c:v>
                </c:pt>
                <c:pt idx="162">
                  <c:v>43313</c:v>
                </c:pt>
                <c:pt idx="163">
                  <c:v>43344</c:v>
                </c:pt>
                <c:pt idx="164">
                  <c:v>43374</c:v>
                </c:pt>
                <c:pt idx="165">
                  <c:v>43405</c:v>
                </c:pt>
                <c:pt idx="166">
                  <c:v>43435</c:v>
                </c:pt>
                <c:pt idx="167">
                  <c:v>43466</c:v>
                </c:pt>
                <c:pt idx="168">
                  <c:v>43497</c:v>
                </c:pt>
                <c:pt idx="169">
                  <c:v>43525</c:v>
                </c:pt>
                <c:pt idx="170">
                  <c:v>43556</c:v>
                </c:pt>
                <c:pt idx="171">
                  <c:v>43586</c:v>
                </c:pt>
                <c:pt idx="172">
                  <c:v>43617</c:v>
                </c:pt>
                <c:pt idx="173">
                  <c:v>43647</c:v>
                </c:pt>
                <c:pt idx="174">
                  <c:v>43678</c:v>
                </c:pt>
                <c:pt idx="175">
                  <c:v>43709</c:v>
                </c:pt>
                <c:pt idx="176">
                  <c:v>43739</c:v>
                </c:pt>
                <c:pt idx="177">
                  <c:v>43770</c:v>
                </c:pt>
                <c:pt idx="178">
                  <c:v>43800</c:v>
                </c:pt>
                <c:pt idx="179">
                  <c:v>43831</c:v>
                </c:pt>
                <c:pt idx="180">
                  <c:v>43862</c:v>
                </c:pt>
                <c:pt idx="181">
                  <c:v>43891</c:v>
                </c:pt>
                <c:pt idx="182">
                  <c:v>43922</c:v>
                </c:pt>
                <c:pt idx="183">
                  <c:v>43952</c:v>
                </c:pt>
                <c:pt idx="184">
                  <c:v>43983</c:v>
                </c:pt>
                <c:pt idx="185">
                  <c:v>44013</c:v>
                </c:pt>
                <c:pt idx="186">
                  <c:v>44044</c:v>
                </c:pt>
                <c:pt idx="187">
                  <c:v>44075</c:v>
                </c:pt>
                <c:pt idx="188">
                  <c:v>44105</c:v>
                </c:pt>
                <c:pt idx="189">
                  <c:v>44136</c:v>
                </c:pt>
                <c:pt idx="190">
                  <c:v>44166</c:v>
                </c:pt>
                <c:pt idx="191">
                  <c:v>44197</c:v>
                </c:pt>
                <c:pt idx="192">
                  <c:v>44228</c:v>
                </c:pt>
                <c:pt idx="193">
                  <c:v>44256</c:v>
                </c:pt>
                <c:pt idx="194">
                  <c:v>44287</c:v>
                </c:pt>
                <c:pt idx="195">
                  <c:v>44317</c:v>
                </c:pt>
                <c:pt idx="196">
                  <c:v>44348</c:v>
                </c:pt>
                <c:pt idx="197">
                  <c:v>44378</c:v>
                </c:pt>
                <c:pt idx="198">
                  <c:v>44409</c:v>
                </c:pt>
                <c:pt idx="199">
                  <c:v>44440</c:v>
                </c:pt>
                <c:pt idx="200">
                  <c:v>44470</c:v>
                </c:pt>
                <c:pt idx="201">
                  <c:v>44501</c:v>
                </c:pt>
                <c:pt idx="202">
                  <c:v>44531</c:v>
                </c:pt>
                <c:pt idx="203">
                  <c:v>44562</c:v>
                </c:pt>
                <c:pt idx="204">
                  <c:v>44593</c:v>
                </c:pt>
                <c:pt idx="205">
                  <c:v>44621</c:v>
                </c:pt>
                <c:pt idx="206">
                  <c:v>44652</c:v>
                </c:pt>
              </c:numCache>
            </c:numRef>
          </c:cat>
          <c:val>
            <c:numRef>
              <c:f>'[Panorama de Renda Variável (2022-05-12).xlsx]Planilha8'!$D$2:$D$208</c:f>
              <c:numCache>
                <c:formatCode>#,##0.00</c:formatCode>
                <c:ptCount val="207"/>
                <c:pt idx="0">
                  <c:v>15.89</c:v>
                </c:pt>
                <c:pt idx="1">
                  <c:v>16.97</c:v>
                </c:pt>
                <c:pt idx="2">
                  <c:v>16.600000000000001</c:v>
                </c:pt>
                <c:pt idx="3">
                  <c:v>16.25</c:v>
                </c:pt>
                <c:pt idx="4">
                  <c:v>15.61</c:v>
                </c:pt>
                <c:pt idx="5">
                  <c:v>16.23</c:v>
                </c:pt>
                <c:pt idx="6">
                  <c:v>16.579999999999998</c:v>
                </c:pt>
                <c:pt idx="7">
                  <c:v>15.28</c:v>
                </c:pt>
                <c:pt idx="8">
                  <c:v>16.18</c:v>
                </c:pt>
                <c:pt idx="9">
                  <c:v>15.79</c:v>
                </c:pt>
                <c:pt idx="10">
                  <c:v>14.9</c:v>
                </c:pt>
                <c:pt idx="11">
                  <c:v>14.41</c:v>
                </c:pt>
                <c:pt idx="12">
                  <c:v>13.77</c:v>
                </c:pt>
                <c:pt idx="13">
                  <c:v>14.51</c:v>
                </c:pt>
                <c:pt idx="14">
                  <c:v>14.53</c:v>
                </c:pt>
                <c:pt idx="15">
                  <c:v>16.28</c:v>
                </c:pt>
                <c:pt idx="16">
                  <c:v>15.54</c:v>
                </c:pt>
                <c:pt idx="17">
                  <c:v>15.01</c:v>
                </c:pt>
                <c:pt idx="18">
                  <c:v>14.36</c:v>
                </c:pt>
                <c:pt idx="19">
                  <c:v>14.14</c:v>
                </c:pt>
                <c:pt idx="20">
                  <c:v>13.55</c:v>
                </c:pt>
                <c:pt idx="21">
                  <c:v>13.23</c:v>
                </c:pt>
                <c:pt idx="22">
                  <c:v>12.34</c:v>
                </c:pt>
                <c:pt idx="23">
                  <c:v>12.331</c:v>
                </c:pt>
                <c:pt idx="24">
                  <c:v>12.002000000000001</c:v>
                </c:pt>
                <c:pt idx="25">
                  <c:v>11.571999999999999</c:v>
                </c:pt>
                <c:pt idx="26">
                  <c:v>10.589</c:v>
                </c:pt>
                <c:pt idx="27">
                  <c:v>10.15</c:v>
                </c:pt>
                <c:pt idx="28">
                  <c:v>10.67</c:v>
                </c:pt>
                <c:pt idx="29">
                  <c:v>11.08</c:v>
                </c:pt>
                <c:pt idx="30">
                  <c:v>11.853</c:v>
                </c:pt>
                <c:pt idx="31">
                  <c:v>11.345000000000001</c:v>
                </c:pt>
                <c:pt idx="32">
                  <c:v>11.632</c:v>
                </c:pt>
                <c:pt idx="33">
                  <c:v>12.468999999999999</c:v>
                </c:pt>
                <c:pt idx="34">
                  <c:v>12.975</c:v>
                </c:pt>
                <c:pt idx="35">
                  <c:v>12.92</c:v>
                </c:pt>
                <c:pt idx="36">
                  <c:v>12.538</c:v>
                </c:pt>
                <c:pt idx="37">
                  <c:v>13.324999999999999</c:v>
                </c:pt>
                <c:pt idx="38">
                  <c:v>13.627000000000001</c:v>
                </c:pt>
                <c:pt idx="39">
                  <c:v>13.542</c:v>
                </c:pt>
                <c:pt idx="40">
                  <c:v>14.977</c:v>
                </c:pt>
                <c:pt idx="41">
                  <c:v>13.855</c:v>
                </c:pt>
                <c:pt idx="42">
                  <c:v>13.592000000000001</c:v>
                </c:pt>
                <c:pt idx="43">
                  <c:v>14.13</c:v>
                </c:pt>
                <c:pt idx="44">
                  <c:v>17.39</c:v>
                </c:pt>
                <c:pt idx="45">
                  <c:v>15.815</c:v>
                </c:pt>
                <c:pt idx="46">
                  <c:v>12.56</c:v>
                </c:pt>
                <c:pt idx="47">
                  <c:v>12.382999999999999</c:v>
                </c:pt>
                <c:pt idx="48">
                  <c:v>12.045</c:v>
                </c:pt>
                <c:pt idx="49">
                  <c:v>11.6</c:v>
                </c:pt>
                <c:pt idx="50">
                  <c:v>12.315</c:v>
                </c:pt>
                <c:pt idx="51">
                  <c:v>11.557</c:v>
                </c:pt>
                <c:pt idx="52">
                  <c:v>12.244</c:v>
                </c:pt>
                <c:pt idx="53">
                  <c:v>12.135</c:v>
                </c:pt>
                <c:pt idx="54">
                  <c:v>12.284000000000001</c:v>
                </c:pt>
                <c:pt idx="55">
                  <c:v>12.426</c:v>
                </c:pt>
                <c:pt idx="56">
                  <c:v>12.787000000000001</c:v>
                </c:pt>
                <c:pt idx="57">
                  <c:v>12.914999999999999</c:v>
                </c:pt>
                <c:pt idx="58">
                  <c:v>12.782999999999999</c:v>
                </c:pt>
                <c:pt idx="59">
                  <c:v>12.721</c:v>
                </c:pt>
                <c:pt idx="60">
                  <c:v>12.462</c:v>
                </c:pt>
                <c:pt idx="61">
                  <c:v>12.22</c:v>
                </c:pt>
                <c:pt idx="62">
                  <c:v>12.497</c:v>
                </c:pt>
                <c:pt idx="63">
                  <c:v>12.279</c:v>
                </c:pt>
                <c:pt idx="64">
                  <c:v>12.164</c:v>
                </c:pt>
                <c:pt idx="65">
                  <c:v>11.875999999999999</c:v>
                </c:pt>
                <c:pt idx="66">
                  <c:v>11.388</c:v>
                </c:pt>
                <c:pt idx="67">
                  <c:v>11.749000000000001</c:v>
                </c:pt>
                <c:pt idx="68">
                  <c:v>11.627000000000001</c:v>
                </c:pt>
                <c:pt idx="69">
                  <c:v>12.146000000000001</c:v>
                </c:pt>
                <c:pt idx="70">
                  <c:v>11.95</c:v>
                </c:pt>
                <c:pt idx="71">
                  <c:v>12.808</c:v>
                </c:pt>
                <c:pt idx="72">
                  <c:v>12.446999999999999</c:v>
                </c:pt>
                <c:pt idx="73">
                  <c:v>12.85</c:v>
                </c:pt>
                <c:pt idx="74">
                  <c:v>12.566000000000001</c:v>
                </c:pt>
                <c:pt idx="75">
                  <c:v>12.384</c:v>
                </c:pt>
                <c:pt idx="76">
                  <c:v>12.435</c:v>
                </c:pt>
                <c:pt idx="77">
                  <c:v>12.734999999999999</c:v>
                </c:pt>
                <c:pt idx="78">
                  <c:v>11.375</c:v>
                </c:pt>
                <c:pt idx="79">
                  <c:v>11.23</c:v>
                </c:pt>
                <c:pt idx="80">
                  <c:v>11.132</c:v>
                </c:pt>
                <c:pt idx="81">
                  <c:v>10.63</c:v>
                </c:pt>
                <c:pt idx="82">
                  <c:v>10.98</c:v>
                </c:pt>
                <c:pt idx="83">
                  <c:v>10.936</c:v>
                </c:pt>
                <c:pt idx="84">
                  <c:v>10.836</c:v>
                </c:pt>
                <c:pt idx="85">
                  <c:v>10.69</c:v>
                </c:pt>
                <c:pt idx="86">
                  <c:v>10.119999999999999</c:v>
                </c:pt>
                <c:pt idx="87">
                  <c:v>9.7769999999999992</c:v>
                </c:pt>
                <c:pt idx="88">
                  <c:v>9.4510000000000005</c:v>
                </c:pt>
                <c:pt idx="89">
                  <c:v>9.1430000000000007</c:v>
                </c:pt>
                <c:pt idx="90">
                  <c:v>9.1080000000000005</c:v>
                </c:pt>
                <c:pt idx="91">
                  <c:v>9.2200000000000006</c:v>
                </c:pt>
                <c:pt idx="92">
                  <c:v>8.6359999999999992</c:v>
                </c:pt>
                <c:pt idx="93">
                  <c:v>8.8960000000000008</c:v>
                </c:pt>
                <c:pt idx="94">
                  <c:v>8.64</c:v>
                </c:pt>
                <c:pt idx="95">
                  <c:v>9.0619999999999994</c:v>
                </c:pt>
                <c:pt idx="96">
                  <c:v>9.2720000000000002</c:v>
                </c:pt>
                <c:pt idx="97">
                  <c:v>9.6389999999999993</c:v>
                </c:pt>
                <c:pt idx="98">
                  <c:v>9.0280000000000005</c:v>
                </c:pt>
                <c:pt idx="99">
                  <c:v>9.9960000000000004</c:v>
                </c:pt>
                <c:pt idx="100">
                  <c:v>11.23</c:v>
                </c:pt>
                <c:pt idx="101">
                  <c:v>10.989000000000001</c:v>
                </c:pt>
                <c:pt idx="102">
                  <c:v>12.06</c:v>
                </c:pt>
                <c:pt idx="103">
                  <c:v>11.74</c:v>
                </c:pt>
                <c:pt idx="104">
                  <c:v>11.77</c:v>
                </c:pt>
                <c:pt idx="105">
                  <c:v>12.641999999999999</c:v>
                </c:pt>
                <c:pt idx="106">
                  <c:v>12.83</c:v>
                </c:pt>
                <c:pt idx="107">
                  <c:v>13.273</c:v>
                </c:pt>
                <c:pt idx="108">
                  <c:v>12.555</c:v>
                </c:pt>
                <c:pt idx="109">
                  <c:v>12.755000000000001</c:v>
                </c:pt>
                <c:pt idx="110">
                  <c:v>12.523999999999999</c:v>
                </c:pt>
                <c:pt idx="111">
                  <c:v>11.901999999999999</c:v>
                </c:pt>
                <c:pt idx="112">
                  <c:v>11.957000000000001</c:v>
                </c:pt>
                <c:pt idx="113">
                  <c:v>11.795</c:v>
                </c:pt>
                <c:pt idx="114">
                  <c:v>11.189</c:v>
                </c:pt>
                <c:pt idx="115">
                  <c:v>12.3</c:v>
                </c:pt>
                <c:pt idx="116">
                  <c:v>12.103999999999999</c:v>
                </c:pt>
                <c:pt idx="117">
                  <c:v>11.752000000000001</c:v>
                </c:pt>
                <c:pt idx="118">
                  <c:v>12.44</c:v>
                </c:pt>
                <c:pt idx="119">
                  <c:v>12.018000000000001</c:v>
                </c:pt>
                <c:pt idx="120">
                  <c:v>12.323</c:v>
                </c:pt>
                <c:pt idx="121">
                  <c:v>13.004</c:v>
                </c:pt>
                <c:pt idx="122">
                  <c:v>12.8</c:v>
                </c:pt>
                <c:pt idx="123">
                  <c:v>12.409000000000001</c:v>
                </c:pt>
                <c:pt idx="124">
                  <c:v>12.721</c:v>
                </c:pt>
                <c:pt idx="125">
                  <c:v>12.798</c:v>
                </c:pt>
                <c:pt idx="126">
                  <c:v>14.12</c:v>
                </c:pt>
                <c:pt idx="127">
                  <c:v>15.619</c:v>
                </c:pt>
                <c:pt idx="128">
                  <c:v>15.958</c:v>
                </c:pt>
                <c:pt idx="129">
                  <c:v>15.968</c:v>
                </c:pt>
                <c:pt idx="130">
                  <c:v>16.62</c:v>
                </c:pt>
                <c:pt idx="131">
                  <c:v>15.942</c:v>
                </c:pt>
                <c:pt idx="132">
                  <c:v>15.605</c:v>
                </c:pt>
                <c:pt idx="133">
                  <c:v>13.917999999999999</c:v>
                </c:pt>
                <c:pt idx="134">
                  <c:v>12.428000000000001</c:v>
                </c:pt>
                <c:pt idx="135">
                  <c:v>12.87</c:v>
                </c:pt>
                <c:pt idx="136">
                  <c:v>12.161</c:v>
                </c:pt>
                <c:pt idx="137">
                  <c:v>11.996</c:v>
                </c:pt>
                <c:pt idx="138">
                  <c:v>12.07</c:v>
                </c:pt>
                <c:pt idx="139">
                  <c:v>11.596</c:v>
                </c:pt>
                <c:pt idx="140">
                  <c:v>11.324999999999999</c:v>
                </c:pt>
                <c:pt idx="141">
                  <c:v>11.853999999999999</c:v>
                </c:pt>
                <c:pt idx="142">
                  <c:v>11.49</c:v>
                </c:pt>
                <c:pt idx="143">
                  <c:v>10.790645</c:v>
                </c:pt>
                <c:pt idx="144">
                  <c:v>10.190215999999999</c:v>
                </c:pt>
                <c:pt idx="145">
                  <c:v>9.9739500000000003</c:v>
                </c:pt>
                <c:pt idx="146">
                  <c:v>10.162751</c:v>
                </c:pt>
                <c:pt idx="147">
                  <c:v>10.61388</c:v>
                </c:pt>
                <c:pt idx="148">
                  <c:v>10.403174999999999</c:v>
                </c:pt>
                <c:pt idx="149">
                  <c:v>9.7368780000000008</c:v>
                </c:pt>
                <c:pt idx="150">
                  <c:v>9.7051429999999996</c:v>
                </c:pt>
                <c:pt idx="151">
                  <c:v>9.3650490000000008</c:v>
                </c:pt>
                <c:pt idx="152">
                  <c:v>9.7347020000000004</c:v>
                </c:pt>
                <c:pt idx="153">
                  <c:v>10.191276</c:v>
                </c:pt>
                <c:pt idx="154">
                  <c:v>9.9234589999999994</c:v>
                </c:pt>
                <c:pt idx="155">
                  <c:v>9.4637390000000003</c:v>
                </c:pt>
                <c:pt idx="156">
                  <c:v>9.3141079999999992</c:v>
                </c:pt>
                <c:pt idx="157">
                  <c:v>9.0790579999999999</c:v>
                </c:pt>
                <c:pt idx="158">
                  <c:v>9.2164110000000008</c:v>
                </c:pt>
                <c:pt idx="159">
                  <c:v>10.730651999999999</c:v>
                </c:pt>
                <c:pt idx="160">
                  <c:v>11.048780000000001</c:v>
                </c:pt>
                <c:pt idx="161">
                  <c:v>10.695653999999999</c:v>
                </c:pt>
                <c:pt idx="162">
                  <c:v>11.745429</c:v>
                </c:pt>
                <c:pt idx="163">
                  <c:v>11.391893</c:v>
                </c:pt>
                <c:pt idx="164">
                  <c:v>9.6264299999999992</c:v>
                </c:pt>
                <c:pt idx="165">
                  <c:v>9.4465819999999994</c:v>
                </c:pt>
                <c:pt idx="166">
                  <c:v>8.9915509999999994</c:v>
                </c:pt>
                <c:pt idx="167">
                  <c:v>8.4936190000000007</c:v>
                </c:pt>
                <c:pt idx="168">
                  <c:v>8.6104850000000006</c:v>
                </c:pt>
                <c:pt idx="169">
                  <c:v>8.5994989999999998</c:v>
                </c:pt>
                <c:pt idx="170">
                  <c:v>8.6210190000000004</c:v>
                </c:pt>
                <c:pt idx="171">
                  <c:v>8.0353790000000007</c:v>
                </c:pt>
                <c:pt idx="172">
                  <c:v>7.0405720000000001</c:v>
                </c:pt>
                <c:pt idx="173">
                  <c:v>6.8485149999999999</c:v>
                </c:pt>
                <c:pt idx="174">
                  <c:v>7.0344319999999998</c:v>
                </c:pt>
                <c:pt idx="175">
                  <c:v>6.5985760000000004</c:v>
                </c:pt>
                <c:pt idx="176">
                  <c:v>6.0229200000000001</c:v>
                </c:pt>
                <c:pt idx="177">
                  <c:v>6.5496790000000003</c:v>
                </c:pt>
                <c:pt idx="178">
                  <c:v>6.4869329999999996</c:v>
                </c:pt>
                <c:pt idx="179">
                  <c:v>6.2703280000000001</c:v>
                </c:pt>
                <c:pt idx="180">
                  <c:v>6.2592829999999999</c:v>
                </c:pt>
                <c:pt idx="181">
                  <c:v>7.0522830000000001</c:v>
                </c:pt>
                <c:pt idx="182">
                  <c:v>6.82111</c:v>
                </c:pt>
                <c:pt idx="183">
                  <c:v>6.2495479999999999</c:v>
                </c:pt>
                <c:pt idx="184">
                  <c:v>6.0187920000000004</c:v>
                </c:pt>
                <c:pt idx="185">
                  <c:v>5.5744670000000003</c:v>
                </c:pt>
                <c:pt idx="186">
                  <c:v>6.3367680000000002</c:v>
                </c:pt>
                <c:pt idx="187">
                  <c:v>6.9321419999999998</c:v>
                </c:pt>
                <c:pt idx="188">
                  <c:v>7.1870620000000001</c:v>
                </c:pt>
                <c:pt idx="189">
                  <c:v>7.2241749999999998</c:v>
                </c:pt>
                <c:pt idx="190">
                  <c:v>6.1006910000000003</c:v>
                </c:pt>
                <c:pt idx="191">
                  <c:v>6.7900600000000004</c:v>
                </c:pt>
                <c:pt idx="192">
                  <c:v>7.9229479999999999</c:v>
                </c:pt>
                <c:pt idx="193">
                  <c:v>8.8393479999999993</c:v>
                </c:pt>
                <c:pt idx="194">
                  <c:v>8.5707360000000001</c:v>
                </c:pt>
                <c:pt idx="195">
                  <c:v>8.5436789999999991</c:v>
                </c:pt>
                <c:pt idx="196">
                  <c:v>8.5728709999999992</c:v>
                </c:pt>
                <c:pt idx="197">
                  <c:v>9.1532590000000003</c:v>
                </c:pt>
                <c:pt idx="198">
                  <c:v>10.11613</c:v>
                </c:pt>
                <c:pt idx="199">
                  <c:v>10.750548999999999</c:v>
                </c:pt>
                <c:pt idx="200">
                  <c:v>12.144296000000001</c:v>
                </c:pt>
                <c:pt idx="201">
                  <c:v>11.367293999999999</c:v>
                </c:pt>
                <c:pt idx="202">
                  <c:v>10.615322000000001</c:v>
                </c:pt>
                <c:pt idx="203">
                  <c:v>11.192017999999999</c:v>
                </c:pt>
                <c:pt idx="204">
                  <c:v>11.260467</c:v>
                </c:pt>
                <c:pt idx="205">
                  <c:v>11.327529</c:v>
                </c:pt>
                <c:pt idx="206">
                  <c:v>12.065288000000001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62D-411C-A1E6-DA7DF01CE275}"/>
            </c:ext>
          </c:extLst>
        </c:ser>
        <c:ser>
          <c:idx val="3"/>
          <c:order val="3"/>
          <c:tx>
            <c:strRef>
              <c:f>'[Panorama de Renda Variável (2022-05-12).xlsx]Planilha8'!$E$1</c:f>
              <c:strCache>
                <c:ptCount val="1"/>
                <c:pt idx="0">
                  <c:v>10 Anos</c:v>
                </c:pt>
              </c:strCache>
            </c:strRef>
          </c:tx>
          <c:spPr>
            <a:ln w="28575" cap="rnd">
              <a:solidFill>
                <a:srgbClr val="66CCFF"/>
              </a:solidFill>
              <a:round/>
            </a:ln>
            <a:effectLst/>
          </c:spPr>
          <c:marker>
            <c:symbol val="none"/>
          </c:marker>
          <c:cat>
            <c:numRef>
              <c:f>'[Panorama de Renda Variável (2022-05-12).xlsx]Planilha8'!$A$2:$A$208</c:f>
              <c:numCache>
                <c:formatCode>m/d/yyyy</c:formatCode>
                <c:ptCount val="207"/>
                <c:pt idx="0">
                  <c:v>38384</c:v>
                </c:pt>
                <c:pt idx="1">
                  <c:v>38412</c:v>
                </c:pt>
                <c:pt idx="2">
                  <c:v>38443</c:v>
                </c:pt>
                <c:pt idx="3">
                  <c:v>38473</c:v>
                </c:pt>
                <c:pt idx="4">
                  <c:v>38504</c:v>
                </c:pt>
                <c:pt idx="5">
                  <c:v>38534</c:v>
                </c:pt>
                <c:pt idx="6">
                  <c:v>38565</c:v>
                </c:pt>
                <c:pt idx="7">
                  <c:v>38596</c:v>
                </c:pt>
                <c:pt idx="8">
                  <c:v>38626</c:v>
                </c:pt>
                <c:pt idx="9">
                  <c:v>38657</c:v>
                </c:pt>
                <c:pt idx="10">
                  <c:v>38687</c:v>
                </c:pt>
                <c:pt idx="11">
                  <c:v>38718</c:v>
                </c:pt>
                <c:pt idx="12">
                  <c:v>38749</c:v>
                </c:pt>
                <c:pt idx="13">
                  <c:v>38777</c:v>
                </c:pt>
                <c:pt idx="14">
                  <c:v>38808</c:v>
                </c:pt>
                <c:pt idx="15">
                  <c:v>38838</c:v>
                </c:pt>
                <c:pt idx="16">
                  <c:v>38869</c:v>
                </c:pt>
                <c:pt idx="17">
                  <c:v>38899</c:v>
                </c:pt>
                <c:pt idx="18">
                  <c:v>38930</c:v>
                </c:pt>
                <c:pt idx="19">
                  <c:v>38961</c:v>
                </c:pt>
                <c:pt idx="20">
                  <c:v>38991</c:v>
                </c:pt>
                <c:pt idx="21">
                  <c:v>39022</c:v>
                </c:pt>
                <c:pt idx="22">
                  <c:v>39052</c:v>
                </c:pt>
                <c:pt idx="23">
                  <c:v>39083</c:v>
                </c:pt>
                <c:pt idx="24">
                  <c:v>39114</c:v>
                </c:pt>
                <c:pt idx="25">
                  <c:v>39142</c:v>
                </c:pt>
                <c:pt idx="26">
                  <c:v>39173</c:v>
                </c:pt>
                <c:pt idx="27">
                  <c:v>39203</c:v>
                </c:pt>
                <c:pt idx="28">
                  <c:v>39234</c:v>
                </c:pt>
                <c:pt idx="29">
                  <c:v>39264</c:v>
                </c:pt>
                <c:pt idx="30">
                  <c:v>39295</c:v>
                </c:pt>
                <c:pt idx="31">
                  <c:v>39326</c:v>
                </c:pt>
                <c:pt idx="32">
                  <c:v>39356</c:v>
                </c:pt>
                <c:pt idx="33">
                  <c:v>39387</c:v>
                </c:pt>
                <c:pt idx="34">
                  <c:v>39417</c:v>
                </c:pt>
                <c:pt idx="35">
                  <c:v>39448</c:v>
                </c:pt>
                <c:pt idx="36">
                  <c:v>39479</c:v>
                </c:pt>
                <c:pt idx="37">
                  <c:v>39508</c:v>
                </c:pt>
                <c:pt idx="38">
                  <c:v>39539</c:v>
                </c:pt>
                <c:pt idx="39">
                  <c:v>39569</c:v>
                </c:pt>
                <c:pt idx="40">
                  <c:v>39600</c:v>
                </c:pt>
                <c:pt idx="41">
                  <c:v>39630</c:v>
                </c:pt>
                <c:pt idx="42">
                  <c:v>39661</c:v>
                </c:pt>
                <c:pt idx="43">
                  <c:v>39692</c:v>
                </c:pt>
                <c:pt idx="44">
                  <c:v>39722</c:v>
                </c:pt>
                <c:pt idx="45">
                  <c:v>39753</c:v>
                </c:pt>
                <c:pt idx="46">
                  <c:v>39783</c:v>
                </c:pt>
                <c:pt idx="47">
                  <c:v>39814</c:v>
                </c:pt>
                <c:pt idx="48">
                  <c:v>39845</c:v>
                </c:pt>
                <c:pt idx="49">
                  <c:v>39873</c:v>
                </c:pt>
                <c:pt idx="50">
                  <c:v>39904</c:v>
                </c:pt>
                <c:pt idx="51">
                  <c:v>39934</c:v>
                </c:pt>
                <c:pt idx="52">
                  <c:v>39965</c:v>
                </c:pt>
                <c:pt idx="53">
                  <c:v>39995</c:v>
                </c:pt>
                <c:pt idx="54">
                  <c:v>40026</c:v>
                </c:pt>
                <c:pt idx="55">
                  <c:v>40057</c:v>
                </c:pt>
                <c:pt idx="56">
                  <c:v>40087</c:v>
                </c:pt>
                <c:pt idx="57">
                  <c:v>40118</c:v>
                </c:pt>
                <c:pt idx="58">
                  <c:v>40148</c:v>
                </c:pt>
                <c:pt idx="59">
                  <c:v>40179</c:v>
                </c:pt>
                <c:pt idx="60">
                  <c:v>40210</c:v>
                </c:pt>
                <c:pt idx="61">
                  <c:v>40238</c:v>
                </c:pt>
                <c:pt idx="62">
                  <c:v>40269</c:v>
                </c:pt>
                <c:pt idx="63">
                  <c:v>40299</c:v>
                </c:pt>
                <c:pt idx="64">
                  <c:v>40330</c:v>
                </c:pt>
                <c:pt idx="65">
                  <c:v>40360</c:v>
                </c:pt>
                <c:pt idx="66">
                  <c:v>40391</c:v>
                </c:pt>
                <c:pt idx="67">
                  <c:v>40422</c:v>
                </c:pt>
                <c:pt idx="68">
                  <c:v>40452</c:v>
                </c:pt>
                <c:pt idx="69">
                  <c:v>40483</c:v>
                </c:pt>
                <c:pt idx="70">
                  <c:v>40513</c:v>
                </c:pt>
                <c:pt idx="71">
                  <c:v>40544</c:v>
                </c:pt>
                <c:pt idx="72">
                  <c:v>40575</c:v>
                </c:pt>
                <c:pt idx="73">
                  <c:v>40603</c:v>
                </c:pt>
                <c:pt idx="74">
                  <c:v>40634</c:v>
                </c:pt>
                <c:pt idx="75">
                  <c:v>40664</c:v>
                </c:pt>
                <c:pt idx="76">
                  <c:v>40695</c:v>
                </c:pt>
                <c:pt idx="77">
                  <c:v>40725</c:v>
                </c:pt>
                <c:pt idx="78">
                  <c:v>40756</c:v>
                </c:pt>
                <c:pt idx="79">
                  <c:v>40787</c:v>
                </c:pt>
                <c:pt idx="80">
                  <c:v>40817</c:v>
                </c:pt>
                <c:pt idx="81">
                  <c:v>40848</c:v>
                </c:pt>
                <c:pt idx="82">
                  <c:v>40878</c:v>
                </c:pt>
                <c:pt idx="83">
                  <c:v>40909</c:v>
                </c:pt>
                <c:pt idx="84">
                  <c:v>40940</c:v>
                </c:pt>
                <c:pt idx="85">
                  <c:v>40969</c:v>
                </c:pt>
                <c:pt idx="86">
                  <c:v>41000</c:v>
                </c:pt>
                <c:pt idx="87">
                  <c:v>41030</c:v>
                </c:pt>
                <c:pt idx="88">
                  <c:v>41061</c:v>
                </c:pt>
                <c:pt idx="89">
                  <c:v>41091</c:v>
                </c:pt>
                <c:pt idx="90">
                  <c:v>41122</c:v>
                </c:pt>
                <c:pt idx="91">
                  <c:v>41153</c:v>
                </c:pt>
                <c:pt idx="92">
                  <c:v>41183</c:v>
                </c:pt>
                <c:pt idx="93">
                  <c:v>41214</c:v>
                </c:pt>
                <c:pt idx="94">
                  <c:v>41244</c:v>
                </c:pt>
                <c:pt idx="95">
                  <c:v>41275</c:v>
                </c:pt>
                <c:pt idx="96">
                  <c:v>41306</c:v>
                </c:pt>
                <c:pt idx="97">
                  <c:v>41334</c:v>
                </c:pt>
                <c:pt idx="98">
                  <c:v>41365</c:v>
                </c:pt>
                <c:pt idx="99">
                  <c:v>41395</c:v>
                </c:pt>
                <c:pt idx="100">
                  <c:v>41426</c:v>
                </c:pt>
                <c:pt idx="101">
                  <c:v>41456</c:v>
                </c:pt>
                <c:pt idx="102">
                  <c:v>41487</c:v>
                </c:pt>
                <c:pt idx="103">
                  <c:v>41518</c:v>
                </c:pt>
                <c:pt idx="104">
                  <c:v>41548</c:v>
                </c:pt>
                <c:pt idx="105">
                  <c:v>41579</c:v>
                </c:pt>
                <c:pt idx="106">
                  <c:v>41609</c:v>
                </c:pt>
                <c:pt idx="107">
                  <c:v>41640</c:v>
                </c:pt>
                <c:pt idx="108">
                  <c:v>41671</c:v>
                </c:pt>
                <c:pt idx="109">
                  <c:v>41699</c:v>
                </c:pt>
                <c:pt idx="110">
                  <c:v>41730</c:v>
                </c:pt>
                <c:pt idx="111">
                  <c:v>41760</c:v>
                </c:pt>
                <c:pt idx="112">
                  <c:v>41791</c:v>
                </c:pt>
                <c:pt idx="113">
                  <c:v>41821</c:v>
                </c:pt>
                <c:pt idx="114">
                  <c:v>41852</c:v>
                </c:pt>
                <c:pt idx="115">
                  <c:v>41883</c:v>
                </c:pt>
                <c:pt idx="116">
                  <c:v>41913</c:v>
                </c:pt>
                <c:pt idx="117">
                  <c:v>41944</c:v>
                </c:pt>
                <c:pt idx="118">
                  <c:v>41974</c:v>
                </c:pt>
                <c:pt idx="119">
                  <c:v>42005</c:v>
                </c:pt>
                <c:pt idx="120">
                  <c:v>42036</c:v>
                </c:pt>
                <c:pt idx="121">
                  <c:v>42064</c:v>
                </c:pt>
                <c:pt idx="122">
                  <c:v>42095</c:v>
                </c:pt>
                <c:pt idx="123">
                  <c:v>42125</c:v>
                </c:pt>
                <c:pt idx="124">
                  <c:v>42156</c:v>
                </c:pt>
                <c:pt idx="125">
                  <c:v>42186</c:v>
                </c:pt>
                <c:pt idx="126">
                  <c:v>42217</c:v>
                </c:pt>
                <c:pt idx="127">
                  <c:v>42248</c:v>
                </c:pt>
                <c:pt idx="128">
                  <c:v>42278</c:v>
                </c:pt>
                <c:pt idx="129">
                  <c:v>42309</c:v>
                </c:pt>
                <c:pt idx="130">
                  <c:v>42339</c:v>
                </c:pt>
                <c:pt idx="131">
                  <c:v>42370</c:v>
                </c:pt>
                <c:pt idx="132">
                  <c:v>42401</c:v>
                </c:pt>
                <c:pt idx="133">
                  <c:v>42430</c:v>
                </c:pt>
                <c:pt idx="134">
                  <c:v>42461</c:v>
                </c:pt>
                <c:pt idx="135">
                  <c:v>42491</c:v>
                </c:pt>
                <c:pt idx="136">
                  <c:v>42522</c:v>
                </c:pt>
                <c:pt idx="137">
                  <c:v>42552</c:v>
                </c:pt>
                <c:pt idx="138">
                  <c:v>42583</c:v>
                </c:pt>
                <c:pt idx="139">
                  <c:v>42614</c:v>
                </c:pt>
                <c:pt idx="140">
                  <c:v>42644</c:v>
                </c:pt>
                <c:pt idx="141">
                  <c:v>42675</c:v>
                </c:pt>
                <c:pt idx="142">
                  <c:v>42705</c:v>
                </c:pt>
                <c:pt idx="143">
                  <c:v>42736</c:v>
                </c:pt>
                <c:pt idx="144">
                  <c:v>42767</c:v>
                </c:pt>
                <c:pt idx="145">
                  <c:v>42795</c:v>
                </c:pt>
                <c:pt idx="146">
                  <c:v>42826</c:v>
                </c:pt>
                <c:pt idx="147">
                  <c:v>42856</c:v>
                </c:pt>
                <c:pt idx="148">
                  <c:v>42887</c:v>
                </c:pt>
                <c:pt idx="149">
                  <c:v>42917</c:v>
                </c:pt>
                <c:pt idx="150">
                  <c:v>42948</c:v>
                </c:pt>
                <c:pt idx="151">
                  <c:v>42979</c:v>
                </c:pt>
                <c:pt idx="152">
                  <c:v>43009</c:v>
                </c:pt>
                <c:pt idx="153">
                  <c:v>43040</c:v>
                </c:pt>
                <c:pt idx="154">
                  <c:v>43070</c:v>
                </c:pt>
                <c:pt idx="155">
                  <c:v>43101</c:v>
                </c:pt>
                <c:pt idx="156">
                  <c:v>43132</c:v>
                </c:pt>
                <c:pt idx="157">
                  <c:v>43160</c:v>
                </c:pt>
                <c:pt idx="158">
                  <c:v>43191</c:v>
                </c:pt>
                <c:pt idx="159">
                  <c:v>43221</c:v>
                </c:pt>
                <c:pt idx="160">
                  <c:v>43252</c:v>
                </c:pt>
                <c:pt idx="161">
                  <c:v>43282</c:v>
                </c:pt>
                <c:pt idx="162">
                  <c:v>43313</c:v>
                </c:pt>
                <c:pt idx="163">
                  <c:v>43344</c:v>
                </c:pt>
                <c:pt idx="164">
                  <c:v>43374</c:v>
                </c:pt>
                <c:pt idx="165">
                  <c:v>43405</c:v>
                </c:pt>
                <c:pt idx="166">
                  <c:v>43435</c:v>
                </c:pt>
                <c:pt idx="167">
                  <c:v>43466</c:v>
                </c:pt>
                <c:pt idx="168">
                  <c:v>43497</c:v>
                </c:pt>
                <c:pt idx="169">
                  <c:v>43525</c:v>
                </c:pt>
                <c:pt idx="170">
                  <c:v>43556</c:v>
                </c:pt>
                <c:pt idx="171">
                  <c:v>43586</c:v>
                </c:pt>
                <c:pt idx="172">
                  <c:v>43617</c:v>
                </c:pt>
                <c:pt idx="173">
                  <c:v>43647</c:v>
                </c:pt>
                <c:pt idx="174">
                  <c:v>43678</c:v>
                </c:pt>
                <c:pt idx="175">
                  <c:v>43709</c:v>
                </c:pt>
                <c:pt idx="176">
                  <c:v>43739</c:v>
                </c:pt>
                <c:pt idx="177">
                  <c:v>43770</c:v>
                </c:pt>
                <c:pt idx="178">
                  <c:v>43800</c:v>
                </c:pt>
                <c:pt idx="179">
                  <c:v>43831</c:v>
                </c:pt>
                <c:pt idx="180">
                  <c:v>43862</c:v>
                </c:pt>
                <c:pt idx="181">
                  <c:v>43891</c:v>
                </c:pt>
                <c:pt idx="182">
                  <c:v>43922</c:v>
                </c:pt>
                <c:pt idx="183">
                  <c:v>43952</c:v>
                </c:pt>
                <c:pt idx="184">
                  <c:v>43983</c:v>
                </c:pt>
                <c:pt idx="185">
                  <c:v>44013</c:v>
                </c:pt>
                <c:pt idx="186">
                  <c:v>44044</c:v>
                </c:pt>
                <c:pt idx="187">
                  <c:v>44075</c:v>
                </c:pt>
                <c:pt idx="188">
                  <c:v>44105</c:v>
                </c:pt>
                <c:pt idx="189">
                  <c:v>44136</c:v>
                </c:pt>
                <c:pt idx="190">
                  <c:v>44166</c:v>
                </c:pt>
                <c:pt idx="191">
                  <c:v>44197</c:v>
                </c:pt>
                <c:pt idx="192">
                  <c:v>44228</c:v>
                </c:pt>
                <c:pt idx="193">
                  <c:v>44256</c:v>
                </c:pt>
                <c:pt idx="194">
                  <c:v>44287</c:v>
                </c:pt>
                <c:pt idx="195">
                  <c:v>44317</c:v>
                </c:pt>
                <c:pt idx="196">
                  <c:v>44348</c:v>
                </c:pt>
                <c:pt idx="197">
                  <c:v>44378</c:v>
                </c:pt>
                <c:pt idx="198">
                  <c:v>44409</c:v>
                </c:pt>
                <c:pt idx="199">
                  <c:v>44440</c:v>
                </c:pt>
                <c:pt idx="200">
                  <c:v>44470</c:v>
                </c:pt>
                <c:pt idx="201">
                  <c:v>44501</c:v>
                </c:pt>
                <c:pt idx="202">
                  <c:v>44531</c:v>
                </c:pt>
                <c:pt idx="203">
                  <c:v>44562</c:v>
                </c:pt>
                <c:pt idx="204">
                  <c:v>44593</c:v>
                </c:pt>
                <c:pt idx="205">
                  <c:v>44621</c:v>
                </c:pt>
                <c:pt idx="206">
                  <c:v>44652</c:v>
                </c:pt>
              </c:numCache>
            </c:numRef>
          </c:cat>
          <c:val>
            <c:numRef>
              <c:f>'[Panorama de Renda Variável (2022-05-12).xlsx]Planilha8'!$E$2:$E$208</c:f>
              <c:numCache>
                <c:formatCode>#,##0.00</c:formatCode>
                <c:ptCount val="207"/>
                <c:pt idx="0">
                  <c:v>15.43</c:v>
                </c:pt>
                <c:pt idx="1">
                  <c:v>16.38</c:v>
                </c:pt>
                <c:pt idx="2">
                  <c:v>16.100000000000001</c:v>
                </c:pt>
                <c:pt idx="3">
                  <c:v>15.78</c:v>
                </c:pt>
                <c:pt idx="4">
                  <c:v>15.51</c:v>
                </c:pt>
                <c:pt idx="5">
                  <c:v>15.82</c:v>
                </c:pt>
                <c:pt idx="6">
                  <c:v>16.190000000000001</c:v>
                </c:pt>
                <c:pt idx="7">
                  <c:v>14.7</c:v>
                </c:pt>
                <c:pt idx="8">
                  <c:v>15.84</c:v>
                </c:pt>
                <c:pt idx="9">
                  <c:v>14.94</c:v>
                </c:pt>
                <c:pt idx="10">
                  <c:v>14.43</c:v>
                </c:pt>
                <c:pt idx="11">
                  <c:v>14.08</c:v>
                </c:pt>
                <c:pt idx="12">
                  <c:v>13.63</c:v>
                </c:pt>
                <c:pt idx="13">
                  <c:v>14.38</c:v>
                </c:pt>
                <c:pt idx="14">
                  <c:v>14.09</c:v>
                </c:pt>
                <c:pt idx="15">
                  <c:v>16.46</c:v>
                </c:pt>
                <c:pt idx="16">
                  <c:v>15.53</c:v>
                </c:pt>
                <c:pt idx="17">
                  <c:v>15.01</c:v>
                </c:pt>
                <c:pt idx="18">
                  <c:v>14.34</c:v>
                </c:pt>
                <c:pt idx="19">
                  <c:v>14</c:v>
                </c:pt>
                <c:pt idx="20">
                  <c:v>13.61</c:v>
                </c:pt>
                <c:pt idx="21">
                  <c:v>13.22</c:v>
                </c:pt>
                <c:pt idx="22">
                  <c:v>12.34</c:v>
                </c:pt>
                <c:pt idx="23">
                  <c:v>12.43</c:v>
                </c:pt>
                <c:pt idx="24">
                  <c:v>11.994999999999999</c:v>
                </c:pt>
                <c:pt idx="25">
                  <c:v>11.558999999999999</c:v>
                </c:pt>
                <c:pt idx="26">
                  <c:v>10.565</c:v>
                </c:pt>
                <c:pt idx="27">
                  <c:v>10.019</c:v>
                </c:pt>
                <c:pt idx="28">
                  <c:v>10.65</c:v>
                </c:pt>
                <c:pt idx="29">
                  <c:v>11.063000000000001</c:v>
                </c:pt>
                <c:pt idx="30">
                  <c:v>11.85</c:v>
                </c:pt>
                <c:pt idx="31">
                  <c:v>11.364000000000001</c:v>
                </c:pt>
                <c:pt idx="32">
                  <c:v>11.795999999999999</c:v>
                </c:pt>
                <c:pt idx="33">
                  <c:v>12.654</c:v>
                </c:pt>
                <c:pt idx="34">
                  <c:v>13.065</c:v>
                </c:pt>
                <c:pt idx="35">
                  <c:v>12.97</c:v>
                </c:pt>
                <c:pt idx="36">
                  <c:v>12.51</c:v>
                </c:pt>
                <c:pt idx="37">
                  <c:v>13.31</c:v>
                </c:pt>
                <c:pt idx="38">
                  <c:v>13.53</c:v>
                </c:pt>
                <c:pt idx="39">
                  <c:v>13.398</c:v>
                </c:pt>
                <c:pt idx="40">
                  <c:v>14.82</c:v>
                </c:pt>
                <c:pt idx="41">
                  <c:v>13.646000000000001</c:v>
                </c:pt>
                <c:pt idx="42">
                  <c:v>13.4</c:v>
                </c:pt>
                <c:pt idx="43">
                  <c:v>14.11</c:v>
                </c:pt>
                <c:pt idx="44">
                  <c:v>17.45</c:v>
                </c:pt>
                <c:pt idx="45">
                  <c:v>15.984999999999999</c:v>
                </c:pt>
                <c:pt idx="46">
                  <c:v>12.727</c:v>
                </c:pt>
                <c:pt idx="47">
                  <c:v>12.5</c:v>
                </c:pt>
                <c:pt idx="48">
                  <c:v>12.432</c:v>
                </c:pt>
                <c:pt idx="49">
                  <c:v>11.875</c:v>
                </c:pt>
                <c:pt idx="50">
                  <c:v>12.683</c:v>
                </c:pt>
                <c:pt idx="51">
                  <c:v>11.75</c:v>
                </c:pt>
                <c:pt idx="52">
                  <c:v>12.631</c:v>
                </c:pt>
                <c:pt idx="53">
                  <c:v>12.55</c:v>
                </c:pt>
                <c:pt idx="54">
                  <c:v>12.645</c:v>
                </c:pt>
                <c:pt idx="55">
                  <c:v>12.734</c:v>
                </c:pt>
                <c:pt idx="56">
                  <c:v>13.167999999999999</c:v>
                </c:pt>
                <c:pt idx="57">
                  <c:v>13.22</c:v>
                </c:pt>
                <c:pt idx="58">
                  <c:v>13.311999999999999</c:v>
                </c:pt>
                <c:pt idx="59">
                  <c:v>13.272</c:v>
                </c:pt>
                <c:pt idx="60">
                  <c:v>13.086</c:v>
                </c:pt>
                <c:pt idx="61">
                  <c:v>12.500999999999999</c:v>
                </c:pt>
                <c:pt idx="62">
                  <c:v>12.333</c:v>
                </c:pt>
                <c:pt idx="63">
                  <c:v>12.297000000000001</c:v>
                </c:pt>
                <c:pt idx="64">
                  <c:v>12.151</c:v>
                </c:pt>
                <c:pt idx="65">
                  <c:v>11.811</c:v>
                </c:pt>
                <c:pt idx="66">
                  <c:v>11.273999999999999</c:v>
                </c:pt>
                <c:pt idx="67">
                  <c:v>11.65</c:v>
                </c:pt>
                <c:pt idx="68">
                  <c:v>11.6</c:v>
                </c:pt>
                <c:pt idx="69">
                  <c:v>12.138</c:v>
                </c:pt>
                <c:pt idx="70">
                  <c:v>11.9</c:v>
                </c:pt>
                <c:pt idx="71">
                  <c:v>12.72</c:v>
                </c:pt>
                <c:pt idx="72">
                  <c:v>12.25</c:v>
                </c:pt>
                <c:pt idx="73">
                  <c:v>12.71</c:v>
                </c:pt>
                <c:pt idx="74">
                  <c:v>12.385</c:v>
                </c:pt>
                <c:pt idx="75">
                  <c:v>12.186999999999999</c:v>
                </c:pt>
                <c:pt idx="76">
                  <c:v>12.225</c:v>
                </c:pt>
                <c:pt idx="77">
                  <c:v>12.55</c:v>
                </c:pt>
                <c:pt idx="78">
                  <c:v>11.356999999999999</c:v>
                </c:pt>
                <c:pt idx="79">
                  <c:v>11.25</c:v>
                </c:pt>
                <c:pt idx="80">
                  <c:v>11.19</c:v>
                </c:pt>
                <c:pt idx="81">
                  <c:v>10.83</c:v>
                </c:pt>
                <c:pt idx="82">
                  <c:v>11.22</c:v>
                </c:pt>
                <c:pt idx="83">
                  <c:v>11.39</c:v>
                </c:pt>
                <c:pt idx="84">
                  <c:v>11.295</c:v>
                </c:pt>
                <c:pt idx="85">
                  <c:v>11.196999999999999</c:v>
                </c:pt>
                <c:pt idx="86">
                  <c:v>10.776999999999999</c:v>
                </c:pt>
                <c:pt idx="87">
                  <c:v>10.48</c:v>
                </c:pt>
                <c:pt idx="88">
                  <c:v>10.192</c:v>
                </c:pt>
                <c:pt idx="89">
                  <c:v>9.7289999999999992</c:v>
                </c:pt>
                <c:pt idx="90">
                  <c:v>9.7260000000000009</c:v>
                </c:pt>
                <c:pt idx="91">
                  <c:v>9.8390000000000004</c:v>
                </c:pt>
                <c:pt idx="92">
                  <c:v>9.2479999999999993</c:v>
                </c:pt>
                <c:pt idx="93">
                  <c:v>9.5630000000000006</c:v>
                </c:pt>
                <c:pt idx="94">
                  <c:v>9.33</c:v>
                </c:pt>
                <c:pt idx="95">
                  <c:v>9.76</c:v>
                </c:pt>
                <c:pt idx="96">
                  <c:v>9.7899999999999991</c:v>
                </c:pt>
                <c:pt idx="97">
                  <c:v>10.16</c:v>
                </c:pt>
                <c:pt idx="98">
                  <c:v>9.6999999999999993</c:v>
                </c:pt>
                <c:pt idx="99">
                  <c:v>10.6</c:v>
                </c:pt>
                <c:pt idx="100">
                  <c:v>11.38</c:v>
                </c:pt>
                <c:pt idx="101">
                  <c:v>11.2</c:v>
                </c:pt>
                <c:pt idx="102">
                  <c:v>12.29</c:v>
                </c:pt>
                <c:pt idx="103">
                  <c:v>11.93</c:v>
                </c:pt>
                <c:pt idx="104">
                  <c:v>11.95</c:v>
                </c:pt>
                <c:pt idx="105">
                  <c:v>13.025</c:v>
                </c:pt>
                <c:pt idx="106">
                  <c:v>13.22</c:v>
                </c:pt>
                <c:pt idx="107">
                  <c:v>13.64</c:v>
                </c:pt>
                <c:pt idx="108">
                  <c:v>12.901999999999999</c:v>
                </c:pt>
                <c:pt idx="109">
                  <c:v>13.04</c:v>
                </c:pt>
                <c:pt idx="110">
                  <c:v>12.837999999999999</c:v>
                </c:pt>
                <c:pt idx="111">
                  <c:v>12.215</c:v>
                </c:pt>
                <c:pt idx="112">
                  <c:v>12.260999999999999</c:v>
                </c:pt>
                <c:pt idx="113">
                  <c:v>12.055999999999999</c:v>
                </c:pt>
                <c:pt idx="114">
                  <c:v>11.138999999999999</c:v>
                </c:pt>
                <c:pt idx="115">
                  <c:v>12.244999999999999</c:v>
                </c:pt>
                <c:pt idx="116">
                  <c:v>11.945</c:v>
                </c:pt>
                <c:pt idx="117">
                  <c:v>11.53</c:v>
                </c:pt>
                <c:pt idx="118">
                  <c:v>12.11</c:v>
                </c:pt>
                <c:pt idx="119">
                  <c:v>11.78</c:v>
                </c:pt>
                <c:pt idx="120">
                  <c:v>12.17</c:v>
                </c:pt>
                <c:pt idx="121">
                  <c:v>12.93</c:v>
                </c:pt>
                <c:pt idx="122">
                  <c:v>12.69</c:v>
                </c:pt>
                <c:pt idx="123">
                  <c:v>12.22</c:v>
                </c:pt>
                <c:pt idx="124">
                  <c:v>12.58</c:v>
                </c:pt>
                <c:pt idx="125">
                  <c:v>12.95</c:v>
                </c:pt>
                <c:pt idx="126">
                  <c:v>14.23</c:v>
                </c:pt>
                <c:pt idx="127">
                  <c:v>15.583</c:v>
                </c:pt>
                <c:pt idx="128">
                  <c:v>16.004000000000001</c:v>
                </c:pt>
                <c:pt idx="129">
                  <c:v>15.917999999999999</c:v>
                </c:pt>
                <c:pt idx="130">
                  <c:v>16.52</c:v>
                </c:pt>
                <c:pt idx="131">
                  <c:v>16.309999999999999</c:v>
                </c:pt>
                <c:pt idx="132">
                  <c:v>16.273</c:v>
                </c:pt>
                <c:pt idx="133">
                  <c:v>14.227</c:v>
                </c:pt>
                <c:pt idx="134">
                  <c:v>12.645</c:v>
                </c:pt>
                <c:pt idx="135">
                  <c:v>13.154999999999999</c:v>
                </c:pt>
                <c:pt idx="136">
                  <c:v>12.361000000000001</c:v>
                </c:pt>
                <c:pt idx="137">
                  <c:v>12.071</c:v>
                </c:pt>
                <c:pt idx="138">
                  <c:v>12.262</c:v>
                </c:pt>
                <c:pt idx="139">
                  <c:v>11.772</c:v>
                </c:pt>
                <c:pt idx="140">
                  <c:v>11.528</c:v>
                </c:pt>
                <c:pt idx="141">
                  <c:v>12.064</c:v>
                </c:pt>
                <c:pt idx="142">
                  <c:v>11.66</c:v>
                </c:pt>
                <c:pt idx="143">
                  <c:v>11.025176999999999</c:v>
                </c:pt>
                <c:pt idx="144">
                  <c:v>10.3371</c:v>
                </c:pt>
                <c:pt idx="145">
                  <c:v>10.098704</c:v>
                </c:pt>
                <c:pt idx="146">
                  <c:v>10.374908</c:v>
                </c:pt>
                <c:pt idx="147">
                  <c:v>10.867898</c:v>
                </c:pt>
                <c:pt idx="148">
                  <c:v>10.690727000000001</c:v>
                </c:pt>
                <c:pt idx="149">
                  <c:v>10.194971000000001</c:v>
                </c:pt>
                <c:pt idx="150">
                  <c:v>10.216001</c:v>
                </c:pt>
                <c:pt idx="151">
                  <c:v>9.9396909999999998</c:v>
                </c:pt>
                <c:pt idx="152">
                  <c:v>10.083065</c:v>
                </c:pt>
                <c:pt idx="153">
                  <c:v>10.704584000000001</c:v>
                </c:pt>
                <c:pt idx="154">
                  <c:v>10.557086</c:v>
                </c:pt>
                <c:pt idx="155">
                  <c:v>10.085457999999999</c:v>
                </c:pt>
                <c:pt idx="156">
                  <c:v>9.9324940000000002</c:v>
                </c:pt>
                <c:pt idx="157">
                  <c:v>9.9009280000000004</c:v>
                </c:pt>
                <c:pt idx="158">
                  <c:v>10.116056</c:v>
                </c:pt>
                <c:pt idx="159">
                  <c:v>11.937733</c:v>
                </c:pt>
                <c:pt idx="160">
                  <c:v>12.122006000000001</c:v>
                </c:pt>
                <c:pt idx="161">
                  <c:v>11.562097</c:v>
                </c:pt>
                <c:pt idx="162">
                  <c:v>12.641925000000001</c:v>
                </c:pt>
                <c:pt idx="163">
                  <c:v>12.128852</c:v>
                </c:pt>
                <c:pt idx="164">
                  <c:v>10.566782999999999</c:v>
                </c:pt>
                <c:pt idx="165">
                  <c:v>10.187115</c:v>
                </c:pt>
                <c:pt idx="166">
                  <c:v>9.464836</c:v>
                </c:pt>
                <c:pt idx="167">
                  <c:v>9.1211509999999993</c:v>
                </c:pt>
                <c:pt idx="168">
                  <c:v>9.2097940000000005</c:v>
                </c:pt>
                <c:pt idx="169">
                  <c:v>9.2017039999999994</c:v>
                </c:pt>
                <c:pt idx="170">
                  <c:v>9.2124710000000007</c:v>
                </c:pt>
                <c:pt idx="171">
                  <c:v>8.7557399999999994</c:v>
                </c:pt>
                <c:pt idx="172">
                  <c:v>7.6910559999999997</c:v>
                </c:pt>
                <c:pt idx="173">
                  <c:v>7.4830300000000003</c:v>
                </c:pt>
                <c:pt idx="174">
                  <c:v>7.6740000000000004</c:v>
                </c:pt>
                <c:pt idx="175">
                  <c:v>7.318422</c:v>
                </c:pt>
                <c:pt idx="176">
                  <c:v>6.8165519999999997</c:v>
                </c:pt>
                <c:pt idx="177">
                  <c:v>7.1991079999999998</c:v>
                </c:pt>
                <c:pt idx="178">
                  <c:v>7.0533070000000002</c:v>
                </c:pt>
                <c:pt idx="179">
                  <c:v>7.0386699999999998</c:v>
                </c:pt>
                <c:pt idx="180">
                  <c:v>7.1827259999999997</c:v>
                </c:pt>
                <c:pt idx="181">
                  <c:v>8.2788020000000007</c:v>
                </c:pt>
                <c:pt idx="182">
                  <c:v>8.1951090000000004</c:v>
                </c:pt>
                <c:pt idx="183">
                  <c:v>7.6277799999999996</c:v>
                </c:pt>
                <c:pt idx="184">
                  <c:v>7.3822859999999997</c:v>
                </c:pt>
                <c:pt idx="185">
                  <c:v>6.9559670000000002</c:v>
                </c:pt>
                <c:pt idx="186">
                  <c:v>7.5634350000000001</c:v>
                </c:pt>
                <c:pt idx="187">
                  <c:v>8.0274649999999994</c:v>
                </c:pt>
                <c:pt idx="188">
                  <c:v>8.2224339999999998</c:v>
                </c:pt>
                <c:pt idx="189">
                  <c:v>8.3813999999999993</c:v>
                </c:pt>
                <c:pt idx="190">
                  <c:v>7.3010669999999998</c:v>
                </c:pt>
                <c:pt idx="191">
                  <c:v>8.0204240000000002</c:v>
                </c:pt>
                <c:pt idx="192">
                  <c:v>8.8836759999999995</c:v>
                </c:pt>
                <c:pt idx="193">
                  <c:v>9.6772720000000003</c:v>
                </c:pt>
                <c:pt idx="194">
                  <c:v>9.5076219999999996</c:v>
                </c:pt>
                <c:pt idx="195">
                  <c:v>9.5268200000000007</c:v>
                </c:pt>
                <c:pt idx="196">
                  <c:v>9.4110209999999999</c:v>
                </c:pt>
                <c:pt idx="197">
                  <c:v>9.8507499999999997</c:v>
                </c:pt>
                <c:pt idx="198">
                  <c:v>10.797010999999999</c:v>
                </c:pt>
                <c:pt idx="199">
                  <c:v>11.483641</c:v>
                </c:pt>
                <c:pt idx="200">
                  <c:v>12.283581999999999</c:v>
                </c:pt>
                <c:pt idx="201">
                  <c:v>11.405720000000001</c:v>
                </c:pt>
                <c:pt idx="202">
                  <c:v>10.937773</c:v>
                </c:pt>
                <c:pt idx="203">
                  <c:v>11.449271</c:v>
                </c:pt>
                <c:pt idx="204">
                  <c:v>11.718204</c:v>
                </c:pt>
                <c:pt idx="205">
                  <c:v>11.723528</c:v>
                </c:pt>
                <c:pt idx="206">
                  <c:v>12.359602000000001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62D-411C-A1E6-DA7DF01CE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48416056"/>
        <c:axId val="448419256"/>
      </c:lineChart>
      <c:dateAx>
        <c:axId val="448416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yyyy" sourceLinked="0"/>
        <c:majorTickMark val="cross"/>
        <c:minorTickMark val="none"/>
        <c:tickLblPos val="low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9256"/>
        <c:crosses val="autoZero"/>
        <c:auto val="1"/>
        <c:lblOffset val="100"/>
        <c:baseTimeUnit val="months"/>
        <c:majorUnit val="1"/>
        <c:majorTimeUnit val="years"/>
      </c:dateAx>
      <c:valAx>
        <c:axId val="448419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0"/>
        <c:majorTickMark val="cross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pPr>
            <a:endParaRPr lang="pt-BR"/>
          </a:p>
        </c:txPr>
        <c:crossAx val="448416056"/>
        <c:crosses val="autoZero"/>
        <c:crossBetween val="between"/>
        <c:majorUnit val="2.5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/>
              </a:solidFill>
              <a:latin typeface="Montserrat" panose="00000500000000000000" pitchFamily="2" charset="0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/>
  </c:chart>
  <c:spPr>
    <a:solidFill>
      <a:schemeClr val="bg1">
        <a:lumMod val="95000"/>
      </a:schemeClr>
    </a:solidFill>
    <a:ln w="12700" cap="flat" cmpd="sng" algn="ctr">
      <a:noFill/>
      <a:round/>
    </a:ln>
    <a:effectLst/>
  </c:spPr>
  <c:txPr>
    <a:bodyPr/>
    <a:lstStyle/>
    <a:p>
      <a:pPr>
        <a:defRPr sz="900">
          <a:solidFill>
            <a:schemeClr val="tx1"/>
          </a:solidFill>
          <a:latin typeface="Montserrat" panose="00000500000000000000" pitchFamily="2" charset="0"/>
        </a:defRPr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9CD68A-77D1-4BAD-9A89-15ED3B194448}" type="doc">
      <dgm:prSet loTypeId="urn:microsoft.com/office/officeart/2005/8/layout/hierarchy6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pt-BR"/>
        </a:p>
      </dgm:t>
    </dgm:pt>
    <dgm:pt modelId="{F3AB34B0-BD09-47AC-99CD-3F7AEB482CC9}">
      <dgm:prSet phldrT="[Texto]" custT="1"/>
      <dgm:spPr>
        <a:solidFill>
          <a:schemeClr val="tx1"/>
        </a:solidFill>
        <a:ln>
          <a:noFill/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Taxas de Juros</a:t>
          </a:r>
        </a:p>
      </dgm:t>
    </dgm:pt>
    <dgm:pt modelId="{3EF19881-1A88-402C-94C6-6973B295C5F2}" type="parTrans" cxnId="{6B8C180B-6879-46AE-BDCE-C07BF6384A4A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23C16FF6-B57C-4596-8693-20D1D8815878}" type="sibTrans" cxnId="{6B8C180B-6879-46AE-BDCE-C07BF6384A4A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65558C4A-6BD5-4F5C-B300-C6C41C29AE80}">
      <dgm:prSet phldrT="[Texto]" custT="1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Crédito</a:t>
          </a:r>
        </a:p>
      </dgm:t>
    </dgm:pt>
    <dgm:pt modelId="{CA76241E-52EC-4616-9A95-0C584760E74A}" type="parTrans" cxnId="{995FB40F-9C19-4324-A209-5026FA158E96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2487A0C5-2E45-4EA3-8EE4-C97CF808180E}" type="sibTrans" cxnId="{995FB40F-9C19-4324-A209-5026FA158E96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CF1091FB-36BF-4DBB-A856-7668598880E8}">
      <dgm:prSet phldrT="[Texto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Custo do Crédito Livre</a:t>
          </a:r>
        </a:p>
      </dgm:t>
    </dgm:pt>
    <dgm:pt modelId="{2A2EBAC6-600E-46BB-95EC-CCDCF1E1291A}" type="parTrans" cxnId="{95EAB23B-2F72-4F1F-AC3E-3AE364E52501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FEF2EE0A-47B5-4A04-873F-22188376433B}" type="sibTrans" cxnId="{95EAB23B-2F72-4F1F-AC3E-3AE364E52501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85AB35B6-FA31-4822-A219-F40EF337DA05}">
      <dgm:prSet phldrT="[Texto]" custT="1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Expectativa de Inflação</a:t>
          </a:r>
        </a:p>
      </dgm:t>
    </dgm:pt>
    <dgm:pt modelId="{AC96B579-8EAB-4CE0-90B5-1065D82413B4}" type="parTrans" cxnId="{5E9DFFFE-2910-44AE-B59D-830FB596CB71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1757ACEA-24F5-4C54-ADC4-B1FC31776B5F}" type="sibTrans" cxnId="{5E9DFFFE-2910-44AE-B59D-830FB596CB71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A44F87D6-6FBF-4095-B371-B28AC68020AA}">
      <dgm:prSet phldrT="[Texto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Salários e Preços</a:t>
          </a:r>
        </a:p>
      </dgm:t>
    </dgm:pt>
    <dgm:pt modelId="{DF0E8B47-7A78-421E-89C2-0929A23CB8FB}" type="parTrans" cxnId="{CB1CD139-E004-47AB-A43C-6063E86024DD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338F2619-AB39-4D58-ADF2-D796A932D3DE}" type="sibTrans" cxnId="{CB1CD139-E004-47AB-A43C-6063E86024DD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2C5E89DC-9034-46AC-84C8-FF9CC5B3CDD0}">
      <dgm:prSet phldrT="[Texto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pt-BR" sz="2000" dirty="0">
              <a:latin typeface="Montserrat" panose="00000500000000000000" pitchFamily="2" charset="0"/>
            </a:rPr>
            <a:t>Política Monetária</a:t>
          </a:r>
        </a:p>
      </dgm:t>
    </dgm:pt>
    <dgm:pt modelId="{0058A78E-3FC3-4DE3-A2E8-A8BE08984E7C}" type="parTrans" cxnId="{E7ADE00F-E66E-4BAC-A8B4-4580DEF5EB95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2E7C72B0-4E4E-4408-8653-877A0622AE65}" type="sibTrans" cxnId="{E7ADE00F-E66E-4BAC-A8B4-4580DEF5EB95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3ED8AF00-C616-432A-A60A-E6A871041876}">
      <dgm:prSet phldrT="[Texto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pt-BR" sz="2000" dirty="0">
              <a:latin typeface="Montserrat" panose="00000500000000000000" pitchFamily="2" charset="0"/>
            </a:rPr>
            <a:t>Canais de Transmissão</a:t>
          </a:r>
        </a:p>
      </dgm:t>
    </dgm:pt>
    <dgm:pt modelId="{6EAE6825-ACDA-47E1-BDFE-344D4E4D9224}" type="parTrans" cxnId="{0FC7E471-04F2-470A-83CE-9650AA280E5F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F5568425-BFE8-419B-8002-952A56DCDB5E}" type="sibTrans" cxnId="{0FC7E471-04F2-470A-83CE-9650AA280E5F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168A0E9D-E569-4A72-8590-B082649E62E0}">
      <dgm:prSet phldrT="[Texto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pt-BR" sz="2000" dirty="0">
              <a:latin typeface="Montserrat" panose="00000500000000000000" pitchFamily="2" charset="0"/>
            </a:rPr>
            <a:t>Efeitos na Economia</a:t>
          </a:r>
        </a:p>
      </dgm:t>
    </dgm:pt>
    <dgm:pt modelId="{4BB9ADC9-78A1-43C3-B303-54BB0269DA93}" type="parTrans" cxnId="{A1CA3AA5-490F-4A76-B93F-1852FCB3E4E4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F15F0635-AA2E-407D-8CF1-759CEB103D1E}" type="sibTrans" cxnId="{A1CA3AA5-490F-4A76-B93F-1852FCB3E4E4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37B2BBB6-FA99-4EC0-9A6C-920AB33B74CF}">
      <dgm:prSet phldrT="[Texto]" custT="1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Câmbio</a:t>
          </a:r>
        </a:p>
      </dgm:t>
    </dgm:pt>
    <dgm:pt modelId="{8E95A462-A179-49BE-B316-5C186CA23C8F}" type="parTrans" cxnId="{37FEEAB8-26EB-4360-BB1A-2729F07A6E06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026DA33C-4163-4837-9702-0380A0E62C40}" type="sibTrans" cxnId="{37FEEAB8-26EB-4360-BB1A-2729F07A6E06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2C6402FC-42F3-42A5-86E9-B789927846EF}">
      <dgm:prSet phldrT="[Texto]" custT="1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Taxas de Juros</a:t>
          </a:r>
        </a:p>
      </dgm:t>
    </dgm:pt>
    <dgm:pt modelId="{1C4CBE8B-5363-41E9-B084-2B779A83C0C0}" type="parTrans" cxnId="{03AF9A48-53B1-4CCE-81AC-255555E58B50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F1DCACB0-FD34-485C-8188-68404DD64606}" type="sibTrans" cxnId="{03AF9A48-53B1-4CCE-81AC-255555E58B50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3F1DC69B-A051-4EC5-8AEE-EA046995D6D3}">
      <dgm:prSet phldrT="[Texto]" custT="1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Valor dos Ativos</a:t>
          </a:r>
        </a:p>
      </dgm:t>
    </dgm:pt>
    <dgm:pt modelId="{F536B349-AA99-4569-9A1B-44DDF8550D30}" type="parTrans" cxnId="{7CFBCEA3-4052-418A-B141-436DFFD5F67D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1BC52429-97AB-460A-9D71-42CBF0F6A82B}" type="sibTrans" cxnId="{7CFBCEA3-4052-418A-B141-436DFFD5F67D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4213BFF0-9E09-4091-A8C8-92B101CCC364}">
      <dgm:prSet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Efeito Riqueza</a:t>
          </a:r>
        </a:p>
      </dgm:t>
    </dgm:pt>
    <dgm:pt modelId="{2259C874-A8EA-480F-B9B7-F47B65B080B3}" type="parTrans" cxnId="{A12511D4-FE2E-4112-A335-2F469E1A6AD6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138ADCAD-44E4-41FA-90C3-2B8F41A6CC2F}" type="sibTrans" cxnId="{A12511D4-FE2E-4112-A335-2F469E1A6AD6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8B550C42-3821-41A7-825E-2A84D08214B2}">
      <dgm:prSet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Exportações Líquidas</a:t>
          </a:r>
        </a:p>
      </dgm:t>
    </dgm:pt>
    <dgm:pt modelId="{80ADA0E3-FA22-4AD2-9806-C6CEF8F44B0B}" type="parTrans" cxnId="{F57A0DFD-F7E1-4A44-8FEE-58F21DB828E5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3A74E10C-0F4D-422C-99D6-29F501EEA27A}" type="sibTrans" cxnId="{F57A0DFD-F7E1-4A44-8FEE-58F21DB828E5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0A0C9464-0164-4F50-AE89-7BB766F5CEEC}">
      <dgm:prSet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pt-BR" sz="1200" dirty="0">
              <a:latin typeface="Montserrat" panose="00000500000000000000" pitchFamily="2" charset="0"/>
            </a:rPr>
            <a:t>Poupança e Consumo</a:t>
          </a:r>
        </a:p>
      </dgm:t>
    </dgm:pt>
    <dgm:pt modelId="{00222576-B3F8-471A-B268-8B8048938756}" type="parTrans" cxnId="{8A214090-0DBB-4E0E-BC62-BF2107743243}">
      <dgm:prSet/>
      <dgm:spPr>
        <a:ln>
          <a:solidFill>
            <a:schemeClr val="tx1"/>
          </a:solidFill>
        </a:ln>
      </dgm:spPr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5AD6D948-0C51-40A0-AF41-C381625BA204}" type="sibTrans" cxnId="{8A214090-0DBB-4E0E-BC62-BF2107743243}">
      <dgm:prSet/>
      <dgm:spPr/>
      <dgm:t>
        <a:bodyPr/>
        <a:lstStyle/>
        <a:p>
          <a:endParaRPr lang="pt-BR" sz="1600">
            <a:latin typeface="Montserrat" panose="00000500000000000000" pitchFamily="2" charset="0"/>
          </a:endParaRPr>
        </a:p>
      </dgm:t>
    </dgm:pt>
    <dgm:pt modelId="{E116E25A-304C-44C3-81C4-907F45A4F020}" type="pres">
      <dgm:prSet presAssocID="{3B9CD68A-77D1-4BAD-9A89-15ED3B19444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EB2C88D-9E1C-41A5-A21F-43FA785A40D5}" type="pres">
      <dgm:prSet presAssocID="{3B9CD68A-77D1-4BAD-9A89-15ED3B194448}" presName="hierFlow" presStyleCnt="0"/>
      <dgm:spPr/>
    </dgm:pt>
    <dgm:pt modelId="{DFF5E6DF-662D-4974-ACC0-AB53ABF5FB30}" type="pres">
      <dgm:prSet presAssocID="{3B9CD68A-77D1-4BAD-9A89-15ED3B194448}" presName="firstBuf" presStyleCnt="0"/>
      <dgm:spPr/>
    </dgm:pt>
    <dgm:pt modelId="{C2665806-B475-410E-BFDF-FDAC201E3DA0}" type="pres">
      <dgm:prSet presAssocID="{3B9CD68A-77D1-4BAD-9A89-15ED3B19444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46F2F07D-174F-40B1-A8F1-D384C96F1F49}" type="pres">
      <dgm:prSet presAssocID="{F3AB34B0-BD09-47AC-99CD-3F7AEB482CC9}" presName="Name14" presStyleCnt="0"/>
      <dgm:spPr/>
    </dgm:pt>
    <dgm:pt modelId="{9EF015EB-8D9C-4215-BFC1-38FFDEEAB253}" type="pres">
      <dgm:prSet presAssocID="{F3AB34B0-BD09-47AC-99CD-3F7AEB482CC9}" presName="level1Shape" presStyleLbl="node0" presStyleIdx="0" presStyleCnt="1" custLinFactNeighborY="23360">
        <dgm:presLayoutVars>
          <dgm:chPref val="3"/>
        </dgm:presLayoutVars>
      </dgm:prSet>
      <dgm:spPr/>
    </dgm:pt>
    <dgm:pt modelId="{C370CE9B-2FC8-4802-ADC1-247CD9E6EE4D}" type="pres">
      <dgm:prSet presAssocID="{F3AB34B0-BD09-47AC-99CD-3F7AEB482CC9}" presName="hierChild2" presStyleCnt="0"/>
      <dgm:spPr/>
    </dgm:pt>
    <dgm:pt modelId="{C95BE82E-9A3D-444F-B553-36D373E65159}" type="pres">
      <dgm:prSet presAssocID="{CA76241E-52EC-4616-9A95-0C584760E74A}" presName="Name19" presStyleLbl="parChTrans1D2" presStyleIdx="0" presStyleCnt="5"/>
      <dgm:spPr/>
    </dgm:pt>
    <dgm:pt modelId="{FBC06805-9E93-4183-BD50-B1AE6F8962A4}" type="pres">
      <dgm:prSet presAssocID="{65558C4A-6BD5-4F5C-B300-C6C41C29AE80}" presName="Name21" presStyleCnt="0"/>
      <dgm:spPr/>
    </dgm:pt>
    <dgm:pt modelId="{2475E44C-3131-4A0B-9AE1-0A674DFD02A5}" type="pres">
      <dgm:prSet presAssocID="{65558C4A-6BD5-4F5C-B300-C6C41C29AE80}" presName="level2Shape" presStyleLbl="node2" presStyleIdx="0" presStyleCnt="5" custLinFactNeighborY="84096"/>
      <dgm:spPr/>
    </dgm:pt>
    <dgm:pt modelId="{826B9E10-A821-4066-86EA-B756542EFCA8}" type="pres">
      <dgm:prSet presAssocID="{65558C4A-6BD5-4F5C-B300-C6C41C29AE80}" presName="hierChild3" presStyleCnt="0"/>
      <dgm:spPr/>
    </dgm:pt>
    <dgm:pt modelId="{6E3089EB-9530-4BDF-B88F-13A8A05530C2}" type="pres">
      <dgm:prSet presAssocID="{2A2EBAC6-600E-46BB-95EC-CCDCF1E1291A}" presName="Name19" presStyleLbl="parChTrans1D3" presStyleIdx="0" presStyleCnt="5"/>
      <dgm:spPr/>
    </dgm:pt>
    <dgm:pt modelId="{3291FFF4-9C31-4A94-9051-ED63FA0A77B4}" type="pres">
      <dgm:prSet presAssocID="{CF1091FB-36BF-4DBB-A856-7668598880E8}" presName="Name21" presStyleCnt="0"/>
      <dgm:spPr/>
    </dgm:pt>
    <dgm:pt modelId="{C79DE602-DCC4-4E1B-B6E3-E5B3EC2FA91F}" type="pres">
      <dgm:prSet presAssocID="{CF1091FB-36BF-4DBB-A856-7668598880E8}" presName="level2Shape" presStyleLbl="node3" presStyleIdx="0" presStyleCnt="5" custLinFactY="31813" custLinFactNeighborY="100000"/>
      <dgm:spPr/>
    </dgm:pt>
    <dgm:pt modelId="{C3BA3ABA-066C-4222-8D12-25E5BECF3778}" type="pres">
      <dgm:prSet presAssocID="{CF1091FB-36BF-4DBB-A856-7668598880E8}" presName="hierChild3" presStyleCnt="0"/>
      <dgm:spPr/>
    </dgm:pt>
    <dgm:pt modelId="{D3510739-EB14-4CED-904D-94FEE4413980}" type="pres">
      <dgm:prSet presAssocID="{AC96B579-8EAB-4CE0-90B5-1065D82413B4}" presName="Name19" presStyleLbl="parChTrans1D2" presStyleIdx="1" presStyleCnt="5"/>
      <dgm:spPr/>
    </dgm:pt>
    <dgm:pt modelId="{6A91ACB5-32BC-4ACB-BEB1-70B6B24ED1BC}" type="pres">
      <dgm:prSet presAssocID="{85AB35B6-FA31-4822-A219-F40EF337DA05}" presName="Name21" presStyleCnt="0"/>
      <dgm:spPr/>
    </dgm:pt>
    <dgm:pt modelId="{268157BF-54BA-438B-B840-D6EC7D688B2F}" type="pres">
      <dgm:prSet presAssocID="{85AB35B6-FA31-4822-A219-F40EF337DA05}" presName="level2Shape" presStyleLbl="node2" presStyleIdx="1" presStyleCnt="5" custLinFactNeighborY="84096"/>
      <dgm:spPr/>
    </dgm:pt>
    <dgm:pt modelId="{B6972A5D-86D6-472F-933A-4A38323FB731}" type="pres">
      <dgm:prSet presAssocID="{85AB35B6-FA31-4822-A219-F40EF337DA05}" presName="hierChild3" presStyleCnt="0"/>
      <dgm:spPr/>
    </dgm:pt>
    <dgm:pt modelId="{76F76F45-AAAC-4FF4-A1EF-00DAE48B19B9}" type="pres">
      <dgm:prSet presAssocID="{DF0E8B47-7A78-421E-89C2-0929A23CB8FB}" presName="Name19" presStyleLbl="parChTrans1D3" presStyleIdx="1" presStyleCnt="5"/>
      <dgm:spPr/>
    </dgm:pt>
    <dgm:pt modelId="{61C07CED-4DAF-45E5-9BEB-6CEB9425C3F5}" type="pres">
      <dgm:prSet presAssocID="{A44F87D6-6FBF-4095-B371-B28AC68020AA}" presName="Name21" presStyleCnt="0"/>
      <dgm:spPr/>
    </dgm:pt>
    <dgm:pt modelId="{25FEC632-7802-4C80-9CDE-C16DF6FE9121}" type="pres">
      <dgm:prSet presAssocID="{A44F87D6-6FBF-4095-B371-B28AC68020AA}" presName="level2Shape" presStyleLbl="node3" presStyleIdx="1" presStyleCnt="5" custLinFactY="31984" custLinFactNeighborY="100000"/>
      <dgm:spPr/>
    </dgm:pt>
    <dgm:pt modelId="{2377C7A3-2C38-49E5-A3AD-01D6E971CAAE}" type="pres">
      <dgm:prSet presAssocID="{A44F87D6-6FBF-4095-B371-B28AC68020AA}" presName="hierChild3" presStyleCnt="0"/>
      <dgm:spPr/>
    </dgm:pt>
    <dgm:pt modelId="{9DE45DE7-5D2E-4E47-AF58-34F26BA53543}" type="pres">
      <dgm:prSet presAssocID="{8E95A462-A179-49BE-B316-5C186CA23C8F}" presName="Name19" presStyleLbl="parChTrans1D2" presStyleIdx="2" presStyleCnt="5"/>
      <dgm:spPr/>
    </dgm:pt>
    <dgm:pt modelId="{DC88F2F6-C906-41FD-B96D-AB02AE01D68D}" type="pres">
      <dgm:prSet presAssocID="{37B2BBB6-FA99-4EC0-9A6C-920AB33B74CF}" presName="Name21" presStyleCnt="0"/>
      <dgm:spPr/>
    </dgm:pt>
    <dgm:pt modelId="{8A427E25-C3DF-44CB-8149-2E02A203B382}" type="pres">
      <dgm:prSet presAssocID="{37B2BBB6-FA99-4EC0-9A6C-920AB33B74CF}" presName="level2Shape" presStyleLbl="node2" presStyleIdx="2" presStyleCnt="5" custLinFactNeighborY="84096"/>
      <dgm:spPr/>
    </dgm:pt>
    <dgm:pt modelId="{A1D87B3E-E6A4-4036-9739-D6DC688BDB0E}" type="pres">
      <dgm:prSet presAssocID="{37B2BBB6-FA99-4EC0-9A6C-920AB33B74CF}" presName="hierChild3" presStyleCnt="0"/>
      <dgm:spPr/>
    </dgm:pt>
    <dgm:pt modelId="{9A8EF1B2-3601-478C-AA61-C091C5418028}" type="pres">
      <dgm:prSet presAssocID="{80ADA0E3-FA22-4AD2-9806-C6CEF8F44B0B}" presName="Name19" presStyleLbl="parChTrans1D3" presStyleIdx="2" presStyleCnt="5"/>
      <dgm:spPr/>
    </dgm:pt>
    <dgm:pt modelId="{AE29EA1F-D83A-4FB2-92CA-44F26216C9F0}" type="pres">
      <dgm:prSet presAssocID="{8B550C42-3821-41A7-825E-2A84D08214B2}" presName="Name21" presStyleCnt="0"/>
      <dgm:spPr/>
    </dgm:pt>
    <dgm:pt modelId="{709D4D00-09C1-48D1-B9BF-914DE8121C0C}" type="pres">
      <dgm:prSet presAssocID="{8B550C42-3821-41A7-825E-2A84D08214B2}" presName="level2Shape" presStyleLbl="node3" presStyleIdx="2" presStyleCnt="5" custLinFactY="31984" custLinFactNeighborY="100000"/>
      <dgm:spPr/>
    </dgm:pt>
    <dgm:pt modelId="{EAFEE190-CD5A-4EC0-8BBF-F55957DAF602}" type="pres">
      <dgm:prSet presAssocID="{8B550C42-3821-41A7-825E-2A84D08214B2}" presName="hierChild3" presStyleCnt="0"/>
      <dgm:spPr/>
    </dgm:pt>
    <dgm:pt modelId="{B0DAF8BB-0025-4B8E-AB60-C919684EAC62}" type="pres">
      <dgm:prSet presAssocID="{1C4CBE8B-5363-41E9-B084-2B779A83C0C0}" presName="Name19" presStyleLbl="parChTrans1D2" presStyleIdx="3" presStyleCnt="5"/>
      <dgm:spPr/>
    </dgm:pt>
    <dgm:pt modelId="{B03C2A83-36F5-4D1D-8E55-62F78E37E317}" type="pres">
      <dgm:prSet presAssocID="{2C6402FC-42F3-42A5-86E9-B789927846EF}" presName="Name21" presStyleCnt="0"/>
      <dgm:spPr/>
    </dgm:pt>
    <dgm:pt modelId="{31A0210F-C2CF-4560-BBA9-1F561A42DC4F}" type="pres">
      <dgm:prSet presAssocID="{2C6402FC-42F3-42A5-86E9-B789927846EF}" presName="level2Shape" presStyleLbl="node2" presStyleIdx="3" presStyleCnt="5" custLinFactNeighborY="84096"/>
      <dgm:spPr/>
    </dgm:pt>
    <dgm:pt modelId="{40D2E904-8149-4733-B381-0BDB9DD2D26C}" type="pres">
      <dgm:prSet presAssocID="{2C6402FC-42F3-42A5-86E9-B789927846EF}" presName="hierChild3" presStyleCnt="0"/>
      <dgm:spPr/>
    </dgm:pt>
    <dgm:pt modelId="{965407B9-312D-456B-988C-D0EB3560681C}" type="pres">
      <dgm:prSet presAssocID="{00222576-B3F8-471A-B268-8B8048938756}" presName="Name19" presStyleLbl="parChTrans1D3" presStyleIdx="3" presStyleCnt="5"/>
      <dgm:spPr/>
    </dgm:pt>
    <dgm:pt modelId="{899D82DE-DC2E-4545-BA3F-A7D0DD30DDBF}" type="pres">
      <dgm:prSet presAssocID="{0A0C9464-0164-4F50-AE89-7BB766F5CEEC}" presName="Name21" presStyleCnt="0"/>
      <dgm:spPr/>
    </dgm:pt>
    <dgm:pt modelId="{AF0F2B3E-EBC2-4827-9430-34E8931D6E42}" type="pres">
      <dgm:prSet presAssocID="{0A0C9464-0164-4F50-AE89-7BB766F5CEEC}" presName="level2Shape" presStyleLbl="node3" presStyleIdx="3" presStyleCnt="5" custLinFactY="31984" custLinFactNeighborY="100000"/>
      <dgm:spPr/>
    </dgm:pt>
    <dgm:pt modelId="{DC9385B4-3E77-41F5-A84F-75E46AEDB1B3}" type="pres">
      <dgm:prSet presAssocID="{0A0C9464-0164-4F50-AE89-7BB766F5CEEC}" presName="hierChild3" presStyleCnt="0"/>
      <dgm:spPr/>
    </dgm:pt>
    <dgm:pt modelId="{73A489FE-84F2-4F69-8848-DAF09B1C9893}" type="pres">
      <dgm:prSet presAssocID="{F536B349-AA99-4569-9A1B-44DDF8550D30}" presName="Name19" presStyleLbl="parChTrans1D2" presStyleIdx="4" presStyleCnt="5"/>
      <dgm:spPr/>
    </dgm:pt>
    <dgm:pt modelId="{D3C3E011-4B6F-4590-B5DF-574DA6E5237D}" type="pres">
      <dgm:prSet presAssocID="{3F1DC69B-A051-4EC5-8AEE-EA046995D6D3}" presName="Name21" presStyleCnt="0"/>
      <dgm:spPr/>
    </dgm:pt>
    <dgm:pt modelId="{D73980A3-42CF-4DC4-8272-82F575BE22E1}" type="pres">
      <dgm:prSet presAssocID="{3F1DC69B-A051-4EC5-8AEE-EA046995D6D3}" presName="level2Shape" presStyleLbl="node2" presStyleIdx="4" presStyleCnt="5" custLinFactNeighborY="84096"/>
      <dgm:spPr/>
    </dgm:pt>
    <dgm:pt modelId="{1908070B-4994-4FAA-BB47-57D6D54B3CA7}" type="pres">
      <dgm:prSet presAssocID="{3F1DC69B-A051-4EC5-8AEE-EA046995D6D3}" presName="hierChild3" presStyleCnt="0"/>
      <dgm:spPr/>
    </dgm:pt>
    <dgm:pt modelId="{649134E1-3417-43F7-AEA7-667414454C91}" type="pres">
      <dgm:prSet presAssocID="{2259C874-A8EA-480F-B9B7-F47B65B080B3}" presName="Name19" presStyleLbl="parChTrans1D3" presStyleIdx="4" presStyleCnt="5"/>
      <dgm:spPr/>
    </dgm:pt>
    <dgm:pt modelId="{FA3BE88E-37A8-4BD8-9C79-42509F2A79B7}" type="pres">
      <dgm:prSet presAssocID="{4213BFF0-9E09-4091-A8C8-92B101CCC364}" presName="Name21" presStyleCnt="0"/>
      <dgm:spPr/>
    </dgm:pt>
    <dgm:pt modelId="{1C24B5E4-ECE9-41DC-B5AB-767657A8B443}" type="pres">
      <dgm:prSet presAssocID="{4213BFF0-9E09-4091-A8C8-92B101CCC364}" presName="level2Shape" presStyleLbl="node3" presStyleIdx="4" presStyleCnt="5" custLinFactY="31984" custLinFactNeighborY="100000"/>
      <dgm:spPr/>
    </dgm:pt>
    <dgm:pt modelId="{34269117-2761-48B2-ACD5-9A9E40DB7E6D}" type="pres">
      <dgm:prSet presAssocID="{4213BFF0-9E09-4091-A8C8-92B101CCC364}" presName="hierChild3" presStyleCnt="0"/>
      <dgm:spPr/>
    </dgm:pt>
    <dgm:pt modelId="{F1513924-E78F-40EE-B784-75ADB9A903FD}" type="pres">
      <dgm:prSet presAssocID="{3B9CD68A-77D1-4BAD-9A89-15ED3B194448}" presName="bgShapesFlow" presStyleCnt="0"/>
      <dgm:spPr/>
    </dgm:pt>
    <dgm:pt modelId="{44F6647F-7888-42BA-BD75-D94D70920588}" type="pres">
      <dgm:prSet presAssocID="{2C5E89DC-9034-46AC-84C8-FF9CC5B3CDD0}" presName="rectComp" presStyleCnt="0"/>
      <dgm:spPr/>
    </dgm:pt>
    <dgm:pt modelId="{9F8B09F0-73DB-4260-9427-5CB2E3956D7B}" type="pres">
      <dgm:prSet presAssocID="{2C5E89DC-9034-46AC-84C8-FF9CC5B3CDD0}" presName="bgRect" presStyleLbl="bgShp" presStyleIdx="0" presStyleCnt="3" custScaleY="144090"/>
      <dgm:spPr/>
    </dgm:pt>
    <dgm:pt modelId="{A3D707BD-CBC5-469C-8099-AE96443B604A}" type="pres">
      <dgm:prSet presAssocID="{2C5E89DC-9034-46AC-84C8-FF9CC5B3CDD0}" presName="bgRectTx" presStyleLbl="bgShp" presStyleIdx="0" presStyleCnt="3">
        <dgm:presLayoutVars>
          <dgm:bulletEnabled val="1"/>
        </dgm:presLayoutVars>
      </dgm:prSet>
      <dgm:spPr/>
    </dgm:pt>
    <dgm:pt modelId="{F7B8A7A5-0713-499D-9FDE-ACE116B64ED3}" type="pres">
      <dgm:prSet presAssocID="{2C5E89DC-9034-46AC-84C8-FF9CC5B3CDD0}" presName="spComp" presStyleCnt="0"/>
      <dgm:spPr/>
    </dgm:pt>
    <dgm:pt modelId="{1C6481E1-6463-498A-BC7E-B18F72A573E1}" type="pres">
      <dgm:prSet presAssocID="{2C5E89DC-9034-46AC-84C8-FF9CC5B3CDD0}" presName="vSp" presStyleCnt="0"/>
      <dgm:spPr/>
    </dgm:pt>
    <dgm:pt modelId="{04C40702-3994-4C15-BDBA-60F691934056}" type="pres">
      <dgm:prSet presAssocID="{3ED8AF00-C616-432A-A60A-E6A871041876}" presName="rectComp" presStyleCnt="0"/>
      <dgm:spPr/>
    </dgm:pt>
    <dgm:pt modelId="{4E885042-4E73-44EB-89F3-813953F575AD}" type="pres">
      <dgm:prSet presAssocID="{3ED8AF00-C616-432A-A60A-E6A871041876}" presName="bgRect" presStyleLbl="bgShp" presStyleIdx="1" presStyleCnt="3" custScaleY="144090"/>
      <dgm:spPr/>
    </dgm:pt>
    <dgm:pt modelId="{0F88E7F1-2EE3-4D11-AA72-9D454AB9AFD9}" type="pres">
      <dgm:prSet presAssocID="{3ED8AF00-C616-432A-A60A-E6A871041876}" presName="bgRectTx" presStyleLbl="bgShp" presStyleIdx="1" presStyleCnt="3">
        <dgm:presLayoutVars>
          <dgm:bulletEnabled val="1"/>
        </dgm:presLayoutVars>
      </dgm:prSet>
      <dgm:spPr/>
    </dgm:pt>
    <dgm:pt modelId="{5B45DD8E-51F3-40DB-B826-83AA451BD31D}" type="pres">
      <dgm:prSet presAssocID="{3ED8AF00-C616-432A-A60A-E6A871041876}" presName="spComp" presStyleCnt="0"/>
      <dgm:spPr/>
    </dgm:pt>
    <dgm:pt modelId="{737A0D2F-2559-41B0-9AEE-50B4AEBC1485}" type="pres">
      <dgm:prSet presAssocID="{3ED8AF00-C616-432A-A60A-E6A871041876}" presName="vSp" presStyleCnt="0"/>
      <dgm:spPr/>
    </dgm:pt>
    <dgm:pt modelId="{51375200-5A9E-48E7-A05C-B33580E1F2A2}" type="pres">
      <dgm:prSet presAssocID="{168A0E9D-E569-4A72-8590-B082649E62E0}" presName="rectComp" presStyleCnt="0"/>
      <dgm:spPr/>
    </dgm:pt>
    <dgm:pt modelId="{4B1198A8-C3EB-4595-A53A-5D64227170B9}" type="pres">
      <dgm:prSet presAssocID="{168A0E9D-E569-4A72-8590-B082649E62E0}" presName="bgRect" presStyleLbl="bgShp" presStyleIdx="2" presStyleCnt="3" custScaleY="144090"/>
      <dgm:spPr/>
    </dgm:pt>
    <dgm:pt modelId="{8D48E3AD-98CD-42FF-89A7-FE642FD3D439}" type="pres">
      <dgm:prSet presAssocID="{168A0E9D-E569-4A72-8590-B082649E62E0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85E03002-5D9F-4D07-99A7-F4789D6383C4}" type="presOf" srcId="{3B9CD68A-77D1-4BAD-9A89-15ED3B194448}" destId="{E116E25A-304C-44C3-81C4-907F45A4F020}" srcOrd="0" destOrd="0" presId="urn:microsoft.com/office/officeart/2005/8/layout/hierarchy6"/>
    <dgm:cxn modelId="{46DF6405-BB18-442E-BF63-5F0C0CD30007}" type="presOf" srcId="{2A2EBAC6-600E-46BB-95EC-CCDCF1E1291A}" destId="{6E3089EB-9530-4BDF-B88F-13A8A05530C2}" srcOrd="0" destOrd="0" presId="urn:microsoft.com/office/officeart/2005/8/layout/hierarchy6"/>
    <dgm:cxn modelId="{6B8C180B-6879-46AE-BDCE-C07BF6384A4A}" srcId="{3B9CD68A-77D1-4BAD-9A89-15ED3B194448}" destId="{F3AB34B0-BD09-47AC-99CD-3F7AEB482CC9}" srcOrd="0" destOrd="0" parTransId="{3EF19881-1A88-402C-94C6-6973B295C5F2}" sibTransId="{23C16FF6-B57C-4596-8693-20D1D8815878}"/>
    <dgm:cxn modelId="{CF42730D-C332-4E43-8CCA-1E25CB7AC395}" type="presOf" srcId="{37B2BBB6-FA99-4EC0-9A6C-920AB33B74CF}" destId="{8A427E25-C3DF-44CB-8149-2E02A203B382}" srcOrd="0" destOrd="0" presId="urn:microsoft.com/office/officeart/2005/8/layout/hierarchy6"/>
    <dgm:cxn modelId="{6EFF330E-CFFA-49C9-BF4E-3BEE4CD5B770}" type="presOf" srcId="{AC96B579-8EAB-4CE0-90B5-1065D82413B4}" destId="{D3510739-EB14-4CED-904D-94FEE4413980}" srcOrd="0" destOrd="0" presId="urn:microsoft.com/office/officeart/2005/8/layout/hierarchy6"/>
    <dgm:cxn modelId="{995FB40F-9C19-4324-A209-5026FA158E96}" srcId="{F3AB34B0-BD09-47AC-99CD-3F7AEB482CC9}" destId="{65558C4A-6BD5-4F5C-B300-C6C41C29AE80}" srcOrd="0" destOrd="0" parTransId="{CA76241E-52EC-4616-9A95-0C584760E74A}" sibTransId="{2487A0C5-2E45-4EA3-8EE4-C97CF808180E}"/>
    <dgm:cxn modelId="{E7ADE00F-E66E-4BAC-A8B4-4580DEF5EB95}" srcId="{3B9CD68A-77D1-4BAD-9A89-15ED3B194448}" destId="{2C5E89DC-9034-46AC-84C8-FF9CC5B3CDD0}" srcOrd="1" destOrd="0" parTransId="{0058A78E-3FC3-4DE3-A2E8-A8BE08984E7C}" sibTransId="{2E7C72B0-4E4E-4408-8653-877A0622AE65}"/>
    <dgm:cxn modelId="{8B2DF013-CBB8-4105-AB66-68E1AE95D57B}" type="presOf" srcId="{2C5E89DC-9034-46AC-84C8-FF9CC5B3CDD0}" destId="{A3D707BD-CBC5-469C-8099-AE96443B604A}" srcOrd="1" destOrd="0" presId="urn:microsoft.com/office/officeart/2005/8/layout/hierarchy6"/>
    <dgm:cxn modelId="{A71A4C17-01A6-4D14-B0FD-AFC58499A3CB}" type="presOf" srcId="{A44F87D6-6FBF-4095-B371-B28AC68020AA}" destId="{25FEC632-7802-4C80-9CDE-C16DF6FE9121}" srcOrd="0" destOrd="0" presId="urn:microsoft.com/office/officeart/2005/8/layout/hierarchy6"/>
    <dgm:cxn modelId="{7095E917-A151-4A48-8EC2-49DEF12B0A0C}" type="presOf" srcId="{2C5E89DC-9034-46AC-84C8-FF9CC5B3CDD0}" destId="{9F8B09F0-73DB-4260-9427-5CB2E3956D7B}" srcOrd="0" destOrd="0" presId="urn:microsoft.com/office/officeart/2005/8/layout/hierarchy6"/>
    <dgm:cxn modelId="{7A936531-7859-4292-84FD-8BDB04D1CA65}" type="presOf" srcId="{0A0C9464-0164-4F50-AE89-7BB766F5CEEC}" destId="{AF0F2B3E-EBC2-4827-9430-34E8931D6E42}" srcOrd="0" destOrd="0" presId="urn:microsoft.com/office/officeart/2005/8/layout/hierarchy6"/>
    <dgm:cxn modelId="{F9B7BC37-7F96-4862-9942-FAF4ADAF937C}" type="presOf" srcId="{8E95A462-A179-49BE-B316-5C186CA23C8F}" destId="{9DE45DE7-5D2E-4E47-AF58-34F26BA53543}" srcOrd="0" destOrd="0" presId="urn:microsoft.com/office/officeart/2005/8/layout/hierarchy6"/>
    <dgm:cxn modelId="{DC289A39-55FF-497C-85AA-C82C36673F24}" type="presOf" srcId="{3F1DC69B-A051-4EC5-8AEE-EA046995D6D3}" destId="{D73980A3-42CF-4DC4-8272-82F575BE22E1}" srcOrd="0" destOrd="0" presId="urn:microsoft.com/office/officeart/2005/8/layout/hierarchy6"/>
    <dgm:cxn modelId="{CB1CD139-E004-47AB-A43C-6063E86024DD}" srcId="{85AB35B6-FA31-4822-A219-F40EF337DA05}" destId="{A44F87D6-6FBF-4095-B371-B28AC68020AA}" srcOrd="0" destOrd="0" parTransId="{DF0E8B47-7A78-421E-89C2-0929A23CB8FB}" sibTransId="{338F2619-AB39-4D58-ADF2-D796A932D3DE}"/>
    <dgm:cxn modelId="{77A0003B-CC0C-4F37-9BA9-BB68E4BB8437}" type="presOf" srcId="{85AB35B6-FA31-4822-A219-F40EF337DA05}" destId="{268157BF-54BA-438B-B840-D6EC7D688B2F}" srcOrd="0" destOrd="0" presId="urn:microsoft.com/office/officeart/2005/8/layout/hierarchy6"/>
    <dgm:cxn modelId="{95EAB23B-2F72-4F1F-AC3E-3AE364E52501}" srcId="{65558C4A-6BD5-4F5C-B300-C6C41C29AE80}" destId="{CF1091FB-36BF-4DBB-A856-7668598880E8}" srcOrd="0" destOrd="0" parTransId="{2A2EBAC6-600E-46BB-95EC-CCDCF1E1291A}" sibTransId="{FEF2EE0A-47B5-4A04-873F-22188376433B}"/>
    <dgm:cxn modelId="{048FD05E-9BFF-4BF1-8BB9-3ACB9BE40ED0}" type="presOf" srcId="{4213BFF0-9E09-4091-A8C8-92B101CCC364}" destId="{1C24B5E4-ECE9-41DC-B5AB-767657A8B443}" srcOrd="0" destOrd="0" presId="urn:microsoft.com/office/officeart/2005/8/layout/hierarchy6"/>
    <dgm:cxn modelId="{4914C861-4807-4222-A76E-0B3DBBD52AA3}" type="presOf" srcId="{1C4CBE8B-5363-41E9-B084-2B779A83C0C0}" destId="{B0DAF8BB-0025-4B8E-AB60-C919684EAC62}" srcOrd="0" destOrd="0" presId="urn:microsoft.com/office/officeart/2005/8/layout/hierarchy6"/>
    <dgm:cxn modelId="{03AF9A48-53B1-4CCE-81AC-255555E58B50}" srcId="{F3AB34B0-BD09-47AC-99CD-3F7AEB482CC9}" destId="{2C6402FC-42F3-42A5-86E9-B789927846EF}" srcOrd="3" destOrd="0" parTransId="{1C4CBE8B-5363-41E9-B084-2B779A83C0C0}" sibTransId="{F1DCACB0-FD34-485C-8188-68404DD64606}"/>
    <dgm:cxn modelId="{0FC7E471-04F2-470A-83CE-9650AA280E5F}" srcId="{3B9CD68A-77D1-4BAD-9A89-15ED3B194448}" destId="{3ED8AF00-C616-432A-A60A-E6A871041876}" srcOrd="2" destOrd="0" parTransId="{6EAE6825-ACDA-47E1-BDFE-344D4E4D9224}" sibTransId="{F5568425-BFE8-419B-8002-952A56DCDB5E}"/>
    <dgm:cxn modelId="{B10DD652-F83E-4A5F-9452-FAA6C26267FF}" type="presOf" srcId="{CA76241E-52EC-4616-9A95-0C584760E74A}" destId="{C95BE82E-9A3D-444F-B553-36D373E65159}" srcOrd="0" destOrd="0" presId="urn:microsoft.com/office/officeart/2005/8/layout/hierarchy6"/>
    <dgm:cxn modelId="{8FC8A558-EAB0-4808-ABC9-11A0F600BA3A}" type="presOf" srcId="{F536B349-AA99-4569-9A1B-44DDF8550D30}" destId="{73A489FE-84F2-4F69-8848-DAF09B1C9893}" srcOrd="0" destOrd="0" presId="urn:microsoft.com/office/officeart/2005/8/layout/hierarchy6"/>
    <dgm:cxn modelId="{8CBC9183-B193-4CB7-8981-41DF4B665348}" type="presOf" srcId="{8B550C42-3821-41A7-825E-2A84D08214B2}" destId="{709D4D00-09C1-48D1-B9BF-914DE8121C0C}" srcOrd="0" destOrd="0" presId="urn:microsoft.com/office/officeart/2005/8/layout/hierarchy6"/>
    <dgm:cxn modelId="{DD48778D-8CBB-4A87-95AC-4ABB5BFB9C19}" type="presOf" srcId="{65558C4A-6BD5-4F5C-B300-C6C41C29AE80}" destId="{2475E44C-3131-4A0B-9AE1-0A674DFD02A5}" srcOrd="0" destOrd="0" presId="urn:microsoft.com/office/officeart/2005/8/layout/hierarchy6"/>
    <dgm:cxn modelId="{3BC00E8F-15D9-4B5B-B4D0-601DD2872BD9}" type="presOf" srcId="{3ED8AF00-C616-432A-A60A-E6A871041876}" destId="{4E885042-4E73-44EB-89F3-813953F575AD}" srcOrd="0" destOrd="0" presId="urn:microsoft.com/office/officeart/2005/8/layout/hierarchy6"/>
    <dgm:cxn modelId="{8A214090-0DBB-4E0E-BC62-BF2107743243}" srcId="{2C6402FC-42F3-42A5-86E9-B789927846EF}" destId="{0A0C9464-0164-4F50-AE89-7BB766F5CEEC}" srcOrd="0" destOrd="0" parTransId="{00222576-B3F8-471A-B268-8B8048938756}" sibTransId="{5AD6D948-0C51-40A0-AF41-C381625BA204}"/>
    <dgm:cxn modelId="{893F4298-B959-4B40-BD9F-38F45CBB04F8}" type="presOf" srcId="{DF0E8B47-7A78-421E-89C2-0929A23CB8FB}" destId="{76F76F45-AAAC-4FF4-A1EF-00DAE48B19B9}" srcOrd="0" destOrd="0" presId="urn:microsoft.com/office/officeart/2005/8/layout/hierarchy6"/>
    <dgm:cxn modelId="{7CFBCEA3-4052-418A-B141-436DFFD5F67D}" srcId="{F3AB34B0-BD09-47AC-99CD-3F7AEB482CC9}" destId="{3F1DC69B-A051-4EC5-8AEE-EA046995D6D3}" srcOrd="4" destOrd="0" parTransId="{F536B349-AA99-4569-9A1B-44DDF8550D30}" sibTransId="{1BC52429-97AB-460A-9D71-42CBF0F6A82B}"/>
    <dgm:cxn modelId="{A1CA3AA5-490F-4A76-B93F-1852FCB3E4E4}" srcId="{3B9CD68A-77D1-4BAD-9A89-15ED3B194448}" destId="{168A0E9D-E569-4A72-8590-B082649E62E0}" srcOrd="3" destOrd="0" parTransId="{4BB9ADC9-78A1-43C3-B303-54BB0269DA93}" sibTransId="{F15F0635-AA2E-407D-8CF1-759CEB103D1E}"/>
    <dgm:cxn modelId="{314D37A9-3E02-4D95-9CE7-BF6D440C3270}" type="presOf" srcId="{CF1091FB-36BF-4DBB-A856-7668598880E8}" destId="{C79DE602-DCC4-4E1B-B6E3-E5B3EC2FA91F}" srcOrd="0" destOrd="0" presId="urn:microsoft.com/office/officeart/2005/8/layout/hierarchy6"/>
    <dgm:cxn modelId="{6F7049B1-FB27-40DA-8CE6-5AFB1A0004F6}" type="presOf" srcId="{168A0E9D-E569-4A72-8590-B082649E62E0}" destId="{8D48E3AD-98CD-42FF-89A7-FE642FD3D439}" srcOrd="1" destOrd="0" presId="urn:microsoft.com/office/officeart/2005/8/layout/hierarchy6"/>
    <dgm:cxn modelId="{37FEEAB8-26EB-4360-BB1A-2729F07A6E06}" srcId="{F3AB34B0-BD09-47AC-99CD-3F7AEB482CC9}" destId="{37B2BBB6-FA99-4EC0-9A6C-920AB33B74CF}" srcOrd="2" destOrd="0" parTransId="{8E95A462-A179-49BE-B316-5C186CA23C8F}" sibTransId="{026DA33C-4163-4837-9702-0380A0E62C40}"/>
    <dgm:cxn modelId="{F67D6FB9-C1BD-454F-B448-F03F73E4A5D7}" type="presOf" srcId="{2259C874-A8EA-480F-B9B7-F47B65B080B3}" destId="{649134E1-3417-43F7-AEA7-667414454C91}" srcOrd="0" destOrd="0" presId="urn:microsoft.com/office/officeart/2005/8/layout/hierarchy6"/>
    <dgm:cxn modelId="{EA5594BA-F0B8-4727-952B-676DEF74ACD4}" type="presOf" srcId="{168A0E9D-E569-4A72-8590-B082649E62E0}" destId="{4B1198A8-C3EB-4595-A53A-5D64227170B9}" srcOrd="0" destOrd="0" presId="urn:microsoft.com/office/officeart/2005/8/layout/hierarchy6"/>
    <dgm:cxn modelId="{7C82BEC8-CAAC-4AC3-9357-C4FDBFC9026D}" type="presOf" srcId="{00222576-B3F8-471A-B268-8B8048938756}" destId="{965407B9-312D-456B-988C-D0EB3560681C}" srcOrd="0" destOrd="0" presId="urn:microsoft.com/office/officeart/2005/8/layout/hierarchy6"/>
    <dgm:cxn modelId="{A12511D4-FE2E-4112-A335-2F469E1A6AD6}" srcId="{3F1DC69B-A051-4EC5-8AEE-EA046995D6D3}" destId="{4213BFF0-9E09-4091-A8C8-92B101CCC364}" srcOrd="0" destOrd="0" parTransId="{2259C874-A8EA-480F-B9B7-F47B65B080B3}" sibTransId="{138ADCAD-44E4-41FA-90C3-2B8F41A6CC2F}"/>
    <dgm:cxn modelId="{1135F3D7-CF79-4744-AA1F-328420D04521}" type="presOf" srcId="{3ED8AF00-C616-432A-A60A-E6A871041876}" destId="{0F88E7F1-2EE3-4D11-AA72-9D454AB9AFD9}" srcOrd="1" destOrd="0" presId="urn:microsoft.com/office/officeart/2005/8/layout/hierarchy6"/>
    <dgm:cxn modelId="{7FDEB1EA-B377-4554-BED2-041C4979E1A4}" type="presOf" srcId="{80ADA0E3-FA22-4AD2-9806-C6CEF8F44B0B}" destId="{9A8EF1B2-3601-478C-AA61-C091C5418028}" srcOrd="0" destOrd="0" presId="urn:microsoft.com/office/officeart/2005/8/layout/hierarchy6"/>
    <dgm:cxn modelId="{65E211ED-8FB2-4769-A527-DC84369EF80C}" type="presOf" srcId="{2C6402FC-42F3-42A5-86E9-B789927846EF}" destId="{31A0210F-C2CF-4560-BBA9-1F561A42DC4F}" srcOrd="0" destOrd="0" presId="urn:microsoft.com/office/officeart/2005/8/layout/hierarchy6"/>
    <dgm:cxn modelId="{EEE52CF4-2EF4-4949-AC1E-142FDA9A7F1B}" type="presOf" srcId="{F3AB34B0-BD09-47AC-99CD-3F7AEB482CC9}" destId="{9EF015EB-8D9C-4215-BFC1-38FFDEEAB253}" srcOrd="0" destOrd="0" presId="urn:microsoft.com/office/officeart/2005/8/layout/hierarchy6"/>
    <dgm:cxn modelId="{F57A0DFD-F7E1-4A44-8FEE-58F21DB828E5}" srcId="{37B2BBB6-FA99-4EC0-9A6C-920AB33B74CF}" destId="{8B550C42-3821-41A7-825E-2A84D08214B2}" srcOrd="0" destOrd="0" parTransId="{80ADA0E3-FA22-4AD2-9806-C6CEF8F44B0B}" sibTransId="{3A74E10C-0F4D-422C-99D6-29F501EEA27A}"/>
    <dgm:cxn modelId="{5E9DFFFE-2910-44AE-B59D-830FB596CB71}" srcId="{F3AB34B0-BD09-47AC-99CD-3F7AEB482CC9}" destId="{85AB35B6-FA31-4822-A219-F40EF337DA05}" srcOrd="1" destOrd="0" parTransId="{AC96B579-8EAB-4CE0-90B5-1065D82413B4}" sibTransId="{1757ACEA-24F5-4C54-ADC4-B1FC31776B5F}"/>
    <dgm:cxn modelId="{636B523D-CD2B-46A5-9EFB-C79578288445}" type="presParOf" srcId="{E116E25A-304C-44C3-81C4-907F45A4F020}" destId="{FEB2C88D-9E1C-41A5-A21F-43FA785A40D5}" srcOrd="0" destOrd="0" presId="urn:microsoft.com/office/officeart/2005/8/layout/hierarchy6"/>
    <dgm:cxn modelId="{9DEBAB73-F67C-4D5A-8D33-9EB99CAD9799}" type="presParOf" srcId="{FEB2C88D-9E1C-41A5-A21F-43FA785A40D5}" destId="{DFF5E6DF-662D-4974-ACC0-AB53ABF5FB30}" srcOrd="0" destOrd="0" presId="urn:microsoft.com/office/officeart/2005/8/layout/hierarchy6"/>
    <dgm:cxn modelId="{4DD8AEFA-38DD-47A3-B8B8-576D316252D5}" type="presParOf" srcId="{FEB2C88D-9E1C-41A5-A21F-43FA785A40D5}" destId="{C2665806-B475-410E-BFDF-FDAC201E3DA0}" srcOrd="1" destOrd="0" presId="urn:microsoft.com/office/officeart/2005/8/layout/hierarchy6"/>
    <dgm:cxn modelId="{3CEF787F-16B7-42CD-AA0D-4E0741C767C3}" type="presParOf" srcId="{C2665806-B475-410E-BFDF-FDAC201E3DA0}" destId="{46F2F07D-174F-40B1-A8F1-D384C96F1F49}" srcOrd="0" destOrd="0" presId="urn:microsoft.com/office/officeart/2005/8/layout/hierarchy6"/>
    <dgm:cxn modelId="{CB54AC1A-7D0E-4731-ACED-ED7B72129093}" type="presParOf" srcId="{46F2F07D-174F-40B1-A8F1-D384C96F1F49}" destId="{9EF015EB-8D9C-4215-BFC1-38FFDEEAB253}" srcOrd="0" destOrd="0" presId="urn:microsoft.com/office/officeart/2005/8/layout/hierarchy6"/>
    <dgm:cxn modelId="{C1F21729-2C96-40AA-9FC3-13F591F82189}" type="presParOf" srcId="{46F2F07D-174F-40B1-A8F1-D384C96F1F49}" destId="{C370CE9B-2FC8-4802-ADC1-247CD9E6EE4D}" srcOrd="1" destOrd="0" presId="urn:microsoft.com/office/officeart/2005/8/layout/hierarchy6"/>
    <dgm:cxn modelId="{2661F831-DB02-425C-BB1F-FF6991DE36A4}" type="presParOf" srcId="{C370CE9B-2FC8-4802-ADC1-247CD9E6EE4D}" destId="{C95BE82E-9A3D-444F-B553-36D373E65159}" srcOrd="0" destOrd="0" presId="urn:microsoft.com/office/officeart/2005/8/layout/hierarchy6"/>
    <dgm:cxn modelId="{45314551-BACA-45AE-8D62-9D5074826E55}" type="presParOf" srcId="{C370CE9B-2FC8-4802-ADC1-247CD9E6EE4D}" destId="{FBC06805-9E93-4183-BD50-B1AE6F8962A4}" srcOrd="1" destOrd="0" presId="urn:microsoft.com/office/officeart/2005/8/layout/hierarchy6"/>
    <dgm:cxn modelId="{EBBCDB20-322D-478E-B5F9-6EBD0546734A}" type="presParOf" srcId="{FBC06805-9E93-4183-BD50-B1AE6F8962A4}" destId="{2475E44C-3131-4A0B-9AE1-0A674DFD02A5}" srcOrd="0" destOrd="0" presId="urn:microsoft.com/office/officeart/2005/8/layout/hierarchy6"/>
    <dgm:cxn modelId="{4C3B6BD9-F833-4C29-B1FF-5B014D91F50B}" type="presParOf" srcId="{FBC06805-9E93-4183-BD50-B1AE6F8962A4}" destId="{826B9E10-A821-4066-86EA-B756542EFCA8}" srcOrd="1" destOrd="0" presId="urn:microsoft.com/office/officeart/2005/8/layout/hierarchy6"/>
    <dgm:cxn modelId="{77CCEEFA-3D3C-4BC7-BC13-B8E56A3AC353}" type="presParOf" srcId="{826B9E10-A821-4066-86EA-B756542EFCA8}" destId="{6E3089EB-9530-4BDF-B88F-13A8A05530C2}" srcOrd="0" destOrd="0" presId="urn:microsoft.com/office/officeart/2005/8/layout/hierarchy6"/>
    <dgm:cxn modelId="{C74F602E-243C-4EE3-86A4-E4F866ACE802}" type="presParOf" srcId="{826B9E10-A821-4066-86EA-B756542EFCA8}" destId="{3291FFF4-9C31-4A94-9051-ED63FA0A77B4}" srcOrd="1" destOrd="0" presId="urn:microsoft.com/office/officeart/2005/8/layout/hierarchy6"/>
    <dgm:cxn modelId="{4C55E1F0-5B89-4475-8929-2A73923B14A1}" type="presParOf" srcId="{3291FFF4-9C31-4A94-9051-ED63FA0A77B4}" destId="{C79DE602-DCC4-4E1B-B6E3-E5B3EC2FA91F}" srcOrd="0" destOrd="0" presId="urn:microsoft.com/office/officeart/2005/8/layout/hierarchy6"/>
    <dgm:cxn modelId="{38B8B0B2-CF43-46B2-B0E2-DC1BEC96237D}" type="presParOf" srcId="{3291FFF4-9C31-4A94-9051-ED63FA0A77B4}" destId="{C3BA3ABA-066C-4222-8D12-25E5BECF3778}" srcOrd="1" destOrd="0" presId="urn:microsoft.com/office/officeart/2005/8/layout/hierarchy6"/>
    <dgm:cxn modelId="{97B0002D-A7F8-4112-8E29-EEB9D05E3817}" type="presParOf" srcId="{C370CE9B-2FC8-4802-ADC1-247CD9E6EE4D}" destId="{D3510739-EB14-4CED-904D-94FEE4413980}" srcOrd="2" destOrd="0" presId="urn:microsoft.com/office/officeart/2005/8/layout/hierarchy6"/>
    <dgm:cxn modelId="{EC56FC05-8406-47EA-9E3E-012F33D1A5C3}" type="presParOf" srcId="{C370CE9B-2FC8-4802-ADC1-247CD9E6EE4D}" destId="{6A91ACB5-32BC-4ACB-BEB1-70B6B24ED1BC}" srcOrd="3" destOrd="0" presId="urn:microsoft.com/office/officeart/2005/8/layout/hierarchy6"/>
    <dgm:cxn modelId="{4D578D95-21E7-4C63-97C1-243479B03999}" type="presParOf" srcId="{6A91ACB5-32BC-4ACB-BEB1-70B6B24ED1BC}" destId="{268157BF-54BA-438B-B840-D6EC7D688B2F}" srcOrd="0" destOrd="0" presId="urn:microsoft.com/office/officeart/2005/8/layout/hierarchy6"/>
    <dgm:cxn modelId="{4A2DEA39-CA3C-4C98-9E3B-846D82705B73}" type="presParOf" srcId="{6A91ACB5-32BC-4ACB-BEB1-70B6B24ED1BC}" destId="{B6972A5D-86D6-472F-933A-4A38323FB731}" srcOrd="1" destOrd="0" presId="urn:microsoft.com/office/officeart/2005/8/layout/hierarchy6"/>
    <dgm:cxn modelId="{52A1040A-1CD4-4BD0-B19E-0F24EE654079}" type="presParOf" srcId="{B6972A5D-86D6-472F-933A-4A38323FB731}" destId="{76F76F45-AAAC-4FF4-A1EF-00DAE48B19B9}" srcOrd="0" destOrd="0" presId="urn:microsoft.com/office/officeart/2005/8/layout/hierarchy6"/>
    <dgm:cxn modelId="{C3B16ACF-72ED-4945-AB08-FF0749F1693F}" type="presParOf" srcId="{B6972A5D-86D6-472F-933A-4A38323FB731}" destId="{61C07CED-4DAF-45E5-9BEB-6CEB9425C3F5}" srcOrd="1" destOrd="0" presId="urn:microsoft.com/office/officeart/2005/8/layout/hierarchy6"/>
    <dgm:cxn modelId="{8878692B-CF51-4852-BCE9-D233D34DB808}" type="presParOf" srcId="{61C07CED-4DAF-45E5-9BEB-6CEB9425C3F5}" destId="{25FEC632-7802-4C80-9CDE-C16DF6FE9121}" srcOrd="0" destOrd="0" presId="urn:microsoft.com/office/officeart/2005/8/layout/hierarchy6"/>
    <dgm:cxn modelId="{6DB9CF69-84A1-479A-B8D4-7AF849295097}" type="presParOf" srcId="{61C07CED-4DAF-45E5-9BEB-6CEB9425C3F5}" destId="{2377C7A3-2C38-49E5-A3AD-01D6E971CAAE}" srcOrd="1" destOrd="0" presId="urn:microsoft.com/office/officeart/2005/8/layout/hierarchy6"/>
    <dgm:cxn modelId="{4B3595BF-E4CD-412A-B938-AFA7958FB00B}" type="presParOf" srcId="{C370CE9B-2FC8-4802-ADC1-247CD9E6EE4D}" destId="{9DE45DE7-5D2E-4E47-AF58-34F26BA53543}" srcOrd="4" destOrd="0" presId="urn:microsoft.com/office/officeart/2005/8/layout/hierarchy6"/>
    <dgm:cxn modelId="{7DC2E4B8-7868-4E93-9A51-308F910C5849}" type="presParOf" srcId="{C370CE9B-2FC8-4802-ADC1-247CD9E6EE4D}" destId="{DC88F2F6-C906-41FD-B96D-AB02AE01D68D}" srcOrd="5" destOrd="0" presId="urn:microsoft.com/office/officeart/2005/8/layout/hierarchy6"/>
    <dgm:cxn modelId="{897B6B2E-445F-4119-A927-864E96C31670}" type="presParOf" srcId="{DC88F2F6-C906-41FD-B96D-AB02AE01D68D}" destId="{8A427E25-C3DF-44CB-8149-2E02A203B382}" srcOrd="0" destOrd="0" presId="urn:microsoft.com/office/officeart/2005/8/layout/hierarchy6"/>
    <dgm:cxn modelId="{BBDA39A3-DBD9-424D-B0AE-920158FAE6B2}" type="presParOf" srcId="{DC88F2F6-C906-41FD-B96D-AB02AE01D68D}" destId="{A1D87B3E-E6A4-4036-9739-D6DC688BDB0E}" srcOrd="1" destOrd="0" presId="urn:microsoft.com/office/officeart/2005/8/layout/hierarchy6"/>
    <dgm:cxn modelId="{FC69FA40-4EFA-4EE8-B3BA-D002191774E3}" type="presParOf" srcId="{A1D87B3E-E6A4-4036-9739-D6DC688BDB0E}" destId="{9A8EF1B2-3601-478C-AA61-C091C5418028}" srcOrd="0" destOrd="0" presId="urn:microsoft.com/office/officeart/2005/8/layout/hierarchy6"/>
    <dgm:cxn modelId="{854A8AA8-5922-4F11-B665-8FFBF7B5DDCE}" type="presParOf" srcId="{A1D87B3E-E6A4-4036-9739-D6DC688BDB0E}" destId="{AE29EA1F-D83A-4FB2-92CA-44F26216C9F0}" srcOrd="1" destOrd="0" presId="urn:microsoft.com/office/officeart/2005/8/layout/hierarchy6"/>
    <dgm:cxn modelId="{4A79DFFA-00F2-484E-AC4E-14C806998C67}" type="presParOf" srcId="{AE29EA1F-D83A-4FB2-92CA-44F26216C9F0}" destId="{709D4D00-09C1-48D1-B9BF-914DE8121C0C}" srcOrd="0" destOrd="0" presId="urn:microsoft.com/office/officeart/2005/8/layout/hierarchy6"/>
    <dgm:cxn modelId="{3298263C-1729-40A3-9114-E31DA757EB22}" type="presParOf" srcId="{AE29EA1F-D83A-4FB2-92CA-44F26216C9F0}" destId="{EAFEE190-CD5A-4EC0-8BBF-F55957DAF602}" srcOrd="1" destOrd="0" presId="urn:microsoft.com/office/officeart/2005/8/layout/hierarchy6"/>
    <dgm:cxn modelId="{3B3B296F-7727-4384-A32E-110BC8C1D9AB}" type="presParOf" srcId="{C370CE9B-2FC8-4802-ADC1-247CD9E6EE4D}" destId="{B0DAF8BB-0025-4B8E-AB60-C919684EAC62}" srcOrd="6" destOrd="0" presId="urn:microsoft.com/office/officeart/2005/8/layout/hierarchy6"/>
    <dgm:cxn modelId="{33F3B660-E098-4FCD-8452-3D05A01D040F}" type="presParOf" srcId="{C370CE9B-2FC8-4802-ADC1-247CD9E6EE4D}" destId="{B03C2A83-36F5-4D1D-8E55-62F78E37E317}" srcOrd="7" destOrd="0" presId="urn:microsoft.com/office/officeart/2005/8/layout/hierarchy6"/>
    <dgm:cxn modelId="{58FD8C4F-46CB-43B4-9E04-03809AE45885}" type="presParOf" srcId="{B03C2A83-36F5-4D1D-8E55-62F78E37E317}" destId="{31A0210F-C2CF-4560-BBA9-1F561A42DC4F}" srcOrd="0" destOrd="0" presId="urn:microsoft.com/office/officeart/2005/8/layout/hierarchy6"/>
    <dgm:cxn modelId="{67ECAF50-56A9-46D8-9A7B-3E92B5C0E1C4}" type="presParOf" srcId="{B03C2A83-36F5-4D1D-8E55-62F78E37E317}" destId="{40D2E904-8149-4733-B381-0BDB9DD2D26C}" srcOrd="1" destOrd="0" presId="urn:microsoft.com/office/officeart/2005/8/layout/hierarchy6"/>
    <dgm:cxn modelId="{158BDCD6-B116-4952-9429-D6F5F481A40A}" type="presParOf" srcId="{40D2E904-8149-4733-B381-0BDB9DD2D26C}" destId="{965407B9-312D-456B-988C-D0EB3560681C}" srcOrd="0" destOrd="0" presId="urn:microsoft.com/office/officeart/2005/8/layout/hierarchy6"/>
    <dgm:cxn modelId="{0E7B718F-0174-4ADA-B59C-7658DCCDBF0F}" type="presParOf" srcId="{40D2E904-8149-4733-B381-0BDB9DD2D26C}" destId="{899D82DE-DC2E-4545-BA3F-A7D0DD30DDBF}" srcOrd="1" destOrd="0" presId="urn:microsoft.com/office/officeart/2005/8/layout/hierarchy6"/>
    <dgm:cxn modelId="{99936B00-E40B-420A-A395-D6B7FB54DF0C}" type="presParOf" srcId="{899D82DE-DC2E-4545-BA3F-A7D0DD30DDBF}" destId="{AF0F2B3E-EBC2-4827-9430-34E8931D6E42}" srcOrd="0" destOrd="0" presId="urn:microsoft.com/office/officeart/2005/8/layout/hierarchy6"/>
    <dgm:cxn modelId="{4D33E323-91BE-4873-8FB3-F5CAA06523C1}" type="presParOf" srcId="{899D82DE-DC2E-4545-BA3F-A7D0DD30DDBF}" destId="{DC9385B4-3E77-41F5-A84F-75E46AEDB1B3}" srcOrd="1" destOrd="0" presId="urn:microsoft.com/office/officeart/2005/8/layout/hierarchy6"/>
    <dgm:cxn modelId="{F43C4AB3-DD40-4D99-BB69-7B7ECFE40302}" type="presParOf" srcId="{C370CE9B-2FC8-4802-ADC1-247CD9E6EE4D}" destId="{73A489FE-84F2-4F69-8848-DAF09B1C9893}" srcOrd="8" destOrd="0" presId="urn:microsoft.com/office/officeart/2005/8/layout/hierarchy6"/>
    <dgm:cxn modelId="{8670F698-D65C-4F54-9422-63C12AC62CCD}" type="presParOf" srcId="{C370CE9B-2FC8-4802-ADC1-247CD9E6EE4D}" destId="{D3C3E011-4B6F-4590-B5DF-574DA6E5237D}" srcOrd="9" destOrd="0" presId="urn:microsoft.com/office/officeart/2005/8/layout/hierarchy6"/>
    <dgm:cxn modelId="{42E5D4BB-9EBB-4A2D-A6F7-60E5E6D99C3D}" type="presParOf" srcId="{D3C3E011-4B6F-4590-B5DF-574DA6E5237D}" destId="{D73980A3-42CF-4DC4-8272-82F575BE22E1}" srcOrd="0" destOrd="0" presId="urn:microsoft.com/office/officeart/2005/8/layout/hierarchy6"/>
    <dgm:cxn modelId="{0D5E75A0-F0C9-42F6-B8D3-2EF7B2D942F0}" type="presParOf" srcId="{D3C3E011-4B6F-4590-B5DF-574DA6E5237D}" destId="{1908070B-4994-4FAA-BB47-57D6D54B3CA7}" srcOrd="1" destOrd="0" presId="urn:microsoft.com/office/officeart/2005/8/layout/hierarchy6"/>
    <dgm:cxn modelId="{80533630-3E04-4BE5-8F15-C0D9D895FBB7}" type="presParOf" srcId="{1908070B-4994-4FAA-BB47-57D6D54B3CA7}" destId="{649134E1-3417-43F7-AEA7-667414454C91}" srcOrd="0" destOrd="0" presId="urn:microsoft.com/office/officeart/2005/8/layout/hierarchy6"/>
    <dgm:cxn modelId="{783EEDDC-88F8-4E1A-9997-EDEAB404D503}" type="presParOf" srcId="{1908070B-4994-4FAA-BB47-57D6D54B3CA7}" destId="{FA3BE88E-37A8-4BD8-9C79-42509F2A79B7}" srcOrd="1" destOrd="0" presId="urn:microsoft.com/office/officeart/2005/8/layout/hierarchy6"/>
    <dgm:cxn modelId="{AE3D4DB5-B6AB-4A81-A131-8462C5F2BCAF}" type="presParOf" srcId="{FA3BE88E-37A8-4BD8-9C79-42509F2A79B7}" destId="{1C24B5E4-ECE9-41DC-B5AB-767657A8B443}" srcOrd="0" destOrd="0" presId="urn:microsoft.com/office/officeart/2005/8/layout/hierarchy6"/>
    <dgm:cxn modelId="{87603840-1F52-4D82-A249-2ECD2D8B203E}" type="presParOf" srcId="{FA3BE88E-37A8-4BD8-9C79-42509F2A79B7}" destId="{34269117-2761-48B2-ACD5-9A9E40DB7E6D}" srcOrd="1" destOrd="0" presId="urn:microsoft.com/office/officeart/2005/8/layout/hierarchy6"/>
    <dgm:cxn modelId="{DD6FCC72-63EC-4B39-9C4A-6F49342BB79D}" type="presParOf" srcId="{E116E25A-304C-44C3-81C4-907F45A4F020}" destId="{F1513924-E78F-40EE-B784-75ADB9A903FD}" srcOrd="1" destOrd="0" presId="urn:microsoft.com/office/officeart/2005/8/layout/hierarchy6"/>
    <dgm:cxn modelId="{560FCCB8-CCC0-4072-861C-0127CF58F21D}" type="presParOf" srcId="{F1513924-E78F-40EE-B784-75ADB9A903FD}" destId="{44F6647F-7888-42BA-BD75-D94D70920588}" srcOrd="0" destOrd="0" presId="urn:microsoft.com/office/officeart/2005/8/layout/hierarchy6"/>
    <dgm:cxn modelId="{4EB4E2DD-B3EF-4588-B05B-99FBDAC3F4D8}" type="presParOf" srcId="{44F6647F-7888-42BA-BD75-D94D70920588}" destId="{9F8B09F0-73DB-4260-9427-5CB2E3956D7B}" srcOrd="0" destOrd="0" presId="urn:microsoft.com/office/officeart/2005/8/layout/hierarchy6"/>
    <dgm:cxn modelId="{69EA9739-276B-4C19-9C05-CB3843B0A578}" type="presParOf" srcId="{44F6647F-7888-42BA-BD75-D94D70920588}" destId="{A3D707BD-CBC5-469C-8099-AE96443B604A}" srcOrd="1" destOrd="0" presId="urn:microsoft.com/office/officeart/2005/8/layout/hierarchy6"/>
    <dgm:cxn modelId="{84C3AA8D-38BD-406D-8A80-33086724D0DD}" type="presParOf" srcId="{F1513924-E78F-40EE-B784-75ADB9A903FD}" destId="{F7B8A7A5-0713-499D-9FDE-ACE116B64ED3}" srcOrd="1" destOrd="0" presId="urn:microsoft.com/office/officeart/2005/8/layout/hierarchy6"/>
    <dgm:cxn modelId="{60641DC0-98DE-463F-9FC9-133A15DB367F}" type="presParOf" srcId="{F7B8A7A5-0713-499D-9FDE-ACE116B64ED3}" destId="{1C6481E1-6463-498A-BC7E-B18F72A573E1}" srcOrd="0" destOrd="0" presId="urn:microsoft.com/office/officeart/2005/8/layout/hierarchy6"/>
    <dgm:cxn modelId="{DCB2AC76-DB6F-4550-B988-96725C961190}" type="presParOf" srcId="{F1513924-E78F-40EE-B784-75ADB9A903FD}" destId="{04C40702-3994-4C15-BDBA-60F691934056}" srcOrd="2" destOrd="0" presId="urn:microsoft.com/office/officeart/2005/8/layout/hierarchy6"/>
    <dgm:cxn modelId="{9FCC7DA9-0F57-4BC1-B8CD-9652602B2957}" type="presParOf" srcId="{04C40702-3994-4C15-BDBA-60F691934056}" destId="{4E885042-4E73-44EB-89F3-813953F575AD}" srcOrd="0" destOrd="0" presId="urn:microsoft.com/office/officeart/2005/8/layout/hierarchy6"/>
    <dgm:cxn modelId="{2DA735F8-3419-4703-81AF-18A6EC4424E4}" type="presParOf" srcId="{04C40702-3994-4C15-BDBA-60F691934056}" destId="{0F88E7F1-2EE3-4D11-AA72-9D454AB9AFD9}" srcOrd="1" destOrd="0" presId="urn:microsoft.com/office/officeart/2005/8/layout/hierarchy6"/>
    <dgm:cxn modelId="{8197FEEF-1F6E-4E29-AEFE-FBF73A698506}" type="presParOf" srcId="{F1513924-E78F-40EE-B784-75ADB9A903FD}" destId="{5B45DD8E-51F3-40DB-B826-83AA451BD31D}" srcOrd="3" destOrd="0" presId="urn:microsoft.com/office/officeart/2005/8/layout/hierarchy6"/>
    <dgm:cxn modelId="{834F29A3-7577-4CB1-941E-952F715F78E6}" type="presParOf" srcId="{5B45DD8E-51F3-40DB-B826-83AA451BD31D}" destId="{737A0D2F-2559-41B0-9AEE-50B4AEBC1485}" srcOrd="0" destOrd="0" presId="urn:microsoft.com/office/officeart/2005/8/layout/hierarchy6"/>
    <dgm:cxn modelId="{1B0D02C1-D4D3-49B9-B9DB-27BEB339B02B}" type="presParOf" srcId="{F1513924-E78F-40EE-B784-75ADB9A903FD}" destId="{51375200-5A9E-48E7-A05C-B33580E1F2A2}" srcOrd="4" destOrd="0" presId="urn:microsoft.com/office/officeart/2005/8/layout/hierarchy6"/>
    <dgm:cxn modelId="{E1A2E9B9-6225-496A-921D-441C8D537AE3}" type="presParOf" srcId="{51375200-5A9E-48E7-A05C-B33580E1F2A2}" destId="{4B1198A8-C3EB-4595-A53A-5D64227170B9}" srcOrd="0" destOrd="0" presId="urn:microsoft.com/office/officeart/2005/8/layout/hierarchy6"/>
    <dgm:cxn modelId="{DD2485E8-BA4E-4D82-8D28-6E977A2A835B}" type="presParOf" srcId="{51375200-5A9E-48E7-A05C-B33580E1F2A2}" destId="{8D48E3AD-98CD-42FF-89A7-FE642FD3D439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198A8-C3EB-4595-A53A-5D64227170B9}">
      <dsp:nvSpPr>
        <dsp:cNvPr id="0" name=""/>
        <dsp:cNvSpPr/>
      </dsp:nvSpPr>
      <dsp:spPr>
        <a:xfrm>
          <a:off x="0" y="3411215"/>
          <a:ext cx="11395987" cy="143999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Montserrat" panose="00000500000000000000" pitchFamily="2" charset="0"/>
            </a:rPr>
            <a:t>Efeitos na Economia</a:t>
          </a:r>
        </a:p>
      </dsp:txBody>
      <dsp:txXfrm>
        <a:off x="0" y="3411215"/>
        <a:ext cx="3418796" cy="1439998"/>
      </dsp:txXfrm>
    </dsp:sp>
    <dsp:sp modelId="{4E885042-4E73-44EB-89F3-813953F575AD}">
      <dsp:nvSpPr>
        <dsp:cNvPr id="0" name=""/>
        <dsp:cNvSpPr/>
      </dsp:nvSpPr>
      <dsp:spPr>
        <a:xfrm>
          <a:off x="0" y="1804654"/>
          <a:ext cx="11395987" cy="143999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Montserrat" panose="00000500000000000000" pitchFamily="2" charset="0"/>
            </a:rPr>
            <a:t>Canais de Transmissão</a:t>
          </a:r>
        </a:p>
      </dsp:txBody>
      <dsp:txXfrm>
        <a:off x="0" y="1804654"/>
        <a:ext cx="3418796" cy="1439998"/>
      </dsp:txXfrm>
    </dsp:sp>
    <dsp:sp modelId="{9F8B09F0-73DB-4260-9427-5CB2E3956D7B}">
      <dsp:nvSpPr>
        <dsp:cNvPr id="0" name=""/>
        <dsp:cNvSpPr/>
      </dsp:nvSpPr>
      <dsp:spPr>
        <a:xfrm>
          <a:off x="0" y="198093"/>
          <a:ext cx="11395987" cy="1439998"/>
        </a:xfrm>
        <a:prstGeom prst="roundRect">
          <a:avLst>
            <a:gd name="adj" fmla="val 10000"/>
          </a:avLst>
        </a:prstGeom>
        <a:solidFill>
          <a:schemeClr val="bg1">
            <a:lumMod val="95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>
              <a:latin typeface="Montserrat" panose="00000500000000000000" pitchFamily="2" charset="0"/>
            </a:rPr>
            <a:t>Política Monetária</a:t>
          </a:r>
        </a:p>
      </dsp:txBody>
      <dsp:txXfrm>
        <a:off x="0" y="198093"/>
        <a:ext cx="3418796" cy="1439998"/>
      </dsp:txXfrm>
    </dsp:sp>
    <dsp:sp modelId="{9EF015EB-8D9C-4215-BFC1-38FFDEEAB253}">
      <dsp:nvSpPr>
        <dsp:cNvPr id="0" name=""/>
        <dsp:cNvSpPr/>
      </dsp:nvSpPr>
      <dsp:spPr>
        <a:xfrm>
          <a:off x="6668822" y="475919"/>
          <a:ext cx="1249218" cy="832812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Taxas de Juros</a:t>
          </a:r>
        </a:p>
      </dsp:txBody>
      <dsp:txXfrm>
        <a:off x="6693214" y="500311"/>
        <a:ext cx="1200434" cy="784028"/>
      </dsp:txXfrm>
    </dsp:sp>
    <dsp:sp modelId="{C95BE82E-9A3D-444F-B553-36D373E65159}">
      <dsp:nvSpPr>
        <dsp:cNvPr id="0" name=""/>
        <dsp:cNvSpPr/>
      </dsp:nvSpPr>
      <dsp:spPr>
        <a:xfrm>
          <a:off x="4045464" y="1308731"/>
          <a:ext cx="3247967" cy="838941"/>
        </a:xfrm>
        <a:custGeom>
          <a:avLst/>
          <a:gdLst/>
          <a:ahLst/>
          <a:cxnLst/>
          <a:rect l="0" t="0" r="0" b="0"/>
          <a:pathLst>
            <a:path>
              <a:moveTo>
                <a:pt x="3247967" y="0"/>
              </a:moveTo>
              <a:lnTo>
                <a:pt x="3247967" y="419470"/>
              </a:lnTo>
              <a:lnTo>
                <a:pt x="0" y="419470"/>
              </a:lnTo>
              <a:lnTo>
                <a:pt x="0" y="8389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75E44C-3131-4A0B-9AE1-0A674DFD02A5}">
      <dsp:nvSpPr>
        <dsp:cNvPr id="0" name=""/>
        <dsp:cNvSpPr/>
      </dsp:nvSpPr>
      <dsp:spPr>
        <a:xfrm>
          <a:off x="3420854" y="2147673"/>
          <a:ext cx="1249218" cy="83281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Crédito</a:t>
          </a:r>
        </a:p>
      </dsp:txBody>
      <dsp:txXfrm>
        <a:off x="3445246" y="2172065"/>
        <a:ext cx="1200434" cy="784028"/>
      </dsp:txXfrm>
    </dsp:sp>
    <dsp:sp modelId="{6E3089EB-9530-4BDF-B88F-13A8A05530C2}">
      <dsp:nvSpPr>
        <dsp:cNvPr id="0" name=""/>
        <dsp:cNvSpPr/>
      </dsp:nvSpPr>
      <dsp:spPr>
        <a:xfrm>
          <a:off x="3999744" y="2980485"/>
          <a:ext cx="91440" cy="73051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30517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9DE602-DCC4-4E1B-B6E3-E5B3EC2FA91F}">
      <dsp:nvSpPr>
        <dsp:cNvPr id="0" name=""/>
        <dsp:cNvSpPr/>
      </dsp:nvSpPr>
      <dsp:spPr>
        <a:xfrm>
          <a:off x="3420854" y="3711003"/>
          <a:ext cx="1249218" cy="832812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Custo do Crédito Livre</a:t>
          </a:r>
        </a:p>
      </dsp:txBody>
      <dsp:txXfrm>
        <a:off x="3445246" y="3735395"/>
        <a:ext cx="1200434" cy="784028"/>
      </dsp:txXfrm>
    </dsp:sp>
    <dsp:sp modelId="{D3510739-EB14-4CED-904D-94FEE4413980}">
      <dsp:nvSpPr>
        <dsp:cNvPr id="0" name=""/>
        <dsp:cNvSpPr/>
      </dsp:nvSpPr>
      <dsp:spPr>
        <a:xfrm>
          <a:off x="5669447" y="1308731"/>
          <a:ext cx="1623983" cy="838941"/>
        </a:xfrm>
        <a:custGeom>
          <a:avLst/>
          <a:gdLst/>
          <a:ahLst/>
          <a:cxnLst/>
          <a:rect l="0" t="0" r="0" b="0"/>
          <a:pathLst>
            <a:path>
              <a:moveTo>
                <a:pt x="1623983" y="0"/>
              </a:moveTo>
              <a:lnTo>
                <a:pt x="1623983" y="419470"/>
              </a:lnTo>
              <a:lnTo>
                <a:pt x="0" y="419470"/>
              </a:lnTo>
              <a:lnTo>
                <a:pt x="0" y="8389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8157BF-54BA-438B-B840-D6EC7D688B2F}">
      <dsp:nvSpPr>
        <dsp:cNvPr id="0" name=""/>
        <dsp:cNvSpPr/>
      </dsp:nvSpPr>
      <dsp:spPr>
        <a:xfrm>
          <a:off x="5044838" y="2147673"/>
          <a:ext cx="1249218" cy="83281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Expectativa de Inflação</a:t>
          </a:r>
        </a:p>
      </dsp:txBody>
      <dsp:txXfrm>
        <a:off x="5069230" y="2172065"/>
        <a:ext cx="1200434" cy="784028"/>
      </dsp:txXfrm>
    </dsp:sp>
    <dsp:sp modelId="{76F76F45-AAAC-4FF4-A1EF-00DAE48B19B9}">
      <dsp:nvSpPr>
        <dsp:cNvPr id="0" name=""/>
        <dsp:cNvSpPr/>
      </dsp:nvSpPr>
      <dsp:spPr>
        <a:xfrm>
          <a:off x="5623727" y="2980485"/>
          <a:ext cx="91440" cy="7319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319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FEC632-7802-4C80-9CDE-C16DF6FE9121}">
      <dsp:nvSpPr>
        <dsp:cNvPr id="0" name=""/>
        <dsp:cNvSpPr/>
      </dsp:nvSpPr>
      <dsp:spPr>
        <a:xfrm>
          <a:off x="5044838" y="3712427"/>
          <a:ext cx="1249218" cy="832812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Salários e Preços</a:t>
          </a:r>
        </a:p>
      </dsp:txBody>
      <dsp:txXfrm>
        <a:off x="5069230" y="3736819"/>
        <a:ext cx="1200434" cy="784028"/>
      </dsp:txXfrm>
    </dsp:sp>
    <dsp:sp modelId="{9DE45DE7-5D2E-4E47-AF58-34F26BA53543}">
      <dsp:nvSpPr>
        <dsp:cNvPr id="0" name=""/>
        <dsp:cNvSpPr/>
      </dsp:nvSpPr>
      <dsp:spPr>
        <a:xfrm>
          <a:off x="7247711" y="1308731"/>
          <a:ext cx="91440" cy="8389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8389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427E25-C3DF-44CB-8149-2E02A203B382}">
      <dsp:nvSpPr>
        <dsp:cNvPr id="0" name=""/>
        <dsp:cNvSpPr/>
      </dsp:nvSpPr>
      <dsp:spPr>
        <a:xfrm>
          <a:off x="6668822" y="2147673"/>
          <a:ext cx="1249218" cy="83281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Câmbio</a:t>
          </a:r>
        </a:p>
      </dsp:txBody>
      <dsp:txXfrm>
        <a:off x="6693214" y="2172065"/>
        <a:ext cx="1200434" cy="784028"/>
      </dsp:txXfrm>
    </dsp:sp>
    <dsp:sp modelId="{9A8EF1B2-3601-478C-AA61-C091C5418028}">
      <dsp:nvSpPr>
        <dsp:cNvPr id="0" name=""/>
        <dsp:cNvSpPr/>
      </dsp:nvSpPr>
      <dsp:spPr>
        <a:xfrm>
          <a:off x="7247711" y="2980485"/>
          <a:ext cx="91440" cy="7319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319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9D4D00-09C1-48D1-B9BF-914DE8121C0C}">
      <dsp:nvSpPr>
        <dsp:cNvPr id="0" name=""/>
        <dsp:cNvSpPr/>
      </dsp:nvSpPr>
      <dsp:spPr>
        <a:xfrm>
          <a:off x="6668822" y="3712427"/>
          <a:ext cx="1249218" cy="832812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Exportações Líquidas</a:t>
          </a:r>
        </a:p>
      </dsp:txBody>
      <dsp:txXfrm>
        <a:off x="6693214" y="3736819"/>
        <a:ext cx="1200434" cy="784028"/>
      </dsp:txXfrm>
    </dsp:sp>
    <dsp:sp modelId="{B0DAF8BB-0025-4B8E-AB60-C919684EAC62}">
      <dsp:nvSpPr>
        <dsp:cNvPr id="0" name=""/>
        <dsp:cNvSpPr/>
      </dsp:nvSpPr>
      <dsp:spPr>
        <a:xfrm>
          <a:off x="7293431" y="1308731"/>
          <a:ext cx="1623983" cy="838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9470"/>
              </a:lnTo>
              <a:lnTo>
                <a:pt x="1623983" y="419470"/>
              </a:lnTo>
              <a:lnTo>
                <a:pt x="1623983" y="8389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A0210F-C2CF-4560-BBA9-1F561A42DC4F}">
      <dsp:nvSpPr>
        <dsp:cNvPr id="0" name=""/>
        <dsp:cNvSpPr/>
      </dsp:nvSpPr>
      <dsp:spPr>
        <a:xfrm>
          <a:off x="8292806" y="2147673"/>
          <a:ext cx="1249218" cy="83281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Taxas de Juros</a:t>
          </a:r>
        </a:p>
      </dsp:txBody>
      <dsp:txXfrm>
        <a:off x="8317198" y="2172065"/>
        <a:ext cx="1200434" cy="784028"/>
      </dsp:txXfrm>
    </dsp:sp>
    <dsp:sp modelId="{965407B9-312D-456B-988C-D0EB3560681C}">
      <dsp:nvSpPr>
        <dsp:cNvPr id="0" name=""/>
        <dsp:cNvSpPr/>
      </dsp:nvSpPr>
      <dsp:spPr>
        <a:xfrm>
          <a:off x="8871695" y="2980485"/>
          <a:ext cx="91440" cy="7319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319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0F2B3E-EBC2-4827-9430-34E8931D6E42}">
      <dsp:nvSpPr>
        <dsp:cNvPr id="0" name=""/>
        <dsp:cNvSpPr/>
      </dsp:nvSpPr>
      <dsp:spPr>
        <a:xfrm>
          <a:off x="8292806" y="3712427"/>
          <a:ext cx="1249218" cy="832812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Poupança e Consumo</a:t>
          </a:r>
        </a:p>
      </dsp:txBody>
      <dsp:txXfrm>
        <a:off x="8317198" y="3736819"/>
        <a:ext cx="1200434" cy="784028"/>
      </dsp:txXfrm>
    </dsp:sp>
    <dsp:sp modelId="{73A489FE-84F2-4F69-8848-DAF09B1C9893}">
      <dsp:nvSpPr>
        <dsp:cNvPr id="0" name=""/>
        <dsp:cNvSpPr/>
      </dsp:nvSpPr>
      <dsp:spPr>
        <a:xfrm>
          <a:off x="7293431" y="1308731"/>
          <a:ext cx="3247967" cy="8389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19470"/>
              </a:lnTo>
              <a:lnTo>
                <a:pt x="3247967" y="419470"/>
              </a:lnTo>
              <a:lnTo>
                <a:pt x="3247967" y="8389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3980A3-42CF-4DC4-8272-82F575BE22E1}">
      <dsp:nvSpPr>
        <dsp:cNvPr id="0" name=""/>
        <dsp:cNvSpPr/>
      </dsp:nvSpPr>
      <dsp:spPr>
        <a:xfrm>
          <a:off x="9916790" y="2147673"/>
          <a:ext cx="1249218" cy="832812"/>
        </a:xfrm>
        <a:prstGeom prst="roundRect">
          <a:avLst>
            <a:gd name="adj" fmla="val 10000"/>
          </a:avLst>
        </a:prstGeom>
        <a:solidFill>
          <a:srgbClr val="92D05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Valor dos Ativos</a:t>
          </a:r>
        </a:p>
      </dsp:txBody>
      <dsp:txXfrm>
        <a:off x="9941182" y="2172065"/>
        <a:ext cx="1200434" cy="784028"/>
      </dsp:txXfrm>
    </dsp:sp>
    <dsp:sp modelId="{649134E1-3417-43F7-AEA7-667414454C91}">
      <dsp:nvSpPr>
        <dsp:cNvPr id="0" name=""/>
        <dsp:cNvSpPr/>
      </dsp:nvSpPr>
      <dsp:spPr>
        <a:xfrm>
          <a:off x="10495679" y="2980485"/>
          <a:ext cx="91440" cy="73194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31941"/>
              </a:lnTo>
            </a:path>
          </a:pathLst>
        </a:custGeom>
        <a:noFill/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24B5E4-ECE9-41DC-B5AB-767657A8B443}">
      <dsp:nvSpPr>
        <dsp:cNvPr id="0" name=""/>
        <dsp:cNvSpPr/>
      </dsp:nvSpPr>
      <dsp:spPr>
        <a:xfrm>
          <a:off x="9916790" y="3712427"/>
          <a:ext cx="1249218" cy="832812"/>
        </a:xfrm>
        <a:prstGeom prst="roundRect">
          <a:avLst>
            <a:gd name="adj" fmla="val 10000"/>
          </a:avLst>
        </a:prstGeom>
        <a:solidFill>
          <a:srgbClr val="FFC000"/>
        </a:solidFill>
        <a:ln w="12700" cap="flat" cmpd="sng" algn="ctr">
          <a:solidFill>
            <a:schemeClr val="tx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Montserrat" panose="00000500000000000000" pitchFamily="2" charset="0"/>
            </a:rPr>
            <a:t>Efeito Riqueza</a:t>
          </a:r>
        </a:p>
      </dsp:txBody>
      <dsp:txXfrm>
        <a:off x="9941182" y="3736819"/>
        <a:ext cx="1200434" cy="7840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2F0A6-E8E6-41E4-A507-B22A34DDFFBB}" type="datetimeFigureOut">
              <a:rPr lang="pt-BR" smtClean="0"/>
              <a:t>10/05/2022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8140C-9598-4A53-B726-C3AD2A05811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862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FC47D5-BABF-B344-85E1-18D0C2BEB75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431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B80657-0F6B-4D07-B484-CE3A687E8A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E505C2-0EA6-4475-BBA9-063FE5204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89A3BC-CB76-483F-BF93-2227DF7C9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BA3C3-E071-4E67-A313-BF459947FE7E}" type="datetime1">
              <a:rPr lang="pt-BR" smtClean="0"/>
              <a:t>10/05/2022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75C78F-C974-4851-B1FB-C4FAB16D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75261D-F1D1-4BB1-9DBE-46B709B4F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83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27D16-E532-4275-952B-8CE5A8E01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70D98A-4137-4F24-A570-8C86106F5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0C4254-07E0-49E6-8129-C6F60D897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1B5CEE-04D5-41BE-B695-CE9B36EB6266}" type="datetime1">
              <a:rPr lang="pt-BR" smtClean="0"/>
              <a:t>10/05/2022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E9A115-C094-4EC2-8E14-26C89897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300F67-A0BC-429D-A036-AD8608090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5844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362AE6-7006-4961-BD6E-6CC515B2D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31C7A0-65AF-40EE-8A85-7033EC229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765E47-EE23-41A3-B4D5-A38918AAE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C932A-8E6E-4775-91C9-C5BF59739C3B}" type="datetime1">
              <a:rPr lang="pt-BR" smtClean="0"/>
              <a:t>10/05/2022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6CB19D-7901-402F-B693-973AB6E2B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ED2F27-BDEE-484C-B099-41C953EAE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640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E03726-79DE-4D14-983C-7D9A7306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17D259-86DC-4898-86FE-E24B22F83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85A2D3F-D6E7-416B-A633-A7F08D5E9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8FD964-12BD-417B-97C3-21FFF9F82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C8951B-D851-426B-A013-A638A4054830}" type="datetime1">
              <a:rPr lang="pt-BR" smtClean="0"/>
              <a:t>10/05/2022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B49AD4-FD53-4810-9CAA-E4470427F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BBA75E-86B4-456A-A496-DADE8D49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205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F699F-C026-465E-A843-C6465114B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F6E4E8-460E-4CC5-B191-31AD32D7C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F3E586F-827E-4AD1-A224-24A2DB1B8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CC4EAFF-8427-4154-9E6D-B6C8D30580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2B01501-CF11-426E-A291-508DD472A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C9D7807-5927-4236-BDE9-A1AF8970E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961D3-416C-478C-9836-D465E77475BF}" type="datetime1">
              <a:rPr lang="pt-BR" smtClean="0"/>
              <a:t>10/05/2022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1A74E06-B994-498E-AFD6-D15DC1CF0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A05B339-4976-4791-94E9-32B0762CA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817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88491F-D4DC-4287-8FAE-F82B11CE0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0734753-7A73-40D2-AFFD-71CA8E47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62EF8-BB46-46CE-AB78-9854A50CDD7D}" type="datetime1">
              <a:rPr lang="pt-BR" smtClean="0"/>
              <a:t>10/05/2022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A17AA0F-72C3-47E9-BC03-2F6EC8649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59BB12-56B3-41C2-98F8-21D48239B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2437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81E6238-9C02-410A-875A-556B15DE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D4E0A-4A69-463D-8BEB-59D929CFD8EA}" type="datetime1">
              <a:rPr lang="pt-BR" smtClean="0"/>
              <a:t>10/05/2022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99ACA4-1714-4B61-ABCB-005A9368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F1A052-8467-4E4C-BC1F-406A4E5D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6374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91A8B-17D1-47B4-BE33-673D91A38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C37F50-D458-4597-A8AB-2C0F6B2F5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873C54-6DEB-43F0-850D-BF833CB92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EF875C-972C-4FAF-8A72-9A2F01E7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99C9D-1B77-4274-9758-01936BD5C2F6}" type="datetime1">
              <a:rPr lang="pt-BR" smtClean="0"/>
              <a:t>10/05/2022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44FE67-620E-4850-A357-15C2B7288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7726E02-7F6E-4274-8F26-81197AC70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4960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ABF022-61A4-41EA-8827-5AF68AF5D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AF1412E-995E-48FD-8C41-F54D67DB87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F4BDA9-3C84-4081-8F98-AD85E6B8A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C7BD96-20DF-481B-9743-0B7E2BD5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6AF4E-AEEF-44AB-B8A4-42C809D71209}" type="datetime1">
              <a:rPr lang="pt-BR" smtClean="0"/>
              <a:t>10/05/2022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E9F23D9-FEAB-4F1B-9D82-E1D4C6253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FD3FFD-CA9F-418D-97CB-A169DEC0F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4076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674C7-581D-4A9F-BC1F-D4079D17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F44880-A17D-4453-9BAF-6F3E655DA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883FC8-84D2-46C7-A442-18CA96DE4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881E9-F8EB-44BD-A6AA-022A14514256}" type="datetime1">
              <a:rPr lang="pt-BR" smtClean="0"/>
              <a:t>10/05/2022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AE19A1-BE1F-439F-A568-60BB6767C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AB610C-CFE3-473D-B87C-44971509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3898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16B6B87-33F9-49CF-BA31-DB69741BA2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AC1002B-7882-4786-B17E-9B7720EF0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A96FC0-3348-4ABF-9359-331EA997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C64-4EAB-4A11-874B-D01BD4ADD344}" type="datetime1">
              <a:rPr lang="pt-BR" smtClean="0"/>
              <a:t>10/05/2022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CF274-4058-4770-A981-5075D6B20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3F34EE-CBBD-4C85-B869-5419CC45E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811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Á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F383E9-7D8F-9E4B-B994-E7D5655A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6D38F-C6AD-1A43-BA62-567706142672}" type="datetime1">
              <a:rPr lang="pt-BR" smtClean="0"/>
              <a:t>10/05/2022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530683-D6DE-2F43-A343-57990E62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4F3183-D3CF-2B4B-944D-B42C9697A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929" y="6529133"/>
            <a:ext cx="2743200" cy="365125"/>
          </a:xfrm>
        </p:spPr>
        <p:txBody>
          <a:bodyPr/>
          <a:lstStyle>
            <a:lvl1pPr>
              <a:defRPr sz="1050" baseline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pt-BR" dirty="0"/>
              <a:t> </a:t>
            </a:r>
            <a:r>
              <a:rPr lang="pt-BR" b="1" dirty="0">
                <a:latin typeface="Montserrat ExtraBold" pitchFamily="2" charset="77"/>
              </a:rPr>
              <a:t>JUNHO</a:t>
            </a:r>
            <a:r>
              <a:rPr lang="pt-BR" dirty="0">
                <a:latin typeface="Montserrat Light" pitchFamily="2" charset="77"/>
              </a:rPr>
              <a:t> 2021 | </a:t>
            </a:r>
            <a:fld id="{9976F330-E53E-1141-AEBF-B83180245336}" type="slidenum">
              <a:rPr lang="pt-BR" smtClean="0"/>
              <a:pPr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5543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D2DD0B9-3FF7-4F55-82D4-6E834E2D3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2CF1D8-62C9-439B-B2DB-64727DDB0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76D9EB8-8CA1-4AA9-8C0C-000D21C3E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68C28-FCCA-455D-B2E5-057C91F888B8}" type="datetime1">
              <a:rPr lang="pt-BR" smtClean="0"/>
              <a:t>10/05/2022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00E727-4CB9-476F-ACD4-4612FE863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BEB325-A403-4AF2-B195-39475D393A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30624F-C765-402E-9EF2-71673294DC6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5775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0.png"/><Relationship Id="rId5" Type="http://schemas.openxmlformats.org/officeDocument/2006/relationships/image" Target="../media/image5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0624F-C765-402E-9EF2-71673294DC63}" type="slidenum">
              <a:rPr lang="pt-BR" smtClean="0"/>
              <a:t>1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196574-BBCC-4390-84D9-6FEC0F9B15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64B70E3-E562-4BEB-B81D-19580F24160C}"/>
              </a:ext>
            </a:extLst>
          </p:cNvPr>
          <p:cNvSpPr txBox="1"/>
          <p:nvPr/>
        </p:nvSpPr>
        <p:spPr>
          <a:xfrm>
            <a:off x="2068083" y="6274266"/>
            <a:ext cx="35550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>
                <a:solidFill>
                  <a:schemeClr val="bg1"/>
                </a:solidFill>
                <a:latin typeface="Montserrat ExtraBold" pitchFamily="2" charset="77"/>
              </a:rPr>
              <a:t>4UM.COM.BR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E6B74075-295E-4982-BE96-AA003A203F6C}"/>
              </a:ext>
            </a:extLst>
          </p:cNvPr>
          <p:cNvSpPr txBox="1">
            <a:spLocks/>
          </p:cNvSpPr>
          <p:nvPr/>
        </p:nvSpPr>
        <p:spPr>
          <a:xfrm>
            <a:off x="5623133" y="5329517"/>
            <a:ext cx="5764238" cy="69911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pt-BR" sz="2000" b="1" dirty="0">
                <a:latin typeface="Montserrat" panose="00000500000000000000" pitchFamily="2" charset="0"/>
              </a:rPr>
              <a:t>CENÁRIO ATUAL E OPORTUNIDADES PARA A RENDA VARIÁVEL</a:t>
            </a:r>
          </a:p>
          <a:p>
            <a:pPr algn="r">
              <a:lnSpc>
                <a:spcPct val="100000"/>
              </a:lnSpc>
            </a:pPr>
            <a:r>
              <a:rPr lang="pt-BR" sz="2000" b="1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2022-05-12</a:t>
            </a:r>
          </a:p>
        </p:txBody>
      </p:sp>
    </p:spTree>
    <p:extLst>
      <p:ext uri="{BB962C8B-B14F-4D97-AF65-F5344CB8AC3E}">
        <p14:creationId xmlns:p14="http://schemas.microsoft.com/office/powerpoint/2010/main" val="317868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2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pic>
        <p:nvPicPr>
          <p:cNvPr id="11" name="Imagem 10" descr="Forma, Círculo&#10;&#10;Descrição gerada automaticamente">
            <a:extLst>
              <a:ext uri="{FF2B5EF4-FFF2-40B4-BE49-F238E27FC236}">
                <a16:creationId xmlns:a16="http://schemas.microsoft.com/office/drawing/2014/main" id="{0EF56D23-CFE6-46B0-9F6D-BFEE298FD3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366" r="12391"/>
          <a:stretch/>
        </p:blipFill>
        <p:spPr>
          <a:xfrm>
            <a:off x="10571317" y="-1"/>
            <a:ext cx="1620684" cy="1334299"/>
          </a:xfrm>
          <a:prstGeom prst="rect">
            <a:avLst/>
          </a:prstGeom>
        </p:spPr>
      </p:pic>
      <p:pic>
        <p:nvPicPr>
          <p:cNvPr id="13" name="Imagem 12" descr="Padrão do plano de fundo&#10;&#10;Descrição gerada automaticamente">
            <a:extLst>
              <a:ext uri="{FF2B5EF4-FFF2-40B4-BE49-F238E27FC236}">
                <a16:creationId xmlns:a16="http://schemas.microsoft.com/office/drawing/2014/main" id="{6DC926AB-73C6-492A-B9F7-37F4D2B10F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5" y="457203"/>
            <a:ext cx="2136642" cy="737827"/>
          </a:xfrm>
          <a:prstGeom prst="rect">
            <a:avLst/>
          </a:prstGeom>
        </p:spPr>
      </p:pic>
      <p:pic>
        <p:nvPicPr>
          <p:cNvPr id="14" name="Imagem 13" descr="Padrão do plano de fundo&#10;&#10;Descrição gerada automaticamente">
            <a:extLst>
              <a:ext uri="{FF2B5EF4-FFF2-40B4-BE49-F238E27FC236}">
                <a16:creationId xmlns:a16="http://schemas.microsoft.com/office/drawing/2014/main" id="{5443F0E9-4915-4969-BB30-6BFA24860F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2" y="914407"/>
            <a:ext cx="2136642" cy="737827"/>
          </a:xfrm>
          <a:prstGeom prst="rect">
            <a:avLst/>
          </a:prstGeom>
        </p:spPr>
      </p:pic>
      <p:pic>
        <p:nvPicPr>
          <p:cNvPr id="15" name="Imagem 14" descr="Padrão do plano de fundo&#10;&#10;Descrição gerada automaticamente">
            <a:extLst>
              <a:ext uri="{FF2B5EF4-FFF2-40B4-BE49-F238E27FC236}">
                <a16:creationId xmlns:a16="http://schemas.microsoft.com/office/drawing/2014/main" id="{FFDF659A-1C70-4607-830E-4C72C51F4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79" y="1371611"/>
            <a:ext cx="2136642" cy="737827"/>
          </a:xfrm>
          <a:prstGeom prst="rect">
            <a:avLst/>
          </a:prstGeom>
        </p:spPr>
      </p:pic>
      <p:pic>
        <p:nvPicPr>
          <p:cNvPr id="16" name="Imagem 15" descr="Padrão do plano de fundo&#10;&#10;Descrição gerada automaticamente">
            <a:extLst>
              <a:ext uri="{FF2B5EF4-FFF2-40B4-BE49-F238E27FC236}">
                <a16:creationId xmlns:a16="http://schemas.microsoft.com/office/drawing/2014/main" id="{470E6B19-A902-40BB-9C41-75649A23B6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76" y="1828815"/>
            <a:ext cx="2136642" cy="737827"/>
          </a:xfrm>
          <a:prstGeom prst="rect">
            <a:avLst/>
          </a:prstGeom>
        </p:spPr>
      </p:pic>
      <p:pic>
        <p:nvPicPr>
          <p:cNvPr id="19" name="Imagem 18" descr="Padrão do plano de fundo&#10;&#10;Descrição gerada automaticamente">
            <a:extLst>
              <a:ext uri="{FF2B5EF4-FFF2-40B4-BE49-F238E27FC236}">
                <a16:creationId xmlns:a16="http://schemas.microsoft.com/office/drawing/2014/main" id="{6A6BC673-2379-4609-B5D2-20DC3B883F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74" y="2277050"/>
            <a:ext cx="2136642" cy="737827"/>
          </a:xfrm>
          <a:prstGeom prst="rect">
            <a:avLst/>
          </a:prstGeom>
        </p:spPr>
      </p:pic>
      <p:pic>
        <p:nvPicPr>
          <p:cNvPr id="20" name="Imagem 19" descr="Padrão do plano de fundo&#10;&#10;Descrição gerada automaticamente">
            <a:extLst>
              <a:ext uri="{FF2B5EF4-FFF2-40B4-BE49-F238E27FC236}">
                <a16:creationId xmlns:a16="http://schemas.microsoft.com/office/drawing/2014/main" id="{9EE12477-EADE-448C-A503-DF979327E3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72" y="2725285"/>
            <a:ext cx="2136642" cy="737827"/>
          </a:xfrm>
          <a:prstGeom prst="rect">
            <a:avLst/>
          </a:prstGeom>
        </p:spPr>
      </p:pic>
      <p:pic>
        <p:nvPicPr>
          <p:cNvPr id="21" name="Imagem 20" descr="Padrão do plano de fundo&#10;&#10;Descrição gerada automaticamente">
            <a:extLst>
              <a:ext uri="{FF2B5EF4-FFF2-40B4-BE49-F238E27FC236}">
                <a16:creationId xmlns:a16="http://schemas.microsoft.com/office/drawing/2014/main" id="{6DFCE1E9-A043-48E0-8BB4-1E8B5B31D5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70" y="3173520"/>
            <a:ext cx="2136642" cy="737827"/>
          </a:xfrm>
          <a:prstGeom prst="rect">
            <a:avLst/>
          </a:prstGeom>
        </p:spPr>
      </p:pic>
      <p:pic>
        <p:nvPicPr>
          <p:cNvPr id="22" name="Imagem 21" descr="Padrão do plano de fundo&#10;&#10;Descrição gerada automaticamente">
            <a:extLst>
              <a:ext uri="{FF2B5EF4-FFF2-40B4-BE49-F238E27FC236}">
                <a16:creationId xmlns:a16="http://schemas.microsoft.com/office/drawing/2014/main" id="{6DD625A0-7E1B-48DF-8026-C6B30C50F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68" y="3621755"/>
            <a:ext cx="2136642" cy="737827"/>
          </a:xfrm>
          <a:prstGeom prst="rect">
            <a:avLst/>
          </a:prstGeom>
        </p:spPr>
      </p:pic>
      <p:pic>
        <p:nvPicPr>
          <p:cNvPr id="23" name="Imagem 22" descr="Padrão do plano de fundo&#10;&#10;Descrição gerada automaticamente">
            <a:extLst>
              <a:ext uri="{FF2B5EF4-FFF2-40B4-BE49-F238E27FC236}">
                <a16:creationId xmlns:a16="http://schemas.microsoft.com/office/drawing/2014/main" id="{83379335-9E78-430C-99F2-7365BD0B14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66" y="4069990"/>
            <a:ext cx="2136642" cy="737827"/>
          </a:xfrm>
          <a:prstGeom prst="rect">
            <a:avLst/>
          </a:prstGeom>
        </p:spPr>
      </p:pic>
      <p:pic>
        <p:nvPicPr>
          <p:cNvPr id="24" name="Imagem 23" descr="Padrão do plano de fundo&#10;&#10;Descrição gerada automaticamente">
            <a:extLst>
              <a:ext uri="{FF2B5EF4-FFF2-40B4-BE49-F238E27FC236}">
                <a16:creationId xmlns:a16="http://schemas.microsoft.com/office/drawing/2014/main" id="{7579643D-0A59-4591-AE91-C42845637B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64" y="4518225"/>
            <a:ext cx="2136642" cy="737827"/>
          </a:xfrm>
          <a:prstGeom prst="rect">
            <a:avLst/>
          </a:prstGeom>
        </p:spPr>
      </p:pic>
      <p:pic>
        <p:nvPicPr>
          <p:cNvPr id="25" name="Imagem 24" descr="Padrão do plano de fundo&#10;&#10;Descrição gerada automaticamente">
            <a:extLst>
              <a:ext uri="{FF2B5EF4-FFF2-40B4-BE49-F238E27FC236}">
                <a16:creationId xmlns:a16="http://schemas.microsoft.com/office/drawing/2014/main" id="{EC84C0B4-FBA5-4A02-B227-2AD1675A18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62" y="4966460"/>
            <a:ext cx="2136642" cy="737827"/>
          </a:xfrm>
          <a:prstGeom prst="rect">
            <a:avLst/>
          </a:prstGeom>
        </p:spPr>
      </p:pic>
      <p:pic>
        <p:nvPicPr>
          <p:cNvPr id="26" name="Imagem 25" descr="Padrão do plano de fundo&#10;&#10;Descrição gerada automaticamente">
            <a:extLst>
              <a:ext uri="{FF2B5EF4-FFF2-40B4-BE49-F238E27FC236}">
                <a16:creationId xmlns:a16="http://schemas.microsoft.com/office/drawing/2014/main" id="{13356947-111B-4F45-A22C-202FC41B88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60" y="5414695"/>
            <a:ext cx="2136642" cy="737827"/>
          </a:xfrm>
          <a:prstGeom prst="rect">
            <a:avLst/>
          </a:prstGeom>
        </p:spPr>
      </p:pic>
      <p:pic>
        <p:nvPicPr>
          <p:cNvPr id="27" name="Imagem 26" descr="Padrão do plano de fundo&#10;&#10;Descrição gerada automaticamente">
            <a:extLst>
              <a:ext uri="{FF2B5EF4-FFF2-40B4-BE49-F238E27FC236}">
                <a16:creationId xmlns:a16="http://schemas.microsoft.com/office/drawing/2014/main" id="{B1CF1DF3-6903-47FC-B730-2A01FC440B7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58" y="5862930"/>
            <a:ext cx="2136642" cy="737827"/>
          </a:xfrm>
          <a:prstGeom prst="rect">
            <a:avLst/>
          </a:prstGeom>
        </p:spPr>
      </p:pic>
      <p:sp>
        <p:nvSpPr>
          <p:cNvPr id="28" name="Título 1">
            <a:extLst>
              <a:ext uri="{FF2B5EF4-FFF2-40B4-BE49-F238E27FC236}">
                <a16:creationId xmlns:a16="http://schemas.microsoft.com/office/drawing/2014/main" id="{23990A69-29C1-45D4-B031-398F29CDA25C}"/>
              </a:ext>
            </a:extLst>
          </p:cNvPr>
          <p:cNvSpPr txBox="1">
            <a:spLocks/>
          </p:cNvSpPr>
          <p:nvPr/>
        </p:nvSpPr>
        <p:spPr>
          <a:xfrm>
            <a:off x="2585544" y="648176"/>
            <a:ext cx="8485867" cy="362175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  <a:buClr>
                <a:srgbClr val="92D050"/>
              </a:buClr>
            </a:pPr>
            <a:r>
              <a:rPr lang="pt-BR" sz="1800" b="1" dirty="0">
                <a:latin typeface="Montserrat" panose="00000500000000000000" pitchFamily="2" charset="0"/>
              </a:rPr>
              <a:t>SUMÁRIO</a:t>
            </a:r>
          </a:p>
          <a:p>
            <a:pPr>
              <a:lnSpc>
                <a:spcPct val="150000"/>
              </a:lnSpc>
              <a:buClr>
                <a:srgbClr val="92D050"/>
              </a:buClr>
            </a:pPr>
            <a:endParaRPr lang="pt-BR" sz="1800" dirty="0">
              <a:latin typeface="Montserrat" panose="00000500000000000000" pitchFamily="2" charset="0"/>
            </a:endParaRPr>
          </a:p>
          <a:p>
            <a:pPr marL="400050" indent="-400050">
              <a:lnSpc>
                <a:spcPct val="150000"/>
              </a:lnSpc>
              <a:buClr>
                <a:srgbClr val="92D050"/>
              </a:buClr>
              <a:buFont typeface="+mj-lt"/>
              <a:buAutoNum type="romanUcPeriod"/>
            </a:pPr>
            <a:r>
              <a:rPr lang="pt-BR" sz="1800" dirty="0">
                <a:latin typeface="Montserrat" panose="00000500000000000000" pitchFamily="2" charset="0"/>
              </a:rPr>
              <a:t>Estrutura de política monetária.</a:t>
            </a:r>
          </a:p>
          <a:p>
            <a:pPr marL="400050" indent="-400050">
              <a:lnSpc>
                <a:spcPct val="150000"/>
              </a:lnSpc>
              <a:buClr>
                <a:srgbClr val="92D050"/>
              </a:buClr>
              <a:buFont typeface="+mj-lt"/>
              <a:buAutoNum type="romanUcPeriod"/>
            </a:pPr>
            <a:r>
              <a:rPr lang="pt-BR" sz="1800" dirty="0">
                <a:latin typeface="Montserrat" panose="00000500000000000000" pitchFamily="2" charset="0"/>
              </a:rPr>
              <a:t>Panorama de economia global.</a:t>
            </a:r>
          </a:p>
          <a:p>
            <a:pPr marL="400050" indent="-400050">
              <a:lnSpc>
                <a:spcPct val="150000"/>
              </a:lnSpc>
              <a:buClr>
                <a:srgbClr val="92D050"/>
              </a:buClr>
              <a:buFont typeface="+mj-lt"/>
              <a:buAutoNum type="romanUcPeriod"/>
            </a:pPr>
            <a:r>
              <a:rPr lang="pt-BR" sz="1800" dirty="0">
                <a:latin typeface="Montserrat" panose="00000500000000000000" pitchFamily="2" charset="0"/>
              </a:rPr>
              <a:t>XXXXXXXXXXXXXXXXXXXX.</a:t>
            </a:r>
          </a:p>
          <a:p>
            <a:pPr marL="400050" indent="-400050">
              <a:lnSpc>
                <a:spcPct val="150000"/>
              </a:lnSpc>
              <a:buClr>
                <a:srgbClr val="92D050"/>
              </a:buClr>
              <a:buFont typeface="+mj-lt"/>
              <a:buAutoNum type="romanUcPeriod"/>
            </a:pPr>
            <a:r>
              <a:rPr lang="pt-BR" sz="1800" dirty="0">
                <a:latin typeface="Montserrat" panose="00000500000000000000" pitchFamily="2" charset="0"/>
              </a:rPr>
              <a:t>XXXXXXXXXXXXXXXXXXXX.</a:t>
            </a:r>
          </a:p>
          <a:p>
            <a:pPr marL="400050" indent="-400050">
              <a:lnSpc>
                <a:spcPct val="150000"/>
              </a:lnSpc>
              <a:buClr>
                <a:srgbClr val="92D050"/>
              </a:buClr>
              <a:buFont typeface="+mj-lt"/>
              <a:buAutoNum type="romanUcPeriod"/>
            </a:pPr>
            <a:r>
              <a:rPr lang="pt-BR" sz="1800" dirty="0">
                <a:latin typeface="Montserrat" panose="00000500000000000000" pitchFamily="2" charset="0"/>
              </a:rPr>
              <a:t>XXXXXXXXXXXXXXXXXXXX.</a:t>
            </a:r>
          </a:p>
          <a:p>
            <a:pPr marL="400050" indent="-400050">
              <a:lnSpc>
                <a:spcPct val="150000"/>
              </a:lnSpc>
              <a:buClr>
                <a:srgbClr val="92D050"/>
              </a:buClr>
              <a:buFont typeface="+mj-lt"/>
              <a:buAutoNum type="romanUcPeriod"/>
            </a:pPr>
            <a:r>
              <a:rPr lang="pt-BR" sz="1800" dirty="0">
                <a:latin typeface="Montserrat" panose="00000500000000000000" pitchFamily="2" charset="0"/>
              </a:rPr>
              <a:t>XXXXXXXXXXXXXXXXXXXX.</a:t>
            </a:r>
          </a:p>
          <a:p>
            <a:pPr marL="400050" indent="-400050">
              <a:lnSpc>
                <a:spcPct val="150000"/>
              </a:lnSpc>
              <a:buClr>
                <a:srgbClr val="92D050"/>
              </a:buClr>
              <a:buFont typeface="+mj-lt"/>
              <a:buAutoNum type="romanUcPeriod"/>
            </a:pPr>
            <a:r>
              <a:rPr lang="pt-BR" sz="1800" dirty="0">
                <a:latin typeface="Montserrat" panose="00000500000000000000" pitchFamily="2" charset="0"/>
              </a:rPr>
              <a:t>XXXXXXXXXXXXXXXXXXXX.</a:t>
            </a:r>
          </a:p>
          <a:p>
            <a:pPr marL="400050" indent="-400050">
              <a:lnSpc>
                <a:spcPct val="150000"/>
              </a:lnSpc>
              <a:buClr>
                <a:srgbClr val="92D050"/>
              </a:buClr>
              <a:buFont typeface="+mj-lt"/>
              <a:buAutoNum type="romanUcPeriod"/>
            </a:pPr>
            <a:r>
              <a:rPr lang="pt-BR" sz="1800" dirty="0">
                <a:latin typeface="Montserrat" panose="00000500000000000000" pitchFamily="2" charset="0"/>
              </a:rPr>
              <a:t>XXXXXXXXXXXXXXXXXXXX.</a:t>
            </a:r>
          </a:p>
        </p:txBody>
      </p:sp>
    </p:spTree>
    <p:extLst>
      <p:ext uri="{BB962C8B-B14F-4D97-AF65-F5344CB8AC3E}">
        <p14:creationId xmlns:p14="http://schemas.microsoft.com/office/powerpoint/2010/main" val="4068793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3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0C9F8C4-BC80-439D-B398-B468E1969B13}"/>
              </a:ext>
            </a:extLst>
          </p:cNvPr>
          <p:cNvSpPr txBox="1">
            <a:spLocks/>
          </p:cNvSpPr>
          <p:nvPr/>
        </p:nvSpPr>
        <p:spPr>
          <a:xfrm>
            <a:off x="377889" y="640775"/>
            <a:ext cx="11406123" cy="448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400" b="1" dirty="0">
                <a:latin typeface="Montserrat" panose="00000500000000000000" pitchFamily="2" charset="0"/>
              </a:rPr>
              <a:t>ESTRUTURA DE POLÍTICA MONETÁRIA</a:t>
            </a:r>
          </a:p>
        </p:txBody>
      </p:sp>
      <p:pic>
        <p:nvPicPr>
          <p:cNvPr id="10" name="Imagem 9" descr="Padrão do plano de fundo&#10;&#10;Descrição gerada automaticamente">
            <a:extLst>
              <a:ext uri="{FF2B5EF4-FFF2-40B4-BE49-F238E27FC236}">
                <a16:creationId xmlns:a16="http://schemas.microsoft.com/office/drawing/2014/main" id="{6B70B53E-805D-158D-C16D-F4A53EB1D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4642" y="239949"/>
            <a:ext cx="2136642" cy="737827"/>
          </a:xfrm>
          <a:prstGeom prst="rect">
            <a:avLst/>
          </a:prstGeom>
        </p:spPr>
      </p:pic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981ED5B6-0AD2-627F-B49F-17E689345E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249043"/>
              </p:ext>
            </p:extLst>
          </p:nvPr>
        </p:nvGraphicFramePr>
        <p:xfrm>
          <a:off x="388024" y="1089025"/>
          <a:ext cx="11395987" cy="5049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07887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4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0C9F8C4-BC80-439D-B398-B468E1969B13}"/>
              </a:ext>
            </a:extLst>
          </p:cNvPr>
          <p:cNvSpPr txBox="1">
            <a:spLocks/>
          </p:cNvSpPr>
          <p:nvPr/>
        </p:nvSpPr>
        <p:spPr>
          <a:xfrm>
            <a:off x="377889" y="640775"/>
            <a:ext cx="11406123" cy="448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400" b="1" dirty="0">
                <a:latin typeface="Montserrat" panose="00000500000000000000" pitchFamily="2" charset="0"/>
              </a:rPr>
              <a:t>ECONOMIA GLOBAL</a:t>
            </a:r>
          </a:p>
        </p:txBody>
      </p:sp>
      <p:pic>
        <p:nvPicPr>
          <p:cNvPr id="10" name="Imagem 9" descr="Padrão do plano de fundo&#10;&#10;Descrição gerada automaticamente">
            <a:extLst>
              <a:ext uri="{FF2B5EF4-FFF2-40B4-BE49-F238E27FC236}">
                <a16:creationId xmlns:a16="http://schemas.microsoft.com/office/drawing/2014/main" id="{6B70B53E-805D-158D-C16D-F4A53EB1D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4642" y="239949"/>
            <a:ext cx="2136642" cy="737827"/>
          </a:xfrm>
          <a:prstGeom prst="rect">
            <a:avLst/>
          </a:prstGeom>
        </p:spPr>
      </p:pic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3831696D-03E3-544E-3A3B-CB6CFCBFC8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4938276"/>
              </p:ext>
            </p:extLst>
          </p:nvPr>
        </p:nvGraphicFramePr>
        <p:xfrm>
          <a:off x="484093" y="1217726"/>
          <a:ext cx="5472000" cy="51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AD33830F-CD9F-0FC4-4D87-93BB6EB8FE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2426369"/>
              </p:ext>
            </p:extLst>
          </p:nvPr>
        </p:nvGraphicFramePr>
        <p:xfrm>
          <a:off x="6235909" y="1217725"/>
          <a:ext cx="5471998" cy="5147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36410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5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0C9F8C4-BC80-439D-B398-B468E1969B13}"/>
              </a:ext>
            </a:extLst>
          </p:cNvPr>
          <p:cNvSpPr txBox="1">
            <a:spLocks/>
          </p:cNvSpPr>
          <p:nvPr/>
        </p:nvSpPr>
        <p:spPr>
          <a:xfrm>
            <a:off x="377889" y="640775"/>
            <a:ext cx="11406123" cy="448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400" b="1" dirty="0">
                <a:latin typeface="Montserrat" panose="00000500000000000000" pitchFamily="2" charset="0"/>
              </a:rPr>
              <a:t>ECONOMIA GLOBAL</a:t>
            </a:r>
          </a:p>
        </p:txBody>
      </p:sp>
      <p:pic>
        <p:nvPicPr>
          <p:cNvPr id="10" name="Imagem 9" descr="Padrão do plano de fundo&#10;&#10;Descrição gerada automaticamente">
            <a:extLst>
              <a:ext uri="{FF2B5EF4-FFF2-40B4-BE49-F238E27FC236}">
                <a16:creationId xmlns:a16="http://schemas.microsoft.com/office/drawing/2014/main" id="{6B70B53E-805D-158D-C16D-F4A53EB1D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4642" y="239949"/>
            <a:ext cx="2136642" cy="737827"/>
          </a:xfrm>
          <a:prstGeom prst="rect">
            <a:avLst/>
          </a:prstGeom>
        </p:spPr>
      </p:pic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56923170-0EFF-BF98-4B16-7992E286AA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1615679"/>
              </p:ext>
            </p:extLst>
          </p:nvPr>
        </p:nvGraphicFramePr>
        <p:xfrm>
          <a:off x="470088" y="1176811"/>
          <a:ext cx="5472000" cy="51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7C686C07-D843-755C-9550-9E43FB7412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6536889"/>
              </p:ext>
            </p:extLst>
          </p:nvPr>
        </p:nvGraphicFramePr>
        <p:xfrm>
          <a:off x="6249912" y="1176811"/>
          <a:ext cx="5472000" cy="51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3294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6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0C9F8C4-BC80-439D-B398-B468E1969B13}"/>
              </a:ext>
            </a:extLst>
          </p:cNvPr>
          <p:cNvSpPr txBox="1">
            <a:spLocks/>
          </p:cNvSpPr>
          <p:nvPr/>
        </p:nvSpPr>
        <p:spPr>
          <a:xfrm>
            <a:off x="377889" y="640775"/>
            <a:ext cx="11406123" cy="448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400" b="1" dirty="0">
                <a:latin typeface="Montserrat" panose="00000500000000000000" pitchFamily="2" charset="0"/>
              </a:rPr>
              <a:t>ECONOMIA GLOBAL</a:t>
            </a:r>
          </a:p>
        </p:txBody>
      </p:sp>
      <p:pic>
        <p:nvPicPr>
          <p:cNvPr id="10" name="Imagem 9" descr="Padrão do plano de fundo&#10;&#10;Descrição gerada automaticamente">
            <a:extLst>
              <a:ext uri="{FF2B5EF4-FFF2-40B4-BE49-F238E27FC236}">
                <a16:creationId xmlns:a16="http://schemas.microsoft.com/office/drawing/2014/main" id="{6B70B53E-805D-158D-C16D-F4A53EB1D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4642" y="239949"/>
            <a:ext cx="2136642" cy="737827"/>
          </a:xfrm>
          <a:prstGeom prst="rect">
            <a:avLst/>
          </a:prstGeom>
        </p:spPr>
      </p:pic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D8565B45-093B-B825-CE53-8DDBB1EA32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6268349"/>
              </p:ext>
            </p:extLst>
          </p:nvPr>
        </p:nvGraphicFramePr>
        <p:xfrm>
          <a:off x="513620" y="1217726"/>
          <a:ext cx="5472000" cy="51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0533A407-4BA6-117D-17BF-9425437241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1752870"/>
              </p:ext>
            </p:extLst>
          </p:nvPr>
        </p:nvGraphicFramePr>
        <p:xfrm>
          <a:off x="6206382" y="1217725"/>
          <a:ext cx="5471998" cy="51479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10627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7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0C9F8C4-BC80-439D-B398-B468E1969B13}"/>
              </a:ext>
            </a:extLst>
          </p:cNvPr>
          <p:cNvSpPr txBox="1">
            <a:spLocks/>
          </p:cNvSpPr>
          <p:nvPr/>
        </p:nvSpPr>
        <p:spPr>
          <a:xfrm>
            <a:off x="377889" y="640775"/>
            <a:ext cx="11406123" cy="448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400" b="1" dirty="0">
                <a:latin typeface="Montserrat" panose="00000500000000000000" pitchFamily="2" charset="0"/>
              </a:rPr>
              <a:t>ECONOMIA GLOBAL</a:t>
            </a:r>
          </a:p>
        </p:txBody>
      </p:sp>
      <p:pic>
        <p:nvPicPr>
          <p:cNvPr id="10" name="Imagem 9" descr="Padrão do plano de fundo&#10;&#10;Descrição gerada automaticamente">
            <a:extLst>
              <a:ext uri="{FF2B5EF4-FFF2-40B4-BE49-F238E27FC236}">
                <a16:creationId xmlns:a16="http://schemas.microsoft.com/office/drawing/2014/main" id="{6B70B53E-805D-158D-C16D-F4A53EB1D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4642" y="239949"/>
            <a:ext cx="2136642" cy="737827"/>
          </a:xfrm>
          <a:prstGeom prst="rect">
            <a:avLst/>
          </a:prstGeom>
        </p:spPr>
      </p:pic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7826B937-2BDE-4AEE-5981-5E7FA9E0C7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0885738"/>
              </p:ext>
            </p:extLst>
          </p:nvPr>
        </p:nvGraphicFramePr>
        <p:xfrm>
          <a:off x="496678" y="1217726"/>
          <a:ext cx="3600000" cy="51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Gráfico 17">
            <a:extLst>
              <a:ext uri="{FF2B5EF4-FFF2-40B4-BE49-F238E27FC236}">
                <a16:creationId xmlns:a16="http://schemas.microsoft.com/office/drawing/2014/main" id="{C0AB4BEA-F9F3-95B9-1404-8E27A8BF51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2111727"/>
              </p:ext>
            </p:extLst>
          </p:nvPr>
        </p:nvGraphicFramePr>
        <p:xfrm>
          <a:off x="4296000" y="1217726"/>
          <a:ext cx="3600000" cy="51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9" name="Gráfico 18">
            <a:extLst>
              <a:ext uri="{FF2B5EF4-FFF2-40B4-BE49-F238E27FC236}">
                <a16:creationId xmlns:a16="http://schemas.microsoft.com/office/drawing/2014/main" id="{F4BC7DDE-69DE-7550-901D-F842B6E3F1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3871847"/>
              </p:ext>
            </p:extLst>
          </p:nvPr>
        </p:nvGraphicFramePr>
        <p:xfrm>
          <a:off x="8095322" y="1253131"/>
          <a:ext cx="3600000" cy="51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287004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8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0C9F8C4-BC80-439D-B398-B468E1969B13}"/>
              </a:ext>
            </a:extLst>
          </p:cNvPr>
          <p:cNvSpPr txBox="1">
            <a:spLocks/>
          </p:cNvSpPr>
          <p:nvPr/>
        </p:nvSpPr>
        <p:spPr>
          <a:xfrm>
            <a:off x="377889" y="640775"/>
            <a:ext cx="11406123" cy="448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400" b="1" dirty="0">
                <a:latin typeface="Montserrat" panose="00000500000000000000" pitchFamily="2" charset="0"/>
              </a:rPr>
              <a:t>ECONOMIA BRASILEIRA</a:t>
            </a:r>
          </a:p>
        </p:txBody>
      </p:sp>
      <p:pic>
        <p:nvPicPr>
          <p:cNvPr id="10" name="Imagem 9" descr="Padrão do plano de fundo&#10;&#10;Descrição gerada automaticamente">
            <a:extLst>
              <a:ext uri="{FF2B5EF4-FFF2-40B4-BE49-F238E27FC236}">
                <a16:creationId xmlns:a16="http://schemas.microsoft.com/office/drawing/2014/main" id="{6B70B53E-805D-158D-C16D-F4A53EB1D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4642" y="239949"/>
            <a:ext cx="2136642" cy="737827"/>
          </a:xfrm>
          <a:prstGeom prst="rect">
            <a:avLst/>
          </a:prstGeom>
        </p:spPr>
      </p:pic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28C069D8-9446-A2EB-9664-64829856EB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6168729"/>
              </p:ext>
            </p:extLst>
          </p:nvPr>
        </p:nvGraphicFramePr>
        <p:xfrm>
          <a:off x="524435" y="1217725"/>
          <a:ext cx="11143129" cy="51070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52104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9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0C9F8C4-BC80-439D-B398-B468E1969B13}"/>
              </a:ext>
            </a:extLst>
          </p:cNvPr>
          <p:cNvSpPr txBox="1">
            <a:spLocks/>
          </p:cNvSpPr>
          <p:nvPr/>
        </p:nvSpPr>
        <p:spPr>
          <a:xfrm>
            <a:off x="377889" y="640775"/>
            <a:ext cx="11406123" cy="448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400" b="1" dirty="0">
                <a:latin typeface="Montserrat" panose="00000500000000000000" pitchFamily="2" charset="0"/>
              </a:rPr>
              <a:t>ECONOMIA BRASILEIRA</a:t>
            </a:r>
          </a:p>
        </p:txBody>
      </p:sp>
      <p:pic>
        <p:nvPicPr>
          <p:cNvPr id="10" name="Imagem 9" descr="Padrão do plano de fundo&#10;&#10;Descrição gerada automaticamente">
            <a:extLst>
              <a:ext uri="{FF2B5EF4-FFF2-40B4-BE49-F238E27FC236}">
                <a16:creationId xmlns:a16="http://schemas.microsoft.com/office/drawing/2014/main" id="{6B70B53E-805D-158D-C16D-F4A53EB1D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4642" y="239949"/>
            <a:ext cx="2136642" cy="737827"/>
          </a:xfrm>
          <a:prstGeom prst="rect">
            <a:avLst/>
          </a:prstGeom>
        </p:spPr>
      </p:pic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A56098CF-2DEF-77A4-2FA8-3357F27A9B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2435231"/>
              </p:ext>
            </p:extLst>
          </p:nvPr>
        </p:nvGraphicFramePr>
        <p:xfrm>
          <a:off x="513054" y="1177289"/>
          <a:ext cx="11160000" cy="51475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29868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Padrão do plano de fundo&#10;&#10;Descrição gerada automaticamente">
            <a:extLst>
              <a:ext uri="{FF2B5EF4-FFF2-40B4-BE49-F238E27FC236}">
                <a16:creationId xmlns:a16="http://schemas.microsoft.com/office/drawing/2014/main" id="{D6A9D3FF-1ABA-42CE-9AC5-323305CC68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7888" y="-1"/>
            <a:ext cx="2136642" cy="737827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67854E-8517-42A3-8969-210A77F2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7706" y="6564761"/>
            <a:ext cx="2743200" cy="285971"/>
          </a:xfrm>
        </p:spPr>
        <p:txBody>
          <a:bodyPr/>
          <a:lstStyle/>
          <a:p>
            <a:r>
              <a:rPr lang="pt-BR" sz="1100" b="1" dirty="0">
                <a:solidFill>
                  <a:schemeClr val="tx1"/>
                </a:solidFill>
                <a:latin typeface="Montserrat ExtraBold" panose="00000900000000000000" pitchFamily="2" charset="0"/>
              </a:rPr>
              <a:t>MAIO</a:t>
            </a:r>
            <a:r>
              <a:rPr lang="pt-BR" sz="11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2022 | </a:t>
            </a:r>
            <a:fld id="{FE30624F-C765-402E-9EF2-71673294DC63}" type="slidenum">
              <a:rPr lang="pt-BR" sz="1100" smtClean="0">
                <a:solidFill>
                  <a:schemeClr val="tx1"/>
                </a:solidFill>
                <a:latin typeface="Montserrat Light" panose="00000400000000000000" pitchFamily="2" charset="0"/>
              </a:rPr>
              <a:t>10</a:t>
            </a:fld>
            <a:r>
              <a:rPr lang="pt-BR" sz="1100" dirty="0">
                <a:solidFill>
                  <a:schemeClr val="tx1"/>
                </a:solidFill>
                <a:latin typeface="Montserrat Light" panose="00000400000000000000" pitchFamily="2" charset="0"/>
              </a:rPr>
              <a:t> </a:t>
            </a:r>
          </a:p>
        </p:txBody>
      </p:sp>
      <p:cxnSp>
        <p:nvCxnSpPr>
          <p:cNvPr id="3" name="Conector Reto 10">
            <a:extLst>
              <a:ext uri="{FF2B5EF4-FFF2-40B4-BE49-F238E27FC236}">
                <a16:creationId xmlns:a16="http://schemas.microsoft.com/office/drawing/2014/main" id="{84A84C0B-F6FB-49E8-A6A5-A3AA117DC768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E5929A8C-779E-419B-9E6B-8F68E9A4E951}"/>
              </a:ext>
            </a:extLst>
          </p:cNvPr>
          <p:cNvSpPr txBox="1"/>
          <p:nvPr/>
        </p:nvSpPr>
        <p:spPr>
          <a:xfrm>
            <a:off x="100899" y="6589122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latin typeface="Montserrat Light" pitchFamily="2" charset="77"/>
              </a:rPr>
              <a:t>INVESTIMENTOS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D0C9F8C4-BC80-439D-B398-B468E1969B13}"/>
              </a:ext>
            </a:extLst>
          </p:cNvPr>
          <p:cNvSpPr txBox="1">
            <a:spLocks/>
          </p:cNvSpPr>
          <p:nvPr/>
        </p:nvSpPr>
        <p:spPr>
          <a:xfrm>
            <a:off x="377889" y="640775"/>
            <a:ext cx="11406123" cy="4487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pt-BR" sz="2400" b="1" dirty="0">
                <a:latin typeface="Montserrat" panose="00000500000000000000" pitchFamily="2" charset="0"/>
              </a:rPr>
              <a:t>ECONOMIA BRASILEIRA</a:t>
            </a:r>
          </a:p>
        </p:txBody>
      </p:sp>
      <p:pic>
        <p:nvPicPr>
          <p:cNvPr id="10" name="Imagem 9" descr="Padrão do plano de fundo&#10;&#10;Descrição gerada automaticamente">
            <a:extLst>
              <a:ext uri="{FF2B5EF4-FFF2-40B4-BE49-F238E27FC236}">
                <a16:creationId xmlns:a16="http://schemas.microsoft.com/office/drawing/2014/main" id="{6B70B53E-805D-158D-C16D-F4A53EB1DA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276"/>
          <a:stretch/>
        </p:blipFill>
        <p:spPr>
          <a:xfrm>
            <a:off x="374642" y="239949"/>
            <a:ext cx="2136642" cy="737827"/>
          </a:xfrm>
          <a:prstGeom prst="rect">
            <a:avLst/>
          </a:prstGeom>
        </p:spPr>
      </p:pic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F4E0D979-7B97-B8D9-FD52-2D17A60B4B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4853813"/>
              </p:ext>
            </p:extLst>
          </p:nvPr>
        </p:nvGraphicFramePr>
        <p:xfrm>
          <a:off x="570690" y="1217726"/>
          <a:ext cx="11053863" cy="51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2980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1FF59337-A246-C742-A537-616AD5174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525"/>
            <a:ext cx="12192000" cy="6858000"/>
          </a:xfrm>
          <a:prstGeom prst="rect">
            <a:avLst/>
          </a:prstGeom>
        </p:spPr>
      </p:pic>
      <p:pic>
        <p:nvPicPr>
          <p:cNvPr id="4" name="Imagem 3" descr="Padrão do plano de fundo&#10;&#10;Descrição gerada automaticamente">
            <a:extLst>
              <a:ext uri="{FF2B5EF4-FFF2-40B4-BE49-F238E27FC236}">
                <a16:creationId xmlns:a16="http://schemas.microsoft.com/office/drawing/2014/main" id="{90BD9D91-869C-B84D-9E36-0638A741A9E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80915"/>
          <a:stretch/>
        </p:blipFill>
        <p:spPr>
          <a:xfrm rot="5400000">
            <a:off x="-514997" y="2966097"/>
            <a:ext cx="2136642" cy="1106648"/>
          </a:xfrm>
          <a:prstGeom prst="rect">
            <a:avLst/>
          </a:prstGeom>
        </p:spPr>
      </p:pic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26C8E66A-12E9-4B45-BED6-2E7BAA98D557}"/>
              </a:ext>
            </a:extLst>
          </p:cNvPr>
          <p:cNvCxnSpPr/>
          <p:nvPr/>
        </p:nvCxnSpPr>
        <p:spPr>
          <a:xfrm>
            <a:off x="199696" y="6564761"/>
            <a:ext cx="11792607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1DC826A-4B92-794A-9C78-9621A32AB542}"/>
              </a:ext>
            </a:extLst>
          </p:cNvPr>
          <p:cNvSpPr txBox="1"/>
          <p:nvPr/>
        </p:nvSpPr>
        <p:spPr>
          <a:xfrm>
            <a:off x="100899" y="6580576"/>
            <a:ext cx="24846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050" b="1" dirty="0">
                <a:solidFill>
                  <a:srgbClr val="8CC63F"/>
                </a:solidFill>
                <a:latin typeface="Montserrat ExtraBold" pitchFamily="2" charset="77"/>
              </a:rPr>
              <a:t>4UM</a:t>
            </a:r>
            <a:r>
              <a:rPr lang="pt-BR" sz="1050" b="1" dirty="0">
                <a:latin typeface="Montserrat ExtraBold" pitchFamily="2" charset="77"/>
              </a:rPr>
              <a:t> </a:t>
            </a:r>
            <a:r>
              <a:rPr lang="pt-BR" sz="1050" dirty="0">
                <a:solidFill>
                  <a:schemeClr val="bg1"/>
                </a:solidFill>
                <a:latin typeface="Montserrat Light" pitchFamily="2" charset="77"/>
              </a:rPr>
              <a:t>INVESTIMENTOS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7D2F4139-CEB5-DA40-8C29-D3A0B315D3A5}"/>
              </a:ext>
            </a:extLst>
          </p:cNvPr>
          <p:cNvSpPr txBox="1"/>
          <p:nvPr/>
        </p:nvSpPr>
        <p:spPr>
          <a:xfrm>
            <a:off x="1065209" y="2302946"/>
            <a:ext cx="34676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rgbClr val="8CC63F"/>
                </a:solidFill>
                <a:latin typeface="Montserrat ExtraBold" pitchFamily="2" charset="77"/>
              </a:defRPr>
            </a:lvl1pPr>
          </a:lstStyle>
          <a:p>
            <a:r>
              <a:rPr lang="pt-BR" dirty="0"/>
              <a:t>ADMINISTRAÇÃO E DISTRIBUIÇÃO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FBCC40F-1B27-1C43-8842-FEF286709E5B}"/>
              </a:ext>
            </a:extLst>
          </p:cNvPr>
          <p:cNvSpPr txBox="1"/>
          <p:nvPr/>
        </p:nvSpPr>
        <p:spPr>
          <a:xfrm>
            <a:off x="1075581" y="2643952"/>
            <a:ext cx="4084998" cy="1726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spcBef>
                <a:spcPct val="20000"/>
              </a:spcBef>
              <a:buFont typeface="Arial" charset="0"/>
              <a:buNone/>
              <a:defRPr sz="1050">
                <a:solidFill>
                  <a:schemeClr val="bg1"/>
                </a:solidFill>
                <a:latin typeface="Montserrat" pitchFamily="2" charset="77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9pPr>
          </a:lstStyle>
          <a:p>
            <a:r>
              <a:rPr lang="pt-BR" sz="900" dirty="0"/>
              <a:t>4UM Distribuidora de Títulos e Valores Mobiliários S.A.</a:t>
            </a:r>
          </a:p>
          <a:p>
            <a:r>
              <a:rPr lang="pt-BR" sz="900" dirty="0"/>
              <a:t>CNPJ: 76.621.457/0001-85</a:t>
            </a:r>
          </a:p>
          <a:p>
            <a:r>
              <a:rPr lang="pt-BR" sz="900" dirty="0"/>
              <a:t>Rua Visconde do Rio Branco, 1488, 4° andar</a:t>
            </a:r>
          </a:p>
          <a:p>
            <a:r>
              <a:rPr lang="pt-BR" sz="900" dirty="0"/>
              <a:t>Curitiba – Paraná</a:t>
            </a:r>
          </a:p>
          <a:p>
            <a:r>
              <a:rPr lang="pt-BR" sz="900" dirty="0"/>
              <a:t>CEP: 80420-210</a:t>
            </a:r>
          </a:p>
          <a:p>
            <a:r>
              <a:rPr lang="pt-BR" sz="900" dirty="0"/>
              <a:t>Telefone: (41) 3351-9966</a:t>
            </a:r>
          </a:p>
          <a:p>
            <a:r>
              <a:rPr lang="pt-BR" sz="900" dirty="0"/>
              <a:t>atendimento@4um.com.br</a:t>
            </a:r>
          </a:p>
          <a:p>
            <a:r>
              <a:rPr lang="pt-BR" sz="900" dirty="0"/>
              <a:t>www.4um.com.br</a:t>
            </a:r>
          </a:p>
          <a:p>
            <a:endParaRPr lang="pt-BR" sz="900" dirty="0"/>
          </a:p>
          <a:p>
            <a:r>
              <a:rPr lang="pt-BR" sz="900" dirty="0"/>
              <a:t>Ouvidoria: 0800 645 6094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9D18D97-884C-B940-B8B2-651772F9AD79}"/>
              </a:ext>
            </a:extLst>
          </p:cNvPr>
          <p:cNvSpPr txBox="1"/>
          <p:nvPr/>
        </p:nvSpPr>
        <p:spPr>
          <a:xfrm>
            <a:off x="5315210" y="2643953"/>
            <a:ext cx="4312265" cy="1726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spcBef>
                <a:spcPct val="20000"/>
              </a:spcBef>
              <a:buFont typeface="Arial" charset="0"/>
              <a:buNone/>
              <a:defRPr sz="1050">
                <a:solidFill>
                  <a:schemeClr val="bg1"/>
                </a:solidFill>
                <a:latin typeface="Montserrat" pitchFamily="2" charset="77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9pPr>
          </a:lstStyle>
          <a:p>
            <a:r>
              <a:rPr lang="pt-BR" sz="900" dirty="0"/>
              <a:t>4UM Gestão de Recursos Ltda.  </a:t>
            </a:r>
          </a:p>
          <a:p>
            <a:r>
              <a:rPr lang="pt-BR" sz="900" dirty="0"/>
              <a:t>CNPJ: 03.983.856/0001-12</a:t>
            </a:r>
          </a:p>
          <a:p>
            <a:r>
              <a:rPr lang="pt-BR" sz="900" dirty="0"/>
              <a:t>Rua Visconde do Rio Branco, 1488, 4° andar</a:t>
            </a:r>
          </a:p>
          <a:p>
            <a:r>
              <a:rPr lang="pt-BR" sz="900" dirty="0"/>
              <a:t>Curitiba – Paraná</a:t>
            </a:r>
          </a:p>
          <a:p>
            <a:r>
              <a:rPr lang="pt-BR" sz="900" dirty="0"/>
              <a:t>CEP: 80420-210</a:t>
            </a:r>
          </a:p>
          <a:p>
            <a:r>
              <a:rPr lang="pt-BR" sz="900" dirty="0"/>
              <a:t>Telefone: (41) 3351-9966</a:t>
            </a:r>
          </a:p>
          <a:p>
            <a:r>
              <a:rPr lang="pt-BR" sz="900" dirty="0"/>
              <a:t>atendimento@4um.com.br</a:t>
            </a:r>
          </a:p>
          <a:p>
            <a:r>
              <a:rPr lang="pt-BR" sz="900" dirty="0"/>
              <a:t>www.4um.com.br</a:t>
            </a:r>
          </a:p>
          <a:p>
            <a:endParaRPr lang="pt-BR" sz="900" dirty="0"/>
          </a:p>
          <a:p>
            <a:r>
              <a:rPr lang="pt-BR" sz="900" dirty="0"/>
              <a:t>Ouvidoria: 0800 645 6094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1C78DEC3-C840-714C-9A83-E65DBA9107F3}"/>
              </a:ext>
            </a:extLst>
          </p:cNvPr>
          <p:cNvSpPr txBox="1"/>
          <p:nvPr/>
        </p:nvSpPr>
        <p:spPr>
          <a:xfrm>
            <a:off x="5315211" y="2302946"/>
            <a:ext cx="9653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rgbClr val="8CC63F"/>
                </a:solidFill>
                <a:latin typeface="Montserrat ExtraBold" pitchFamily="2" charset="77"/>
              </a:defRPr>
            </a:lvl1pPr>
          </a:lstStyle>
          <a:p>
            <a:r>
              <a:rPr lang="pt-BR" dirty="0"/>
              <a:t>GESTÃO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F87524F-9B45-B249-A353-3408C444740E}"/>
              </a:ext>
            </a:extLst>
          </p:cNvPr>
          <p:cNvSpPr txBox="1"/>
          <p:nvPr/>
        </p:nvSpPr>
        <p:spPr>
          <a:xfrm>
            <a:off x="1075582" y="4761031"/>
            <a:ext cx="879328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800" dirty="0">
                <a:solidFill>
                  <a:schemeClr val="bg1">
                    <a:lumMod val="75000"/>
                  </a:schemeClr>
                </a:solidFill>
                <a:latin typeface="Montserrat Light" panose="00000400000000000000" pitchFamily="2" charset="0"/>
              </a:rPr>
              <a:t>Este é um material de divulgação com fins informativos e não deve servir como única base para tomada de decisões de investimento, nem deve ser considerada uma oferta para aquisição de cotas. Leia a lâmina de informações essenciais, o regulamento e o material técnico denominado como “Informativo Mensal” antes de investir, os quais podem ser obtidos no site do administrador/gestor, 4UM Investimentos, bem como os selos ANBIMA em www.4um.com.br. Rentabilidade obtida no passado não representa garantia de resultados futuros. A rentabilidade divulgada não é líquida de impostos. Os investimentos em fundos não são garantidos pelo administrador ou por qualquer mecanismo de seguro ou, ainda, pelo Fundo Garantidor de Crédito. Principais fatores de risco: Risco de Crédito, caracterizado pela possibilidade de que os emissores de títulos e valores mobiliários integrantes da carteira do FUNDO ou as contrapartes do FUNDO nas operações realizadas com seus títulos e valores mobiliários não cumpram suas obrigações; Risco de Mercado, caracterizado pela possibilidade de variação do preço ou rendimento dos títulos e valores mobiliários integrantes da carteira do FUNDO, em função de alterações nos fatores de mercado que os determinam; Risco de Liquidez, caracterizado pela possibilidade de haver pouca ou nenhuma demanda pelos títulos e valores mobiliários integrantes da carteira do FUNDO nos mercados em que são negociados, devido a condições específicas desses títulos e valores mobiliários ou dos mercados em que são negociados. Supervisão e Fiscalização: Comissão de Valores Mobiliários – CVM. Serviço de Atendimento ao Cidadão em www.cvm.gov.br.</a:t>
            </a:r>
          </a:p>
        </p:txBody>
      </p:sp>
      <p:pic>
        <p:nvPicPr>
          <p:cNvPr id="31" name="Imagem 30" descr="Logotipo&#10;&#10;Descrição gerada automaticamente com confiança baixa">
            <a:extLst>
              <a:ext uri="{FF2B5EF4-FFF2-40B4-BE49-F238E27FC236}">
                <a16:creationId xmlns:a16="http://schemas.microsoft.com/office/drawing/2014/main" id="{EEADFCF6-ED84-8143-97FE-F59E5086F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44451" y="4934155"/>
            <a:ext cx="919757" cy="240634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6C69BA13-D578-F94F-92A0-92C9576014A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68871" y="4841818"/>
            <a:ext cx="919757" cy="314793"/>
          </a:xfrm>
          <a:prstGeom prst="rect">
            <a:avLst/>
          </a:prstGeom>
        </p:spPr>
      </p:pic>
      <p:pic>
        <p:nvPicPr>
          <p:cNvPr id="17" name="Imagem 16" descr="Uma imagem contendo Aplicativo&#10;&#10;Descrição gerada automaticamente">
            <a:extLst>
              <a:ext uri="{FF2B5EF4-FFF2-40B4-BE49-F238E27FC236}">
                <a16:creationId xmlns:a16="http://schemas.microsoft.com/office/drawing/2014/main" id="{29EB59A7-7149-4635-B3E0-8F68C32766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8872" y="5311398"/>
            <a:ext cx="919756" cy="526769"/>
          </a:xfrm>
          <a:prstGeom prst="rect">
            <a:avLst/>
          </a:prstGeom>
        </p:spPr>
      </p:pic>
      <p:pic>
        <p:nvPicPr>
          <p:cNvPr id="16" name="Imagem 15" descr="Forma, Círculo&#10;&#10;Descrição gerada automaticamente">
            <a:extLst>
              <a:ext uri="{FF2B5EF4-FFF2-40B4-BE49-F238E27FC236}">
                <a16:creationId xmlns:a16="http://schemas.microsoft.com/office/drawing/2014/main" id="{F555607F-9408-47E6-9806-F42A99C2833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5366" r="12391"/>
          <a:stretch/>
        </p:blipFill>
        <p:spPr>
          <a:xfrm>
            <a:off x="10571317" y="-1"/>
            <a:ext cx="1620684" cy="1334299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DCDD8907-24CF-4E91-81A4-75B02A7A565E}"/>
              </a:ext>
            </a:extLst>
          </p:cNvPr>
          <p:cNvSpPr txBox="1"/>
          <p:nvPr/>
        </p:nvSpPr>
        <p:spPr>
          <a:xfrm>
            <a:off x="8500511" y="2664086"/>
            <a:ext cx="3124919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 algn="just">
              <a:spcBef>
                <a:spcPct val="20000"/>
              </a:spcBef>
              <a:buFont typeface="Arial" charset="0"/>
              <a:buNone/>
              <a:defRPr sz="1050">
                <a:solidFill>
                  <a:schemeClr val="bg1"/>
                </a:solidFill>
                <a:latin typeface="Montserrat" pitchFamily="2" charset="77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latin typeface="Calibri" pitchFamily="34" charset="0"/>
              </a:defRPr>
            </a:lvl9pPr>
          </a:lstStyle>
          <a:p>
            <a:r>
              <a:rPr lang="pt-BR" sz="900" dirty="0"/>
              <a:t>Comercial, Produtos e Relacionamento</a:t>
            </a:r>
          </a:p>
          <a:p>
            <a:endParaRPr lang="pt-BR" sz="900" dirty="0"/>
          </a:p>
          <a:p>
            <a:r>
              <a:rPr lang="pt-BR" sz="900" dirty="0"/>
              <a:t>+55 41 3351-9958 – Luciano Magalhães</a:t>
            </a:r>
          </a:p>
          <a:p>
            <a:r>
              <a:rPr lang="pt-BR" sz="900" dirty="0"/>
              <a:t>+55 41 3351-9687 – Dario Pedro</a:t>
            </a:r>
          </a:p>
          <a:p>
            <a:r>
              <a:rPr lang="pt-BR" sz="900" dirty="0"/>
              <a:t>+55 41 3351-9872 – Henrique </a:t>
            </a:r>
            <a:r>
              <a:rPr lang="pt-BR" sz="900" dirty="0" err="1"/>
              <a:t>Hennig</a:t>
            </a:r>
            <a:endParaRPr lang="pt-BR" sz="900" dirty="0"/>
          </a:p>
          <a:p>
            <a:r>
              <a:rPr lang="pt-BR" sz="900" dirty="0"/>
              <a:t>+55 41 3351-9446 – Giovana Batalha</a:t>
            </a:r>
          </a:p>
          <a:p>
            <a:r>
              <a:rPr lang="pt-BR" sz="900" dirty="0"/>
              <a:t>+55 41 3351-9613 – Lucas </a:t>
            </a:r>
            <a:r>
              <a:rPr lang="pt-BR" sz="900" dirty="0" err="1"/>
              <a:t>Fassina</a:t>
            </a:r>
            <a:endParaRPr lang="pt-BR" sz="900" dirty="0"/>
          </a:p>
          <a:p>
            <a:r>
              <a:rPr lang="pt-BR" sz="900" dirty="0"/>
              <a:t>+55 41 3351-9814 – Lucas Pires</a:t>
            </a:r>
          </a:p>
          <a:p>
            <a:r>
              <a:rPr lang="pt-BR" sz="900" dirty="0"/>
              <a:t>+55 41 3351-9820 – </a:t>
            </a:r>
            <a:r>
              <a:rPr lang="pt-BR" sz="900" dirty="0" err="1"/>
              <a:t>Thayná</a:t>
            </a:r>
            <a:r>
              <a:rPr lang="pt-BR" sz="900" dirty="0"/>
              <a:t> Porto</a:t>
            </a:r>
          </a:p>
          <a:p>
            <a:endParaRPr lang="pt-BR" sz="900" dirty="0"/>
          </a:p>
          <a:p>
            <a:r>
              <a:rPr lang="pt-BR" sz="900" dirty="0"/>
              <a:t>cpr@4um.com.br</a:t>
            </a:r>
          </a:p>
        </p:txBody>
      </p:sp>
      <p:pic>
        <p:nvPicPr>
          <p:cNvPr id="20" name="Imagem 19" descr="Ícone&#10;&#10;Descrição gerada automaticamente">
            <a:extLst>
              <a:ext uri="{FF2B5EF4-FFF2-40B4-BE49-F238E27FC236}">
                <a16:creationId xmlns:a16="http://schemas.microsoft.com/office/drawing/2014/main" id="{92B1B778-BF62-4162-9060-FF495F3DB0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0445" y="6480132"/>
            <a:ext cx="185944" cy="185944"/>
          </a:xfrm>
          <a:prstGeom prst="rect">
            <a:avLst/>
          </a:prstGeom>
        </p:spPr>
      </p:pic>
      <p:pic>
        <p:nvPicPr>
          <p:cNvPr id="23" name="Imagem 22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0D3130C9-600D-41F8-8E59-A10F3CFF417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7475" y="6462655"/>
            <a:ext cx="237934" cy="230832"/>
          </a:xfrm>
          <a:prstGeom prst="rect">
            <a:avLst/>
          </a:prstGeom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F4E4A7D1-29DB-44E3-922F-1009F822B759}"/>
              </a:ext>
            </a:extLst>
          </p:cNvPr>
          <p:cNvSpPr/>
          <p:nvPr/>
        </p:nvSpPr>
        <p:spPr>
          <a:xfrm>
            <a:off x="9501121" y="6461731"/>
            <a:ext cx="89319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i="1" dirty="0">
                <a:solidFill>
                  <a:srgbClr val="8CC63F"/>
                </a:solidFill>
                <a:latin typeface="Montserrat" pitchFamily="2" charset="77"/>
              </a:rPr>
              <a:t>4um.com.br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49FA5FFA-6C03-4AAE-B3D8-523044135B29}"/>
              </a:ext>
            </a:extLst>
          </p:cNvPr>
          <p:cNvSpPr/>
          <p:nvPr/>
        </p:nvSpPr>
        <p:spPr>
          <a:xfrm>
            <a:off x="10758096" y="6461731"/>
            <a:ext cx="13227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900" i="1" dirty="0">
                <a:solidFill>
                  <a:srgbClr val="8CC63F"/>
                </a:solidFill>
                <a:latin typeface="Montserrat" pitchFamily="2" charset="77"/>
              </a:rPr>
              <a:t>4um-investimentos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6A3732FE-3C59-447F-B24B-0753200BE43B}"/>
              </a:ext>
            </a:extLst>
          </p:cNvPr>
          <p:cNvSpPr txBox="1"/>
          <p:nvPr/>
        </p:nvSpPr>
        <p:spPr>
          <a:xfrm>
            <a:off x="8485225" y="2331365"/>
            <a:ext cx="1250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BR"/>
            </a:defPPr>
            <a:lvl1pPr>
              <a:defRPr sz="1400" b="1">
                <a:solidFill>
                  <a:srgbClr val="8CC63F"/>
                </a:solidFill>
                <a:latin typeface="Montserrat ExtraBold" pitchFamily="2" charset="77"/>
              </a:defRPr>
            </a:lvl1pPr>
          </a:lstStyle>
          <a:p>
            <a:r>
              <a:rPr lang="pt-BR" dirty="0"/>
              <a:t>CONTATOS</a:t>
            </a:r>
          </a:p>
        </p:txBody>
      </p:sp>
      <p:pic>
        <p:nvPicPr>
          <p:cNvPr id="10" name="Imagem 9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EB83FC2D-0218-419E-96FD-5EAF80E7AB8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6020" b="14182"/>
          <a:stretch/>
        </p:blipFill>
        <p:spPr>
          <a:xfrm>
            <a:off x="10944451" y="5241125"/>
            <a:ext cx="919757" cy="64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3179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13492</TotalTime>
  <Words>708</Words>
  <Application>Microsoft Office PowerPoint</Application>
  <PresentationFormat>Widescreen</PresentationFormat>
  <Paragraphs>105</Paragraphs>
  <Slides>11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Montserrat</vt:lpstr>
      <vt:lpstr>Montserrat ExtraBold</vt:lpstr>
      <vt:lpstr>Montserrat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Micota Stipp</dc:creator>
  <cp:lastModifiedBy>Guilherme Micota Stipp</cp:lastModifiedBy>
  <cp:revision>6</cp:revision>
  <dcterms:created xsi:type="dcterms:W3CDTF">2021-07-13T18:43:47Z</dcterms:created>
  <dcterms:modified xsi:type="dcterms:W3CDTF">2022-05-11T01:16:41Z</dcterms:modified>
</cp:coreProperties>
</file>