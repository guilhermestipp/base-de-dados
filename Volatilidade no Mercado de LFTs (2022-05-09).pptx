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404" r:id="rId3"/>
    <p:sldId id="408" r:id="rId4"/>
    <p:sldId id="392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234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orient="horz" pos="686" userDrawn="1">
          <p15:clr>
            <a:srgbClr val="A4A3A4"/>
          </p15:clr>
        </p15:guide>
        <p15:guide id="6" orient="horz" pos="4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8E6FDD-EB07-4372-96A8-262EE7678DBC}" v="2" dt="2022-05-09T17:33:59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30" y="62"/>
      </p:cViewPr>
      <p:guideLst>
        <p:guide pos="3840"/>
        <p:guide pos="234"/>
        <p:guide pos="7423"/>
        <p:guide orient="horz" pos="686"/>
        <p:guide orient="horz" pos="406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icota Stipp" userId="7d8a6ee1e82349c3" providerId="LiveId" clId="{9720873C-2532-418F-85C8-A7AB236291F7}"/>
    <pc:docChg chg="undo custSel addSld delSld modSld sldOrd">
      <pc:chgData name="Guilherme Micota Stipp" userId="7d8a6ee1e82349c3" providerId="LiveId" clId="{9720873C-2532-418F-85C8-A7AB236291F7}" dt="2021-10-25T14:27:16.602" v="526" actId="14100"/>
      <pc:docMkLst>
        <pc:docMk/>
      </pc:docMkLst>
      <pc:sldChg chg="addSp delSp modSp mod">
        <pc:chgData name="Guilherme Micota Stipp" userId="7d8a6ee1e82349c3" providerId="LiveId" clId="{9720873C-2532-418F-85C8-A7AB236291F7}" dt="2021-10-25T14:13:44.790" v="515" actId="1037"/>
        <pc:sldMkLst>
          <pc:docMk/>
          <pc:sldMk cId="2966454573" sldId="305"/>
        </pc:sldMkLst>
        <pc:picChg chg="del">
          <ac:chgData name="Guilherme Micota Stipp" userId="7d8a6ee1e82349c3" providerId="LiveId" clId="{9720873C-2532-418F-85C8-A7AB236291F7}" dt="2021-10-24T18:04:58.907" v="7" actId="478"/>
          <ac:picMkLst>
            <pc:docMk/>
            <pc:sldMk cId="2966454573" sldId="305"/>
            <ac:picMk id="8" creationId="{CD354C15-E263-4B2B-B476-E55391E977C4}"/>
          </ac:picMkLst>
        </pc:picChg>
        <pc:picChg chg="add del mod">
          <ac:chgData name="Guilherme Micota Stipp" userId="7d8a6ee1e82349c3" providerId="LiveId" clId="{9720873C-2532-418F-85C8-A7AB236291F7}" dt="2021-10-25T14:11:49.093" v="354" actId="478"/>
          <ac:picMkLst>
            <pc:docMk/>
            <pc:sldMk cId="2966454573" sldId="305"/>
            <ac:picMk id="8" creationId="{E66E9D5F-E15D-4F92-B443-AE7DD5B61C80}"/>
          </ac:picMkLst>
        </pc:picChg>
        <pc:picChg chg="add del mod">
          <ac:chgData name="Guilherme Micota Stipp" userId="7d8a6ee1e82349c3" providerId="LiveId" clId="{9720873C-2532-418F-85C8-A7AB236291F7}" dt="2021-10-25T14:11:59.102" v="369" actId="478"/>
          <ac:picMkLst>
            <pc:docMk/>
            <pc:sldMk cId="2966454573" sldId="305"/>
            <ac:picMk id="11" creationId="{0E218A4C-FE99-4C6E-8A52-E08F74CA1904}"/>
          </ac:picMkLst>
        </pc:picChg>
        <pc:picChg chg="add del mod">
          <ac:chgData name="Guilherme Micota Stipp" userId="7d8a6ee1e82349c3" providerId="LiveId" clId="{9720873C-2532-418F-85C8-A7AB236291F7}" dt="2021-10-25T14:11:48.682" v="353" actId="478"/>
          <ac:picMkLst>
            <pc:docMk/>
            <pc:sldMk cId="2966454573" sldId="305"/>
            <ac:picMk id="12" creationId="{70F68640-8ABC-43F1-BD98-6DC83F7665DC}"/>
          </ac:picMkLst>
        </pc:picChg>
        <pc:picChg chg="del">
          <ac:chgData name="Guilherme Micota Stipp" userId="7d8a6ee1e82349c3" providerId="LiveId" clId="{9720873C-2532-418F-85C8-A7AB236291F7}" dt="2021-10-24T18:05:01.630" v="9" actId="478"/>
          <ac:picMkLst>
            <pc:docMk/>
            <pc:sldMk cId="2966454573" sldId="305"/>
            <ac:picMk id="13" creationId="{3A91E918-2938-4F3E-A92A-6CF5C37CDE4B}"/>
          </ac:picMkLst>
        </pc:picChg>
        <pc:picChg chg="add del mod">
          <ac:chgData name="Guilherme Micota Stipp" userId="7d8a6ee1e82349c3" providerId="LiveId" clId="{9720873C-2532-418F-85C8-A7AB236291F7}" dt="2021-10-25T14:12:00.287" v="371" actId="478"/>
          <ac:picMkLst>
            <pc:docMk/>
            <pc:sldMk cId="2966454573" sldId="305"/>
            <ac:picMk id="14" creationId="{FEE3B723-F9EC-459D-9609-400009D61FB0}"/>
          </ac:picMkLst>
        </pc:picChg>
        <pc:picChg chg="del">
          <ac:chgData name="Guilherme Micota Stipp" userId="7d8a6ee1e82349c3" providerId="LiveId" clId="{9720873C-2532-418F-85C8-A7AB236291F7}" dt="2021-10-24T18:05:00.614" v="8" actId="478"/>
          <ac:picMkLst>
            <pc:docMk/>
            <pc:sldMk cId="2966454573" sldId="305"/>
            <ac:picMk id="16" creationId="{400F8F15-5DDE-4195-970E-3B0296D5CD67}"/>
          </ac:picMkLst>
        </pc:picChg>
        <pc:picChg chg="add del mod">
          <ac:chgData name="Guilherme Micota Stipp" userId="7d8a6ee1e82349c3" providerId="LiveId" clId="{9720873C-2532-418F-85C8-A7AB236291F7}" dt="2021-10-25T14:11:59.923" v="370" actId="478"/>
          <ac:picMkLst>
            <pc:docMk/>
            <pc:sldMk cId="2966454573" sldId="305"/>
            <ac:picMk id="16" creationId="{F59C870C-9FD3-43BC-A05A-0A0431DAAABC}"/>
          </ac:picMkLst>
        </pc:picChg>
        <pc:picChg chg="add del mod">
          <ac:chgData name="Guilherme Micota Stipp" userId="7d8a6ee1e82349c3" providerId="LiveId" clId="{9720873C-2532-418F-85C8-A7AB236291F7}" dt="2021-10-25T14:12:46.665" v="443" actId="478"/>
          <ac:picMkLst>
            <pc:docMk/>
            <pc:sldMk cId="2966454573" sldId="305"/>
            <ac:picMk id="18" creationId="{D17CFF5E-67E8-4849-A4E6-1B2C775E0802}"/>
          </ac:picMkLst>
        </pc:picChg>
        <pc:picChg chg="add del mod">
          <ac:chgData name="Guilherme Micota Stipp" userId="7d8a6ee1e82349c3" providerId="LiveId" clId="{9720873C-2532-418F-85C8-A7AB236291F7}" dt="2021-10-25T14:12:47.523" v="445" actId="478"/>
          <ac:picMkLst>
            <pc:docMk/>
            <pc:sldMk cId="2966454573" sldId="305"/>
            <ac:picMk id="20" creationId="{DD7EDF4F-7948-4928-AA45-A014FE3E0240}"/>
          </ac:picMkLst>
        </pc:picChg>
        <pc:picChg chg="add del mod">
          <ac:chgData name="Guilherme Micota Stipp" userId="7d8a6ee1e82349c3" providerId="LiveId" clId="{9720873C-2532-418F-85C8-A7AB236291F7}" dt="2021-10-25T14:12:47.207" v="444" actId="478"/>
          <ac:picMkLst>
            <pc:docMk/>
            <pc:sldMk cId="2966454573" sldId="305"/>
            <ac:picMk id="22" creationId="{62D89880-0C11-48F9-8E9F-6538BCFC3F32}"/>
          </ac:picMkLst>
        </pc:picChg>
        <pc:picChg chg="add mod">
          <ac:chgData name="Guilherme Micota Stipp" userId="7d8a6ee1e82349c3" providerId="LiveId" clId="{9720873C-2532-418F-85C8-A7AB236291F7}" dt="2021-10-25T14:13:19.830" v="478" actId="14100"/>
          <ac:picMkLst>
            <pc:docMk/>
            <pc:sldMk cId="2966454573" sldId="305"/>
            <ac:picMk id="24" creationId="{E86B32CE-F7DD-43A4-91DE-181558B20D32}"/>
          </ac:picMkLst>
        </pc:picChg>
        <pc:picChg chg="add mod">
          <ac:chgData name="Guilherme Micota Stipp" userId="7d8a6ee1e82349c3" providerId="LiveId" clId="{9720873C-2532-418F-85C8-A7AB236291F7}" dt="2021-10-25T14:13:31.309" v="482" actId="1076"/>
          <ac:picMkLst>
            <pc:docMk/>
            <pc:sldMk cId="2966454573" sldId="305"/>
            <ac:picMk id="26" creationId="{F11F5372-356D-4BAC-A8A1-2BDCED23E76E}"/>
          </ac:picMkLst>
        </pc:picChg>
        <pc:picChg chg="add mod">
          <ac:chgData name="Guilherme Micota Stipp" userId="7d8a6ee1e82349c3" providerId="LiveId" clId="{9720873C-2532-418F-85C8-A7AB236291F7}" dt="2021-10-25T14:13:44.790" v="515" actId="1037"/>
          <ac:picMkLst>
            <pc:docMk/>
            <pc:sldMk cId="2966454573" sldId="305"/>
            <ac:picMk id="28" creationId="{D4801C7C-7584-4837-9829-11F1DC1009B0}"/>
          </ac:picMkLst>
        </pc:picChg>
      </pc:sldChg>
      <pc:sldChg chg="del">
        <pc:chgData name="Guilherme Micota Stipp" userId="7d8a6ee1e82349c3" providerId="LiveId" clId="{9720873C-2532-418F-85C8-A7AB236291F7}" dt="2021-10-24T18:04:46.334" v="0" actId="47"/>
        <pc:sldMkLst>
          <pc:docMk/>
          <pc:sldMk cId="208367571" sldId="321"/>
        </pc:sldMkLst>
      </pc:sldChg>
      <pc:sldChg chg="del">
        <pc:chgData name="Guilherme Micota Stipp" userId="7d8a6ee1e82349c3" providerId="LiveId" clId="{9720873C-2532-418F-85C8-A7AB236291F7}" dt="2021-10-24T18:04:46.865" v="1" actId="47"/>
        <pc:sldMkLst>
          <pc:docMk/>
          <pc:sldMk cId="3769556256" sldId="322"/>
        </pc:sldMkLst>
      </pc:sldChg>
      <pc:sldChg chg="addSp delSp modSp mod">
        <pc:chgData name="Guilherme Micota Stipp" userId="7d8a6ee1e82349c3" providerId="LiveId" clId="{9720873C-2532-418F-85C8-A7AB236291F7}" dt="2021-10-24T18:49:39.538" v="244" actId="14100"/>
        <pc:sldMkLst>
          <pc:docMk/>
          <pc:sldMk cId="2975322907" sldId="323"/>
        </pc:sldMkLst>
        <pc:spChg chg="mod">
          <ac:chgData name="Guilherme Micota Stipp" userId="7d8a6ee1e82349c3" providerId="LiveId" clId="{9720873C-2532-418F-85C8-A7AB236291F7}" dt="2021-10-24T18:46:50.365" v="188"/>
          <ac:spMkLst>
            <pc:docMk/>
            <pc:sldMk cId="2975322907" sldId="323"/>
            <ac:spMk id="10" creationId="{0DC30F15-2778-418E-A2EF-BEAEC6F95C4E}"/>
          </ac:spMkLst>
        </pc:spChg>
        <pc:picChg chg="del">
          <ac:chgData name="Guilherme Micota Stipp" userId="7d8a6ee1e82349c3" providerId="LiveId" clId="{9720873C-2532-418F-85C8-A7AB236291F7}" dt="2021-10-24T18:04:56.724" v="6" actId="478"/>
          <ac:picMkLst>
            <pc:docMk/>
            <pc:sldMk cId="2975322907" sldId="323"/>
            <ac:picMk id="8" creationId="{6F646170-4024-4249-AA99-5D7B197B3FA5}"/>
          </ac:picMkLst>
        </pc:picChg>
        <pc:picChg chg="add del mod">
          <ac:chgData name="Guilherme Micota Stipp" userId="7d8a6ee1e82349c3" providerId="LiveId" clId="{9720873C-2532-418F-85C8-A7AB236291F7}" dt="2021-10-24T18:34:38.990" v="86" actId="478"/>
          <ac:picMkLst>
            <pc:docMk/>
            <pc:sldMk cId="2975322907" sldId="323"/>
            <ac:picMk id="11" creationId="{AFBAF2FA-89DB-440C-BE33-5D9B2B88C2A2}"/>
          </ac:picMkLst>
        </pc:picChg>
        <pc:picChg chg="add del mod">
          <ac:chgData name="Guilherme Micota Stipp" userId="7d8a6ee1e82349c3" providerId="LiveId" clId="{9720873C-2532-418F-85C8-A7AB236291F7}" dt="2021-10-24T18:35:18.919" v="111" actId="478"/>
          <ac:picMkLst>
            <pc:docMk/>
            <pc:sldMk cId="2975322907" sldId="323"/>
            <ac:picMk id="13" creationId="{FE049EF6-2D85-403C-9635-13EF66C51291}"/>
          </ac:picMkLst>
        </pc:picChg>
        <pc:picChg chg="add del mod">
          <ac:chgData name="Guilherme Micota Stipp" userId="7d8a6ee1e82349c3" providerId="LiveId" clId="{9720873C-2532-418F-85C8-A7AB236291F7}" dt="2021-10-24T18:49:19.793" v="234" actId="478"/>
          <ac:picMkLst>
            <pc:docMk/>
            <pc:sldMk cId="2975322907" sldId="323"/>
            <ac:picMk id="15" creationId="{CD450B82-8FEC-4A6E-BB38-39E258DB65DE}"/>
          </ac:picMkLst>
        </pc:picChg>
        <pc:picChg chg="add mod">
          <ac:chgData name="Guilherme Micota Stipp" userId="7d8a6ee1e82349c3" providerId="LiveId" clId="{9720873C-2532-418F-85C8-A7AB236291F7}" dt="2021-10-24T18:49:39.538" v="244" actId="14100"/>
          <ac:picMkLst>
            <pc:docMk/>
            <pc:sldMk cId="2975322907" sldId="323"/>
            <ac:picMk id="17" creationId="{AF02A847-01D0-45FF-A31B-A30E5F106981}"/>
          </ac:picMkLst>
        </pc:picChg>
      </pc:sldChg>
      <pc:sldChg chg="add">
        <pc:chgData name="Guilherme Micota Stipp" userId="7d8a6ee1e82349c3" providerId="LiveId" clId="{9720873C-2532-418F-85C8-A7AB236291F7}" dt="2021-10-24T18:28:48.146" v="10" actId="2890"/>
        <pc:sldMkLst>
          <pc:docMk/>
          <pc:sldMk cId="570095097" sldId="324"/>
        </pc:sldMkLst>
      </pc:sldChg>
      <pc:sldChg chg="addSp delSp modSp add mod">
        <pc:chgData name="Guilherme Micota Stipp" userId="7d8a6ee1e82349c3" providerId="LiveId" clId="{9720873C-2532-418F-85C8-A7AB236291F7}" dt="2021-10-24T18:49:55.504" v="253" actId="14100"/>
        <pc:sldMkLst>
          <pc:docMk/>
          <pc:sldMk cId="3398708025" sldId="325"/>
        </pc:sldMkLst>
        <pc:spChg chg="mod">
          <ac:chgData name="Guilherme Micota Stipp" userId="7d8a6ee1e82349c3" providerId="LiveId" clId="{9720873C-2532-418F-85C8-A7AB236291F7}" dt="2021-10-24T18:46:56.878" v="217"/>
          <ac:spMkLst>
            <pc:docMk/>
            <pc:sldMk cId="3398708025" sldId="325"/>
            <ac:spMk id="10" creationId="{0DC30F15-2778-418E-A2EF-BEAEC6F95C4E}"/>
          </ac:spMkLst>
        </pc:spChg>
        <pc:picChg chg="add del mod">
          <ac:chgData name="Guilherme Micota Stipp" userId="7d8a6ee1e82349c3" providerId="LiveId" clId="{9720873C-2532-418F-85C8-A7AB236291F7}" dt="2021-10-24T18:29:41.860" v="72" actId="478"/>
          <ac:picMkLst>
            <pc:docMk/>
            <pc:sldMk cId="3398708025" sldId="325"/>
            <ac:picMk id="8" creationId="{813BCAE8-0468-476B-813E-60E7EAE72639}"/>
          </ac:picMkLst>
        </pc:picChg>
        <pc:picChg chg="del">
          <ac:chgData name="Guilherme Micota Stipp" userId="7d8a6ee1e82349c3" providerId="LiveId" clId="{9720873C-2532-418F-85C8-A7AB236291F7}" dt="2021-10-24T18:29:34.065" v="66" actId="478"/>
          <ac:picMkLst>
            <pc:docMk/>
            <pc:sldMk cId="3398708025" sldId="325"/>
            <ac:picMk id="11" creationId="{AFBAF2FA-89DB-440C-BE33-5D9B2B88C2A2}"/>
          </ac:picMkLst>
        </pc:picChg>
        <pc:picChg chg="add del mod">
          <ac:chgData name="Guilherme Micota Stipp" userId="7d8a6ee1e82349c3" providerId="LiveId" clId="{9720873C-2532-418F-85C8-A7AB236291F7}" dt="2021-10-24T18:34:36.204" v="85" actId="478"/>
          <ac:picMkLst>
            <pc:docMk/>
            <pc:sldMk cId="3398708025" sldId="325"/>
            <ac:picMk id="13" creationId="{C0959908-AF37-4B57-A00B-36587BEE9149}"/>
          </ac:picMkLst>
        </pc:picChg>
        <pc:picChg chg="add del mod">
          <ac:chgData name="Guilherme Micota Stipp" userId="7d8a6ee1e82349c3" providerId="LiveId" clId="{9720873C-2532-418F-85C8-A7AB236291F7}" dt="2021-10-24T18:49:22.652" v="235" actId="478"/>
          <ac:picMkLst>
            <pc:docMk/>
            <pc:sldMk cId="3398708025" sldId="325"/>
            <ac:picMk id="14" creationId="{AC9DDCFF-F553-4228-9C04-E6BDC051485F}"/>
          </ac:picMkLst>
        </pc:picChg>
        <pc:picChg chg="add mod">
          <ac:chgData name="Guilherme Micota Stipp" userId="7d8a6ee1e82349c3" providerId="LiveId" clId="{9720873C-2532-418F-85C8-A7AB236291F7}" dt="2021-10-24T18:49:55.504" v="253" actId="14100"/>
          <ac:picMkLst>
            <pc:docMk/>
            <pc:sldMk cId="3398708025" sldId="325"/>
            <ac:picMk id="16" creationId="{B6345DA9-8944-43D7-A854-567BDA81446D}"/>
          </ac:picMkLst>
        </pc:picChg>
      </pc:sldChg>
      <pc:sldChg chg="del">
        <pc:chgData name="Guilherme Micota Stipp" userId="7d8a6ee1e82349c3" providerId="LiveId" clId="{9720873C-2532-418F-85C8-A7AB236291F7}" dt="2021-10-24T18:04:49.064" v="3" actId="47"/>
        <pc:sldMkLst>
          <pc:docMk/>
          <pc:sldMk cId="247156990" sldId="326"/>
        </pc:sldMkLst>
      </pc:sldChg>
      <pc:sldChg chg="addSp delSp modSp add mod ord">
        <pc:chgData name="Guilherme Micota Stipp" userId="7d8a6ee1e82349c3" providerId="LiveId" clId="{9720873C-2532-418F-85C8-A7AB236291F7}" dt="2021-10-24T18:49:16.890" v="233"/>
        <pc:sldMkLst>
          <pc:docMk/>
          <pc:sldMk cId="4191151455" sldId="326"/>
        </pc:sldMkLst>
        <pc:spChg chg="mod">
          <ac:chgData name="Guilherme Micota Stipp" userId="7d8a6ee1e82349c3" providerId="LiveId" clId="{9720873C-2532-418F-85C8-A7AB236291F7}" dt="2021-10-24T18:46:39.532" v="159" actId="20577"/>
          <ac:spMkLst>
            <pc:docMk/>
            <pc:sldMk cId="4191151455" sldId="326"/>
            <ac:spMk id="10" creationId="{0DC30F15-2778-418E-A2EF-BEAEC6F95C4E}"/>
          </ac:spMkLst>
        </pc:spChg>
        <pc:picChg chg="add del mod">
          <ac:chgData name="Guilherme Micota Stipp" userId="7d8a6ee1e82349c3" providerId="LiveId" clId="{9720873C-2532-418F-85C8-A7AB236291F7}" dt="2021-10-24T18:49:04.043" v="222" actId="478"/>
          <ac:picMkLst>
            <pc:docMk/>
            <pc:sldMk cId="4191151455" sldId="326"/>
            <ac:picMk id="8" creationId="{6D17AB7A-DDAC-43BB-974E-9CA94FEF5160}"/>
          </ac:picMkLst>
        </pc:picChg>
        <pc:picChg chg="add mod">
          <ac:chgData name="Guilherme Micota Stipp" userId="7d8a6ee1e82349c3" providerId="LiveId" clId="{9720873C-2532-418F-85C8-A7AB236291F7}" dt="2021-10-24T18:49:13.133" v="231" actId="14100"/>
          <ac:picMkLst>
            <pc:docMk/>
            <pc:sldMk cId="4191151455" sldId="326"/>
            <ac:picMk id="12" creationId="{D47411C9-DCC2-4776-80BF-47144DFEE1D8}"/>
          </ac:picMkLst>
        </pc:picChg>
        <pc:picChg chg="del">
          <ac:chgData name="Guilherme Micota Stipp" userId="7d8a6ee1e82349c3" providerId="LiveId" clId="{9720873C-2532-418F-85C8-A7AB236291F7}" dt="2021-10-24T18:46:08.310" v="117" actId="478"/>
          <ac:picMkLst>
            <pc:docMk/>
            <pc:sldMk cId="4191151455" sldId="326"/>
            <ac:picMk id="14" creationId="{AC9DDCFF-F553-4228-9C04-E6BDC051485F}"/>
          </ac:picMkLst>
        </pc:picChg>
      </pc:sldChg>
      <pc:sldChg chg="del">
        <pc:chgData name="Guilherme Micota Stipp" userId="7d8a6ee1e82349c3" providerId="LiveId" clId="{9720873C-2532-418F-85C8-A7AB236291F7}" dt="2021-10-24T18:04:47.645" v="2" actId="47"/>
        <pc:sldMkLst>
          <pc:docMk/>
          <pc:sldMk cId="739815195" sldId="327"/>
        </pc:sldMkLst>
      </pc:sldChg>
      <pc:sldChg chg="addSp delSp modSp add mod ord">
        <pc:chgData name="Guilherme Micota Stipp" userId="7d8a6ee1e82349c3" providerId="LiveId" clId="{9720873C-2532-418F-85C8-A7AB236291F7}" dt="2021-10-24T19:13:38.563" v="289" actId="20577"/>
        <pc:sldMkLst>
          <pc:docMk/>
          <pc:sldMk cId="3821362746" sldId="327"/>
        </pc:sldMkLst>
        <pc:spChg chg="mod">
          <ac:chgData name="Guilherme Micota Stipp" userId="7d8a6ee1e82349c3" providerId="LiveId" clId="{9720873C-2532-418F-85C8-A7AB236291F7}" dt="2021-10-24T19:13:38.563" v="289" actId="20577"/>
          <ac:spMkLst>
            <pc:docMk/>
            <pc:sldMk cId="3821362746" sldId="327"/>
            <ac:spMk id="10" creationId="{0DC30F15-2778-418E-A2EF-BEAEC6F95C4E}"/>
          </ac:spMkLst>
        </pc:spChg>
        <pc:picChg chg="add mod">
          <ac:chgData name="Guilherme Micota Stipp" userId="7d8a6ee1e82349c3" providerId="LiveId" clId="{9720873C-2532-418F-85C8-A7AB236291F7}" dt="2021-10-24T19:13:25.980" v="265" actId="14100"/>
          <ac:picMkLst>
            <pc:docMk/>
            <pc:sldMk cId="3821362746" sldId="327"/>
            <ac:picMk id="8" creationId="{766D1546-62D0-4298-9338-F12598785F1C}"/>
          </ac:picMkLst>
        </pc:picChg>
        <pc:picChg chg="del">
          <ac:chgData name="Guilherme Micota Stipp" userId="7d8a6ee1e82349c3" providerId="LiveId" clId="{9720873C-2532-418F-85C8-A7AB236291F7}" dt="2021-10-24T19:13:16.896" v="255" actId="478"/>
          <ac:picMkLst>
            <pc:docMk/>
            <pc:sldMk cId="3821362746" sldId="327"/>
            <ac:picMk id="12" creationId="{D47411C9-DCC2-4776-80BF-47144DFEE1D8}"/>
          </ac:picMkLst>
        </pc:picChg>
      </pc:sldChg>
      <pc:sldChg chg="del">
        <pc:chgData name="Guilherme Micota Stipp" userId="7d8a6ee1e82349c3" providerId="LiveId" clId="{9720873C-2532-418F-85C8-A7AB236291F7}" dt="2021-10-24T18:04:50.487" v="4" actId="47"/>
        <pc:sldMkLst>
          <pc:docMk/>
          <pc:sldMk cId="2372145813" sldId="328"/>
        </pc:sldMkLst>
      </pc:sldChg>
      <pc:sldChg chg="addSp delSp modSp mod ord">
        <pc:chgData name="Guilherme Micota Stipp" userId="7d8a6ee1e82349c3" providerId="LiveId" clId="{9720873C-2532-418F-85C8-A7AB236291F7}" dt="2021-10-25T14:14:00.281" v="517"/>
        <pc:sldMkLst>
          <pc:docMk/>
          <pc:sldMk cId="3026180355" sldId="328"/>
        </pc:sldMkLst>
        <pc:picChg chg="add del mod">
          <ac:chgData name="Guilherme Micota Stipp" userId="7d8a6ee1e82349c3" providerId="LiveId" clId="{9720873C-2532-418F-85C8-A7AB236291F7}" dt="2021-10-25T14:07:26.343" v="324" actId="478"/>
          <ac:picMkLst>
            <pc:docMk/>
            <pc:sldMk cId="3026180355" sldId="328"/>
            <ac:picMk id="8" creationId="{FC2CDE54-BFCA-42B4-A98B-6CCF881A1DF5}"/>
          </ac:picMkLst>
        </pc:picChg>
        <pc:picChg chg="add del mod">
          <ac:chgData name="Guilherme Micota Stipp" userId="7d8a6ee1e82349c3" providerId="LiveId" clId="{9720873C-2532-418F-85C8-A7AB236291F7}" dt="2021-10-25T14:07:30.770" v="328" actId="478"/>
          <ac:picMkLst>
            <pc:docMk/>
            <pc:sldMk cId="3026180355" sldId="328"/>
            <ac:picMk id="11" creationId="{79CA804E-5514-433A-A52D-8AD4008968B6}"/>
          </ac:picMkLst>
        </pc:picChg>
        <pc:picChg chg="add del mod">
          <ac:chgData name="Guilherme Micota Stipp" userId="7d8a6ee1e82349c3" providerId="LiveId" clId="{9720873C-2532-418F-85C8-A7AB236291F7}" dt="2021-10-25T14:09:16.107" v="334" actId="478"/>
          <ac:picMkLst>
            <pc:docMk/>
            <pc:sldMk cId="3026180355" sldId="328"/>
            <ac:picMk id="13" creationId="{BCB79270-33EA-4C42-8660-78BD0BB8D558}"/>
          </ac:picMkLst>
        </pc:picChg>
        <pc:picChg chg="add del mod">
          <ac:chgData name="Guilherme Micota Stipp" userId="7d8a6ee1e82349c3" providerId="LiveId" clId="{9720873C-2532-418F-85C8-A7AB236291F7}" dt="2021-10-25T14:10:09.715" v="339" actId="478"/>
          <ac:picMkLst>
            <pc:docMk/>
            <pc:sldMk cId="3026180355" sldId="328"/>
            <ac:picMk id="15" creationId="{F58FF162-3C45-4EAA-BD59-39270D8D6201}"/>
          </ac:picMkLst>
        </pc:picChg>
        <pc:picChg chg="add mod">
          <ac:chgData name="Guilherme Micota Stipp" userId="7d8a6ee1e82349c3" providerId="LiveId" clId="{9720873C-2532-418F-85C8-A7AB236291F7}" dt="2021-10-25T14:10:48.241" v="350" actId="14100"/>
          <ac:picMkLst>
            <pc:docMk/>
            <pc:sldMk cId="3026180355" sldId="328"/>
            <ac:picMk id="17" creationId="{8B7C92F7-3DAA-4C0E-83A4-277E1E0520D5}"/>
          </ac:picMkLst>
        </pc:picChg>
      </pc:sldChg>
      <pc:sldChg chg="del">
        <pc:chgData name="Guilherme Micota Stipp" userId="7d8a6ee1e82349c3" providerId="LiveId" clId="{9720873C-2532-418F-85C8-A7AB236291F7}" dt="2021-10-24T18:04:51.791" v="5" actId="47"/>
        <pc:sldMkLst>
          <pc:docMk/>
          <pc:sldMk cId="527344766" sldId="329"/>
        </pc:sldMkLst>
      </pc:sldChg>
      <pc:sldChg chg="addSp delSp modSp add mod">
        <pc:chgData name="Guilherme Micota Stipp" userId="7d8a6ee1e82349c3" providerId="LiveId" clId="{9720873C-2532-418F-85C8-A7AB236291F7}" dt="2021-10-25T14:27:16.602" v="526" actId="14100"/>
        <pc:sldMkLst>
          <pc:docMk/>
          <pc:sldMk cId="1457241197" sldId="329"/>
        </pc:sldMkLst>
        <pc:picChg chg="add mod">
          <ac:chgData name="Guilherme Micota Stipp" userId="7d8a6ee1e82349c3" providerId="LiveId" clId="{9720873C-2532-418F-85C8-A7AB236291F7}" dt="2021-10-25T14:27:16.602" v="526" actId="14100"/>
          <ac:picMkLst>
            <pc:docMk/>
            <pc:sldMk cId="1457241197" sldId="329"/>
            <ac:picMk id="8" creationId="{FFC649CF-C220-482E-8918-DBB29D4F00A3}"/>
          </ac:picMkLst>
        </pc:picChg>
        <pc:picChg chg="del">
          <ac:chgData name="Guilherme Micota Stipp" userId="7d8a6ee1e82349c3" providerId="LiveId" clId="{9720873C-2532-418F-85C8-A7AB236291F7}" dt="2021-10-25T14:11:07.237" v="352" actId="478"/>
          <ac:picMkLst>
            <pc:docMk/>
            <pc:sldMk cId="1457241197" sldId="329"/>
            <ac:picMk id="17" creationId="{8B7C92F7-3DAA-4C0E-83A4-277E1E0520D5}"/>
          </ac:picMkLst>
        </pc:picChg>
      </pc:sldChg>
    </pc:docChg>
  </pc:docChgLst>
  <pc:docChgLst>
    <pc:chgData name="Guilherme Micota Stipp" userId="7d8a6ee1e82349c3" providerId="LiveId" clId="{606DCDA4-DF76-4872-B26E-325C922F885B}"/>
    <pc:docChg chg="undo redo custSel addSld delSld modSld sldOrd">
      <pc:chgData name="Guilherme Micota Stipp" userId="7d8a6ee1e82349c3" providerId="LiveId" clId="{606DCDA4-DF76-4872-B26E-325C922F885B}" dt="2021-09-27T17:10:24.436" v="418" actId="20577"/>
      <pc:docMkLst>
        <pc:docMk/>
      </pc:docMkLst>
      <pc:sldChg chg="del">
        <pc:chgData name="Guilherme Micota Stipp" userId="7d8a6ee1e82349c3" providerId="LiveId" clId="{606DCDA4-DF76-4872-B26E-325C922F885B}" dt="2021-09-26T18:37:50.866" v="0" actId="47"/>
        <pc:sldMkLst>
          <pc:docMk/>
          <pc:sldMk cId="2822430471" sldId="302"/>
        </pc:sldMkLst>
      </pc:sldChg>
      <pc:sldChg chg="addSp delSp modSp mod">
        <pc:chgData name="Guilherme Micota Stipp" userId="7d8a6ee1e82349c3" providerId="LiveId" clId="{606DCDA4-DF76-4872-B26E-325C922F885B}" dt="2021-09-27T14:57:29.605" v="243" actId="14100"/>
        <pc:sldMkLst>
          <pc:docMk/>
          <pc:sldMk cId="3186628704" sldId="303"/>
        </pc:sldMkLst>
        <pc:spChg chg="mod">
          <ac:chgData name="Guilherme Micota Stipp" userId="7d8a6ee1e82349c3" providerId="LiveId" clId="{606DCDA4-DF76-4872-B26E-325C922F885B}" dt="2021-09-27T13:57:47.486" v="205" actId="20577"/>
          <ac:spMkLst>
            <pc:docMk/>
            <pc:sldMk cId="3186628704" sldId="303"/>
            <ac:spMk id="10" creationId="{0DC30F15-2778-418E-A2EF-BEAEC6F95C4E}"/>
          </ac:spMkLst>
        </pc:spChg>
        <pc:picChg chg="add del mod">
          <ac:chgData name="Guilherme Micota Stipp" userId="7d8a6ee1e82349c3" providerId="LiveId" clId="{606DCDA4-DF76-4872-B26E-325C922F885B}" dt="2021-09-27T13:57:49.145" v="206" actId="478"/>
          <ac:picMkLst>
            <pc:docMk/>
            <pc:sldMk cId="3186628704" sldId="303"/>
            <ac:picMk id="8" creationId="{2941142C-286E-48B8-9BE8-30F4C7A0B6E5}"/>
          </ac:picMkLst>
        </pc:picChg>
        <pc:picChg chg="add del mod">
          <ac:chgData name="Guilherme Micota Stipp" userId="7d8a6ee1e82349c3" providerId="LiveId" clId="{606DCDA4-DF76-4872-B26E-325C922F885B}" dt="2021-09-27T14:55:39.941" v="224" actId="478"/>
          <ac:picMkLst>
            <pc:docMk/>
            <pc:sldMk cId="3186628704" sldId="303"/>
            <ac:picMk id="12" creationId="{39E8EA1E-AC5B-491B-A4B5-F1ABF9337A13}"/>
          </ac:picMkLst>
        </pc:picChg>
        <pc:picChg chg="add del mod">
          <ac:chgData name="Guilherme Micota Stipp" userId="7d8a6ee1e82349c3" providerId="LiveId" clId="{606DCDA4-DF76-4872-B26E-325C922F885B}" dt="2021-09-27T14:55:44.281" v="229" actId="478"/>
          <ac:picMkLst>
            <pc:docMk/>
            <pc:sldMk cId="3186628704" sldId="303"/>
            <ac:picMk id="14" creationId="{4891D6BA-09D3-41D4-A32B-381C350C8093}"/>
          </ac:picMkLst>
        </pc:picChg>
        <pc:picChg chg="add mod">
          <ac:chgData name="Guilherme Micota Stipp" userId="7d8a6ee1e82349c3" providerId="LiveId" clId="{606DCDA4-DF76-4872-B26E-325C922F885B}" dt="2021-09-27T14:57:29.605" v="243" actId="14100"/>
          <ac:picMkLst>
            <pc:docMk/>
            <pc:sldMk cId="3186628704" sldId="303"/>
            <ac:picMk id="16" creationId="{086D7BE0-C7CF-42D7-AFED-3BE9370D4C9C}"/>
          </ac:picMkLst>
        </pc:picChg>
        <pc:picChg chg="del">
          <ac:chgData name="Guilherme Micota Stipp" userId="7d8a6ee1e82349c3" providerId="LiveId" clId="{606DCDA4-DF76-4872-B26E-325C922F885B}" dt="2021-09-26T18:41:12.600" v="20" actId="478"/>
          <ac:picMkLst>
            <pc:docMk/>
            <pc:sldMk cId="3186628704" sldId="303"/>
            <ac:picMk id="18" creationId="{9F57D844-49F6-476B-A58E-C8675DC10B90}"/>
          </ac:picMkLst>
        </pc:picChg>
        <pc:picChg chg="del">
          <ac:chgData name="Guilherme Micota Stipp" userId="7d8a6ee1e82349c3" providerId="LiveId" clId="{606DCDA4-DF76-4872-B26E-325C922F885B}" dt="2021-09-26T18:41:12.208" v="19" actId="478"/>
          <ac:picMkLst>
            <pc:docMk/>
            <pc:sldMk cId="3186628704" sldId="303"/>
            <ac:picMk id="21" creationId="{DED8B256-D645-44AE-BCF9-0C07C40D7387}"/>
          </ac:picMkLst>
        </pc:picChg>
        <pc:picChg chg="del">
          <ac:chgData name="Guilherme Micota Stipp" userId="7d8a6ee1e82349c3" providerId="LiveId" clId="{606DCDA4-DF76-4872-B26E-325C922F885B}" dt="2021-09-26T18:41:11.840" v="18" actId="478"/>
          <ac:picMkLst>
            <pc:docMk/>
            <pc:sldMk cId="3186628704" sldId="303"/>
            <ac:picMk id="23" creationId="{3344C29F-92B0-4BDF-8C52-D0D41BE1FE61}"/>
          </ac:picMkLst>
        </pc:picChg>
      </pc:sldChg>
      <pc:sldChg chg="addSp delSp modSp mod ord">
        <pc:chgData name="Guilherme Micota Stipp" userId="7d8a6ee1e82349c3" providerId="LiveId" clId="{606DCDA4-DF76-4872-B26E-325C922F885B}" dt="2021-09-27T15:39:34.189" v="355" actId="14100"/>
        <pc:sldMkLst>
          <pc:docMk/>
          <pc:sldMk cId="2862134868" sldId="304"/>
        </pc:sldMkLst>
        <pc:spChg chg="mod">
          <ac:chgData name="Guilherme Micota Stipp" userId="7d8a6ee1e82349c3" providerId="LiveId" clId="{606DCDA4-DF76-4872-B26E-325C922F885B}" dt="2021-09-27T15:32:50.736" v="335" actId="20577"/>
          <ac:spMkLst>
            <pc:docMk/>
            <pc:sldMk cId="2862134868" sldId="304"/>
            <ac:spMk id="10" creationId="{0DC30F15-2778-418E-A2EF-BEAEC6F95C4E}"/>
          </ac:spMkLst>
        </pc:spChg>
        <pc:picChg chg="del">
          <ac:chgData name="Guilherme Micota Stipp" userId="7d8a6ee1e82349c3" providerId="LiveId" clId="{606DCDA4-DF76-4872-B26E-325C922F885B}" dt="2021-09-26T18:37:53.793" v="3" actId="478"/>
          <ac:picMkLst>
            <pc:docMk/>
            <pc:sldMk cId="2862134868" sldId="304"/>
            <ac:picMk id="8" creationId="{319BE376-D205-4B7A-9645-1AEC3303377C}"/>
          </ac:picMkLst>
        </pc:picChg>
        <pc:picChg chg="add del mod">
          <ac:chgData name="Guilherme Micota Stipp" userId="7d8a6ee1e82349c3" providerId="LiveId" clId="{606DCDA4-DF76-4872-B26E-325C922F885B}" dt="2021-09-26T18:42:07.777" v="21" actId="478"/>
          <ac:picMkLst>
            <pc:docMk/>
            <pc:sldMk cId="2862134868" sldId="304"/>
            <ac:picMk id="11" creationId="{FBB01E02-A0B2-4195-BAC5-5E621B967498}"/>
          </ac:picMkLst>
        </pc:picChg>
        <pc:picChg chg="add del mod">
          <ac:chgData name="Guilherme Micota Stipp" userId="7d8a6ee1e82349c3" providerId="LiveId" clId="{606DCDA4-DF76-4872-B26E-325C922F885B}" dt="2021-09-26T18:42:27.066" v="33" actId="478"/>
          <ac:picMkLst>
            <pc:docMk/>
            <pc:sldMk cId="2862134868" sldId="304"/>
            <ac:picMk id="13" creationId="{0A28B7AE-4FC9-471A-99E2-0DDA1E802A70}"/>
          </ac:picMkLst>
        </pc:picChg>
        <pc:picChg chg="add del mod">
          <ac:chgData name="Guilherme Micota Stipp" userId="7d8a6ee1e82349c3" providerId="LiveId" clId="{606DCDA4-DF76-4872-B26E-325C922F885B}" dt="2021-09-27T15:32:52.886" v="336" actId="478"/>
          <ac:picMkLst>
            <pc:docMk/>
            <pc:sldMk cId="2862134868" sldId="304"/>
            <ac:picMk id="15" creationId="{2A761419-28DD-4C92-9273-E03F43FD66BE}"/>
          </ac:picMkLst>
        </pc:picChg>
        <pc:picChg chg="add mod">
          <ac:chgData name="Guilherme Micota Stipp" userId="7d8a6ee1e82349c3" providerId="LiveId" clId="{606DCDA4-DF76-4872-B26E-325C922F885B}" dt="2021-09-27T15:39:34.189" v="355" actId="14100"/>
          <ac:picMkLst>
            <pc:docMk/>
            <pc:sldMk cId="2862134868" sldId="304"/>
            <ac:picMk id="17" creationId="{061A363C-E4BF-4196-A0C1-5778865FE7CD}"/>
          </ac:picMkLst>
        </pc:picChg>
      </pc:sldChg>
      <pc:sldChg chg="del">
        <pc:chgData name="Guilherme Micota Stipp" userId="7d8a6ee1e82349c3" providerId="LiveId" clId="{606DCDA4-DF76-4872-B26E-325C922F885B}" dt="2021-09-26T18:37:51.998" v="2" actId="47"/>
        <pc:sldMkLst>
          <pc:docMk/>
          <pc:sldMk cId="658185133" sldId="305"/>
        </pc:sldMkLst>
      </pc:sldChg>
      <pc:sldChg chg="addSp delSp modSp add mod">
        <pc:chgData name="Guilherme Micota Stipp" userId="7d8a6ee1e82349c3" providerId="LiveId" clId="{606DCDA4-DF76-4872-B26E-325C922F885B}" dt="2021-09-27T15:42:32.182" v="381" actId="14100"/>
        <pc:sldMkLst>
          <pc:docMk/>
          <pc:sldMk cId="2966454573" sldId="305"/>
        </pc:sldMkLst>
        <pc:spChg chg="mod">
          <ac:chgData name="Guilherme Micota Stipp" userId="7d8a6ee1e82349c3" providerId="LiveId" clId="{606DCDA4-DF76-4872-B26E-325C922F885B}" dt="2021-09-27T12:39:21.238" v="144" actId="20577"/>
          <ac:spMkLst>
            <pc:docMk/>
            <pc:sldMk cId="2966454573" sldId="305"/>
            <ac:spMk id="10" creationId="{0DC30F15-2778-418E-A2EF-BEAEC6F95C4E}"/>
          </ac:spMkLst>
        </pc:spChg>
        <pc:picChg chg="del">
          <ac:chgData name="Guilherme Micota Stipp" userId="7d8a6ee1e82349c3" providerId="LiveId" clId="{606DCDA4-DF76-4872-B26E-325C922F885B}" dt="2021-09-27T12:39:13.766" v="117" actId="478"/>
          <ac:picMkLst>
            <pc:docMk/>
            <pc:sldMk cId="2966454573" sldId="305"/>
            <ac:picMk id="8" creationId="{2941142C-286E-48B8-9BE8-30F4C7A0B6E5}"/>
          </ac:picMkLst>
        </pc:picChg>
        <pc:picChg chg="add mod">
          <ac:chgData name="Guilherme Micota Stipp" userId="7d8a6ee1e82349c3" providerId="LiveId" clId="{606DCDA4-DF76-4872-B26E-325C922F885B}" dt="2021-09-27T15:42:22.685" v="378" actId="14100"/>
          <ac:picMkLst>
            <pc:docMk/>
            <pc:sldMk cId="2966454573" sldId="305"/>
            <ac:picMk id="11" creationId="{4EF77573-3362-419D-9FF7-66EFDDDA8D0F}"/>
          </ac:picMkLst>
        </pc:picChg>
        <pc:picChg chg="add mod">
          <ac:chgData name="Guilherme Micota Stipp" userId="7d8a6ee1e82349c3" providerId="LiveId" clId="{606DCDA4-DF76-4872-B26E-325C922F885B}" dt="2021-09-27T15:42:12.629" v="373" actId="14100"/>
          <ac:picMkLst>
            <pc:docMk/>
            <pc:sldMk cId="2966454573" sldId="305"/>
            <ac:picMk id="13" creationId="{54CCEBC8-1B0E-4122-9D8D-E0F6525C94BF}"/>
          </ac:picMkLst>
        </pc:picChg>
        <pc:picChg chg="add mod">
          <ac:chgData name="Guilherme Micota Stipp" userId="7d8a6ee1e82349c3" providerId="LiveId" clId="{606DCDA4-DF76-4872-B26E-325C922F885B}" dt="2021-09-27T15:42:32.182" v="381" actId="14100"/>
          <ac:picMkLst>
            <pc:docMk/>
            <pc:sldMk cId="2966454573" sldId="305"/>
            <ac:picMk id="15" creationId="{5E8B560B-5F69-4144-9DFE-93C55A841A7E}"/>
          </ac:picMkLst>
        </pc:picChg>
      </pc:sldChg>
      <pc:sldChg chg="del">
        <pc:chgData name="Guilherme Micota Stipp" userId="7d8a6ee1e82349c3" providerId="LiveId" clId="{606DCDA4-DF76-4872-B26E-325C922F885B}" dt="2021-09-26T18:37:51.263" v="1" actId="47"/>
        <pc:sldMkLst>
          <pc:docMk/>
          <pc:sldMk cId="2048039530" sldId="306"/>
        </pc:sldMkLst>
      </pc:sldChg>
      <pc:sldChg chg="addSp delSp modSp add mod">
        <pc:chgData name="Guilherme Micota Stipp" userId="7d8a6ee1e82349c3" providerId="LiveId" clId="{606DCDA4-DF76-4872-B26E-325C922F885B}" dt="2021-09-27T12:50:32.700" v="162" actId="14100"/>
        <pc:sldMkLst>
          <pc:docMk/>
          <pc:sldMk cId="2872021883" sldId="306"/>
        </pc:sldMkLst>
        <pc:picChg chg="del">
          <ac:chgData name="Guilherme Micota Stipp" userId="7d8a6ee1e82349c3" providerId="LiveId" clId="{606DCDA4-DF76-4872-B26E-325C922F885B}" dt="2021-09-27T12:39:32.841" v="148" actId="478"/>
          <ac:picMkLst>
            <pc:docMk/>
            <pc:sldMk cId="2872021883" sldId="306"/>
            <ac:picMk id="8" creationId="{2941142C-286E-48B8-9BE8-30F4C7A0B6E5}"/>
          </ac:picMkLst>
        </pc:picChg>
        <pc:picChg chg="add del mod">
          <ac:chgData name="Guilherme Micota Stipp" userId="7d8a6ee1e82349c3" providerId="LiveId" clId="{606DCDA4-DF76-4872-B26E-325C922F885B}" dt="2021-09-27T12:49:53.444" v="152" actId="478"/>
          <ac:picMkLst>
            <pc:docMk/>
            <pc:sldMk cId="2872021883" sldId="306"/>
            <ac:picMk id="11" creationId="{5E91310B-A4BE-4B5B-826E-9AC0A5B0A739}"/>
          </ac:picMkLst>
        </pc:picChg>
        <pc:picChg chg="add mod">
          <ac:chgData name="Guilherme Micota Stipp" userId="7d8a6ee1e82349c3" providerId="LiveId" clId="{606DCDA4-DF76-4872-B26E-325C922F885B}" dt="2021-09-27T12:50:32.700" v="162" actId="14100"/>
          <ac:picMkLst>
            <pc:docMk/>
            <pc:sldMk cId="2872021883" sldId="306"/>
            <ac:picMk id="13" creationId="{880FAB35-4467-4701-B231-9413D9878BAE}"/>
          </ac:picMkLst>
        </pc:picChg>
      </pc:sldChg>
      <pc:sldChg chg="add">
        <pc:chgData name="Guilherme Micota Stipp" userId="7d8a6ee1e82349c3" providerId="LiveId" clId="{606DCDA4-DF76-4872-B26E-325C922F885B}" dt="2021-09-27T13:57:32.573" v="163" actId="2890"/>
        <pc:sldMkLst>
          <pc:docMk/>
          <pc:sldMk cId="159221905" sldId="307"/>
        </pc:sldMkLst>
      </pc:sldChg>
      <pc:sldChg chg="addSp delSp modSp add mod ord">
        <pc:chgData name="Guilherme Micota Stipp" userId="7d8a6ee1e82349c3" providerId="LiveId" clId="{606DCDA4-DF76-4872-B26E-325C922F885B}" dt="2021-09-27T15:27:29.013" v="314" actId="14100"/>
        <pc:sldMkLst>
          <pc:docMk/>
          <pc:sldMk cId="3287126511" sldId="308"/>
        </pc:sldMkLst>
        <pc:picChg chg="add del mod">
          <ac:chgData name="Guilherme Micota Stipp" userId="7d8a6ee1e82349c3" providerId="LiveId" clId="{606DCDA4-DF76-4872-B26E-325C922F885B}" dt="2021-09-27T15:13:15.256" v="257" actId="478"/>
          <ac:picMkLst>
            <pc:docMk/>
            <pc:sldMk cId="3287126511" sldId="308"/>
            <ac:picMk id="8" creationId="{3EEC2E91-5137-4DD5-9964-BFD16137E8EE}"/>
          </ac:picMkLst>
        </pc:picChg>
        <pc:picChg chg="del">
          <ac:chgData name="Guilherme Micota Stipp" userId="7d8a6ee1e82349c3" providerId="LiveId" clId="{606DCDA4-DF76-4872-B26E-325C922F885B}" dt="2021-09-27T14:43:31.590" v="219" actId="478"/>
          <ac:picMkLst>
            <pc:docMk/>
            <pc:sldMk cId="3287126511" sldId="308"/>
            <ac:picMk id="12" creationId="{39E8EA1E-AC5B-491B-A4B5-F1ABF9337A13}"/>
          </ac:picMkLst>
        </pc:picChg>
        <pc:picChg chg="add del mod">
          <ac:chgData name="Guilherme Micota Stipp" userId="7d8a6ee1e82349c3" providerId="LiveId" clId="{606DCDA4-DF76-4872-B26E-325C922F885B}" dt="2021-09-27T15:13:20.603" v="265" actId="478"/>
          <ac:picMkLst>
            <pc:docMk/>
            <pc:sldMk cId="3287126511" sldId="308"/>
            <ac:picMk id="13" creationId="{7065E459-6487-4BBF-BA1D-9EB2135A96C8}"/>
          </ac:picMkLst>
        </pc:picChg>
        <pc:picChg chg="add del mod">
          <ac:chgData name="Guilherme Micota Stipp" userId="7d8a6ee1e82349c3" providerId="LiveId" clId="{606DCDA4-DF76-4872-B26E-325C922F885B}" dt="2021-09-27T15:18:41.083" v="280" actId="478"/>
          <ac:picMkLst>
            <pc:docMk/>
            <pc:sldMk cId="3287126511" sldId="308"/>
            <ac:picMk id="15" creationId="{ED125051-0FBA-4B15-B174-27C33C3865AC}"/>
          </ac:picMkLst>
        </pc:picChg>
        <pc:picChg chg="add del mod">
          <ac:chgData name="Guilherme Micota Stipp" userId="7d8a6ee1e82349c3" providerId="LiveId" clId="{606DCDA4-DF76-4872-B26E-325C922F885B}" dt="2021-09-27T15:27:08.180" v="295" actId="478"/>
          <ac:picMkLst>
            <pc:docMk/>
            <pc:sldMk cId="3287126511" sldId="308"/>
            <ac:picMk id="17" creationId="{016360B6-4C50-4429-9E39-86388131FA48}"/>
          </ac:picMkLst>
        </pc:picChg>
        <pc:picChg chg="add del mod">
          <ac:chgData name="Guilherme Micota Stipp" userId="7d8a6ee1e82349c3" providerId="LiveId" clId="{606DCDA4-DF76-4872-B26E-325C922F885B}" dt="2021-09-27T15:27:10.824" v="303" actId="478"/>
          <ac:picMkLst>
            <pc:docMk/>
            <pc:sldMk cId="3287126511" sldId="308"/>
            <ac:picMk id="19" creationId="{EADE876E-A7E7-4FD2-B8E7-A15E1640FED3}"/>
          </ac:picMkLst>
        </pc:picChg>
        <pc:picChg chg="add mod">
          <ac:chgData name="Guilherme Micota Stipp" userId="7d8a6ee1e82349c3" providerId="LiveId" clId="{606DCDA4-DF76-4872-B26E-325C922F885B}" dt="2021-09-27T15:27:29.013" v="314" actId="14100"/>
          <ac:picMkLst>
            <pc:docMk/>
            <pc:sldMk cId="3287126511" sldId="308"/>
            <ac:picMk id="21" creationId="{2B55B510-F299-4A11-BFF5-3D258FB18525}"/>
          </ac:picMkLst>
        </pc:picChg>
      </pc:sldChg>
      <pc:sldChg chg="add">
        <pc:chgData name="Guilherme Micota Stipp" userId="7d8a6ee1e82349c3" providerId="LiveId" clId="{606DCDA4-DF76-4872-B26E-325C922F885B}" dt="2021-09-27T15:27:06.340" v="294" actId="2890"/>
        <pc:sldMkLst>
          <pc:docMk/>
          <pc:sldMk cId="3380870506" sldId="309"/>
        </pc:sldMkLst>
      </pc:sldChg>
      <pc:sldChg chg="delSp add del mod">
        <pc:chgData name="Guilherme Micota Stipp" userId="7d8a6ee1e82349c3" providerId="LiveId" clId="{606DCDA4-DF76-4872-B26E-325C922F885B}" dt="2021-09-27T15:42:42.476" v="384" actId="47"/>
        <pc:sldMkLst>
          <pc:docMk/>
          <pc:sldMk cId="1380324322" sldId="310"/>
        </pc:sldMkLst>
        <pc:picChg chg="del">
          <ac:chgData name="Guilherme Micota Stipp" userId="7d8a6ee1e82349c3" providerId="LiveId" clId="{606DCDA4-DF76-4872-B26E-325C922F885B}" dt="2021-09-27T15:42:40.634" v="383" actId="478"/>
          <ac:picMkLst>
            <pc:docMk/>
            <pc:sldMk cId="1380324322" sldId="310"/>
            <ac:picMk id="15" creationId="{2A761419-28DD-4C92-9273-E03F43FD66BE}"/>
          </ac:picMkLst>
        </pc:picChg>
      </pc:sldChg>
      <pc:sldChg chg="addSp delSp modSp add mod">
        <pc:chgData name="Guilherme Micota Stipp" userId="7d8a6ee1e82349c3" providerId="LiveId" clId="{606DCDA4-DF76-4872-B26E-325C922F885B}" dt="2021-09-27T17:10:24.436" v="418" actId="20577"/>
        <pc:sldMkLst>
          <pc:docMk/>
          <pc:sldMk cId="610928405" sldId="311"/>
        </pc:sldMkLst>
        <pc:spChg chg="mod">
          <ac:chgData name="Guilherme Micota Stipp" userId="7d8a6ee1e82349c3" providerId="LiveId" clId="{606DCDA4-DF76-4872-B26E-325C922F885B}" dt="2021-09-27T17:10:24.436" v="418" actId="20577"/>
          <ac:spMkLst>
            <pc:docMk/>
            <pc:sldMk cId="610928405" sldId="311"/>
            <ac:spMk id="10" creationId="{0DC30F15-2778-418E-A2EF-BEAEC6F95C4E}"/>
          </ac:spMkLst>
        </pc:spChg>
        <pc:picChg chg="add mod">
          <ac:chgData name="Guilherme Micota Stipp" userId="7d8a6ee1e82349c3" providerId="LiveId" clId="{606DCDA4-DF76-4872-B26E-325C922F885B}" dt="2021-09-27T17:10:14.512" v="401" actId="14100"/>
          <ac:picMkLst>
            <pc:docMk/>
            <pc:sldMk cId="610928405" sldId="311"/>
            <ac:picMk id="8" creationId="{931C7AD7-4997-4A94-925B-5034D0113808}"/>
          </ac:picMkLst>
        </pc:picChg>
        <pc:picChg chg="del">
          <ac:chgData name="Guilherme Micota Stipp" userId="7d8a6ee1e82349c3" providerId="LiveId" clId="{606DCDA4-DF76-4872-B26E-325C922F885B}" dt="2021-09-27T15:42:46.900" v="386" actId="478"/>
          <ac:picMkLst>
            <pc:docMk/>
            <pc:sldMk cId="610928405" sldId="311"/>
            <ac:picMk id="15" creationId="{2A761419-28DD-4C92-9273-E03F43FD66BE}"/>
          </ac:picMkLst>
        </pc:picChg>
      </pc:sldChg>
      <pc:sldChg chg="add">
        <pc:chgData name="Guilherme Micota Stipp" userId="7d8a6ee1e82349c3" providerId="LiveId" clId="{606DCDA4-DF76-4872-B26E-325C922F885B}" dt="2021-09-27T15:42:44.996" v="385" actId="2890"/>
        <pc:sldMkLst>
          <pc:docMk/>
          <pc:sldMk cId="555539524" sldId="312"/>
        </pc:sldMkLst>
      </pc:sldChg>
    </pc:docChg>
  </pc:docChgLst>
  <pc:docChgLst>
    <pc:chgData name="Guilherme Micota Stipp" userId="7d8a6ee1e82349c3" providerId="LiveId" clId="{E9EDB4D9-D8F7-4552-B1D1-AA34B1F3EB7C}"/>
    <pc:docChg chg="undo custSel addSld delSld modSld sldOrd">
      <pc:chgData name="Guilherme Micota Stipp" userId="7d8a6ee1e82349c3" providerId="LiveId" clId="{E9EDB4D9-D8F7-4552-B1D1-AA34B1F3EB7C}" dt="2022-01-17T17:18:52.280" v="746" actId="1037"/>
      <pc:docMkLst>
        <pc:docMk/>
      </pc:docMkLst>
      <pc:sldChg chg="del">
        <pc:chgData name="Guilherme Micota Stipp" userId="7d8a6ee1e82349c3" providerId="LiveId" clId="{E9EDB4D9-D8F7-4552-B1D1-AA34B1F3EB7C}" dt="2022-01-14T15:15:29.868" v="0" actId="47"/>
        <pc:sldMkLst>
          <pc:docMk/>
          <pc:sldMk cId="1205252436" sldId="360"/>
        </pc:sldMkLst>
      </pc:sldChg>
      <pc:sldChg chg="del">
        <pc:chgData name="Guilherme Micota Stipp" userId="7d8a6ee1e82349c3" providerId="LiveId" clId="{E9EDB4D9-D8F7-4552-B1D1-AA34B1F3EB7C}" dt="2022-01-14T15:15:30.731" v="2" actId="47"/>
        <pc:sldMkLst>
          <pc:docMk/>
          <pc:sldMk cId="3125320457" sldId="361"/>
        </pc:sldMkLst>
      </pc:sldChg>
      <pc:sldChg chg="del">
        <pc:chgData name="Guilherme Micota Stipp" userId="7d8a6ee1e82349c3" providerId="LiveId" clId="{E9EDB4D9-D8F7-4552-B1D1-AA34B1F3EB7C}" dt="2022-01-14T15:15:31.548" v="4" actId="47"/>
        <pc:sldMkLst>
          <pc:docMk/>
          <pc:sldMk cId="4105453421" sldId="362"/>
        </pc:sldMkLst>
      </pc:sldChg>
      <pc:sldChg chg="del">
        <pc:chgData name="Guilherme Micota Stipp" userId="7d8a6ee1e82349c3" providerId="LiveId" clId="{E9EDB4D9-D8F7-4552-B1D1-AA34B1F3EB7C}" dt="2022-01-14T15:15:30.291" v="1" actId="47"/>
        <pc:sldMkLst>
          <pc:docMk/>
          <pc:sldMk cId="4099700318" sldId="363"/>
        </pc:sldMkLst>
      </pc:sldChg>
      <pc:sldChg chg="del">
        <pc:chgData name="Guilherme Micota Stipp" userId="7d8a6ee1e82349c3" providerId="LiveId" clId="{E9EDB4D9-D8F7-4552-B1D1-AA34B1F3EB7C}" dt="2022-01-14T15:15:31.140" v="3" actId="47"/>
        <pc:sldMkLst>
          <pc:docMk/>
          <pc:sldMk cId="269120577" sldId="364"/>
        </pc:sldMkLst>
      </pc:sldChg>
      <pc:sldChg chg="del">
        <pc:chgData name="Guilherme Micota Stipp" userId="7d8a6ee1e82349c3" providerId="LiveId" clId="{E9EDB4D9-D8F7-4552-B1D1-AA34B1F3EB7C}" dt="2022-01-14T15:15:32.678" v="5" actId="47"/>
        <pc:sldMkLst>
          <pc:docMk/>
          <pc:sldMk cId="1455387462" sldId="365"/>
        </pc:sldMkLst>
      </pc:sldChg>
      <pc:sldChg chg="del">
        <pc:chgData name="Guilherme Micota Stipp" userId="7d8a6ee1e82349c3" providerId="LiveId" clId="{E9EDB4D9-D8F7-4552-B1D1-AA34B1F3EB7C}" dt="2022-01-14T15:15:33.681" v="6" actId="47"/>
        <pc:sldMkLst>
          <pc:docMk/>
          <pc:sldMk cId="3159474998" sldId="366"/>
        </pc:sldMkLst>
      </pc:sldChg>
      <pc:sldChg chg="addSp delSp modSp mod">
        <pc:chgData name="Guilherme Micota Stipp" userId="7d8a6ee1e82349c3" providerId="LiveId" clId="{E9EDB4D9-D8F7-4552-B1D1-AA34B1F3EB7C}" dt="2022-01-14T17:46:09.159" v="193" actId="14100"/>
        <pc:sldMkLst>
          <pc:docMk/>
          <pc:sldMk cId="3703355201" sldId="367"/>
        </pc:sldMkLst>
        <pc:spChg chg="mod">
          <ac:chgData name="Guilherme Micota Stipp" userId="7d8a6ee1e82349c3" providerId="LiveId" clId="{E9EDB4D9-D8F7-4552-B1D1-AA34B1F3EB7C}" dt="2022-01-14T15:15:42.539" v="27" actId="20577"/>
          <ac:spMkLst>
            <pc:docMk/>
            <pc:sldMk cId="3703355201" sldId="367"/>
            <ac:spMk id="10" creationId="{0DC30F15-2778-418E-A2EF-BEAEC6F95C4E}"/>
          </ac:spMkLst>
        </pc:spChg>
        <pc:picChg chg="add del mod">
          <ac:chgData name="Guilherme Micota Stipp" userId="7d8a6ee1e82349c3" providerId="LiveId" clId="{E9EDB4D9-D8F7-4552-B1D1-AA34B1F3EB7C}" dt="2022-01-14T17:46:00.952" v="169" actId="478"/>
          <ac:picMkLst>
            <pc:docMk/>
            <pc:sldMk cId="3703355201" sldId="367"/>
            <ac:picMk id="8" creationId="{2924684F-DCD2-4F82-8BEA-DFC37B814382}"/>
          </ac:picMkLst>
        </pc:picChg>
        <pc:picChg chg="add del mod">
          <ac:chgData name="Guilherme Micota Stipp" userId="7d8a6ee1e82349c3" providerId="LiveId" clId="{E9EDB4D9-D8F7-4552-B1D1-AA34B1F3EB7C}" dt="2022-01-14T15:17:47.585" v="59" actId="478"/>
          <ac:picMkLst>
            <pc:docMk/>
            <pc:sldMk cId="3703355201" sldId="367"/>
            <ac:picMk id="8" creationId="{BCAE163E-936B-4B41-9396-329F0992EED1}"/>
          </ac:picMkLst>
        </pc:picChg>
        <pc:picChg chg="del">
          <ac:chgData name="Guilherme Micota Stipp" userId="7d8a6ee1e82349c3" providerId="LiveId" clId="{E9EDB4D9-D8F7-4552-B1D1-AA34B1F3EB7C}" dt="2022-01-14T15:15:44.330" v="28" actId="478"/>
          <ac:picMkLst>
            <pc:docMk/>
            <pc:sldMk cId="3703355201" sldId="367"/>
            <ac:picMk id="11" creationId="{6C3A006C-AFD1-455E-AFE0-3D345C454DD2}"/>
          </ac:picMkLst>
        </pc:picChg>
        <pc:picChg chg="add mod">
          <ac:chgData name="Guilherme Micota Stipp" userId="7d8a6ee1e82349c3" providerId="LiveId" clId="{E9EDB4D9-D8F7-4552-B1D1-AA34B1F3EB7C}" dt="2022-01-14T17:46:09.159" v="193" actId="14100"/>
          <ac:picMkLst>
            <pc:docMk/>
            <pc:sldMk cId="3703355201" sldId="367"/>
            <ac:picMk id="12" creationId="{80473EC2-CCAF-4D42-84E4-1344B71E8FAA}"/>
          </ac:picMkLst>
        </pc:picChg>
        <pc:picChg chg="add del mod">
          <ac:chgData name="Guilherme Micota Stipp" userId="7d8a6ee1e82349c3" providerId="LiveId" clId="{E9EDB4D9-D8F7-4552-B1D1-AA34B1F3EB7C}" dt="2022-01-14T17:45:16.864" v="143" actId="478"/>
          <ac:picMkLst>
            <pc:docMk/>
            <pc:sldMk cId="3703355201" sldId="367"/>
            <ac:picMk id="13" creationId="{AAE2B4AF-40D8-4F5C-AC2E-05CEDDDD34CF}"/>
          </ac:picMkLst>
        </pc:picChg>
      </pc:sldChg>
      <pc:sldChg chg="del">
        <pc:chgData name="Guilherme Micota Stipp" userId="7d8a6ee1e82349c3" providerId="LiveId" clId="{E9EDB4D9-D8F7-4552-B1D1-AA34B1F3EB7C}" dt="2022-01-14T15:51:08.885" v="139" actId="47"/>
        <pc:sldMkLst>
          <pc:docMk/>
          <pc:sldMk cId="2808294949" sldId="368"/>
        </pc:sldMkLst>
      </pc:sldChg>
      <pc:sldChg chg="addSp delSp modSp add mod">
        <pc:chgData name="Guilherme Micota Stipp" userId="7d8a6ee1e82349c3" providerId="LiveId" clId="{E9EDB4D9-D8F7-4552-B1D1-AA34B1F3EB7C}" dt="2022-01-14T17:46:23.572" v="216" actId="14100"/>
        <pc:sldMkLst>
          <pc:docMk/>
          <pc:sldMk cId="936443012" sldId="369"/>
        </pc:sldMkLst>
        <pc:picChg chg="add del mod">
          <ac:chgData name="Guilherme Micota Stipp" userId="7d8a6ee1e82349c3" providerId="LiveId" clId="{E9EDB4D9-D8F7-4552-B1D1-AA34B1F3EB7C}" dt="2022-01-14T17:45:31.930" v="163" actId="478"/>
          <ac:picMkLst>
            <pc:docMk/>
            <pc:sldMk cId="936443012" sldId="369"/>
            <ac:picMk id="8" creationId="{BA7AEDD9-90D3-4C81-9509-00A6AC1BE2C2}"/>
          </ac:picMkLst>
        </pc:picChg>
        <pc:picChg chg="add del mod">
          <ac:chgData name="Guilherme Micota Stipp" userId="7d8a6ee1e82349c3" providerId="LiveId" clId="{E9EDB4D9-D8F7-4552-B1D1-AA34B1F3EB7C}" dt="2022-01-14T17:46:14.348" v="194" actId="478"/>
          <ac:picMkLst>
            <pc:docMk/>
            <pc:sldMk cId="936443012" sldId="369"/>
            <ac:picMk id="11" creationId="{A6A8920F-CD31-4C98-8F56-B6A1556716D2}"/>
          </ac:picMkLst>
        </pc:picChg>
        <pc:picChg chg="add mod">
          <ac:chgData name="Guilherme Micota Stipp" userId="7d8a6ee1e82349c3" providerId="LiveId" clId="{E9EDB4D9-D8F7-4552-B1D1-AA34B1F3EB7C}" dt="2022-01-14T17:46:23.572" v="216" actId="14100"/>
          <ac:picMkLst>
            <pc:docMk/>
            <pc:sldMk cId="936443012" sldId="369"/>
            <ac:picMk id="13" creationId="{84BB2491-A46C-4F74-A8C4-F9DF6FD3AD83}"/>
          </ac:picMkLst>
        </pc:picChg>
        <pc:picChg chg="del">
          <ac:chgData name="Guilherme Micota Stipp" userId="7d8a6ee1e82349c3" providerId="LiveId" clId="{E9EDB4D9-D8F7-4552-B1D1-AA34B1F3EB7C}" dt="2022-01-14T15:18:00.475" v="79" actId="478"/>
          <ac:picMkLst>
            <pc:docMk/>
            <pc:sldMk cId="936443012" sldId="369"/>
            <ac:picMk id="13" creationId="{AAE2B4AF-40D8-4F5C-AC2E-05CEDDDD34CF}"/>
          </ac:picMkLst>
        </pc:picChg>
      </pc:sldChg>
      <pc:sldChg chg="addSp delSp modSp add mod">
        <pc:chgData name="Guilherme Micota Stipp" userId="7d8a6ee1e82349c3" providerId="LiveId" clId="{E9EDB4D9-D8F7-4552-B1D1-AA34B1F3EB7C}" dt="2022-01-14T17:46:44.155" v="236" actId="14100"/>
        <pc:sldMkLst>
          <pc:docMk/>
          <pc:sldMk cId="2229717314" sldId="370"/>
        </pc:sldMkLst>
        <pc:picChg chg="add del mod">
          <ac:chgData name="Guilherme Micota Stipp" userId="7d8a6ee1e82349c3" providerId="LiveId" clId="{E9EDB4D9-D8F7-4552-B1D1-AA34B1F3EB7C}" dt="2022-01-14T17:46:29.657" v="217" actId="478"/>
          <ac:picMkLst>
            <pc:docMk/>
            <pc:sldMk cId="2229717314" sldId="370"/>
            <ac:picMk id="8" creationId="{560F82EF-9EF1-4462-BDBB-6B0CA9AEEAA1}"/>
          </ac:picMkLst>
        </pc:picChg>
        <pc:picChg chg="add mod">
          <ac:chgData name="Guilherme Micota Stipp" userId="7d8a6ee1e82349c3" providerId="LiveId" clId="{E9EDB4D9-D8F7-4552-B1D1-AA34B1F3EB7C}" dt="2022-01-14T17:46:44.155" v="236" actId="14100"/>
          <ac:picMkLst>
            <pc:docMk/>
            <pc:sldMk cId="2229717314" sldId="370"/>
            <ac:picMk id="11" creationId="{3EA622A5-1E91-4CC9-9466-D9700E2AFBC0}"/>
          </ac:picMkLst>
        </pc:picChg>
        <pc:picChg chg="del">
          <ac:chgData name="Guilherme Micota Stipp" userId="7d8a6ee1e82349c3" providerId="LiveId" clId="{E9EDB4D9-D8F7-4552-B1D1-AA34B1F3EB7C}" dt="2022-01-14T15:18:01.498" v="80" actId="478"/>
          <ac:picMkLst>
            <pc:docMk/>
            <pc:sldMk cId="2229717314" sldId="370"/>
            <ac:picMk id="13" creationId="{AAE2B4AF-40D8-4F5C-AC2E-05CEDDDD34CF}"/>
          </ac:picMkLst>
        </pc:picChg>
      </pc:sldChg>
      <pc:sldChg chg="addSp delSp modSp add mod">
        <pc:chgData name="Guilherme Micota Stipp" userId="7d8a6ee1e82349c3" providerId="LiveId" clId="{E9EDB4D9-D8F7-4552-B1D1-AA34B1F3EB7C}" dt="2022-01-14T18:19:17.885" v="405" actId="14100"/>
        <pc:sldMkLst>
          <pc:docMk/>
          <pc:sldMk cId="982102360" sldId="371"/>
        </pc:sldMkLst>
        <pc:picChg chg="del">
          <ac:chgData name="Guilherme Micota Stipp" userId="7d8a6ee1e82349c3" providerId="LiveId" clId="{E9EDB4D9-D8F7-4552-B1D1-AA34B1F3EB7C}" dt="2022-01-14T15:51:23.609" v="141" actId="478"/>
          <ac:picMkLst>
            <pc:docMk/>
            <pc:sldMk cId="982102360" sldId="371"/>
            <ac:picMk id="8" creationId="{560F82EF-9EF1-4462-BDBB-6B0CA9AEEAA1}"/>
          </ac:picMkLst>
        </pc:picChg>
        <pc:picChg chg="add del mod">
          <ac:chgData name="Guilherme Micota Stipp" userId="7d8a6ee1e82349c3" providerId="LiveId" clId="{E9EDB4D9-D8F7-4552-B1D1-AA34B1F3EB7C}" dt="2022-01-14T17:47:49.606" v="243" actId="478"/>
          <ac:picMkLst>
            <pc:docMk/>
            <pc:sldMk cId="982102360" sldId="371"/>
            <ac:picMk id="8" creationId="{F4DF88A2-D9EC-4750-A200-A8A4114C0476}"/>
          </ac:picMkLst>
        </pc:picChg>
        <pc:picChg chg="add del mod">
          <ac:chgData name="Guilherme Micota Stipp" userId="7d8a6ee1e82349c3" providerId="LiveId" clId="{E9EDB4D9-D8F7-4552-B1D1-AA34B1F3EB7C}" dt="2022-01-14T17:48:56.056" v="276" actId="478"/>
          <ac:picMkLst>
            <pc:docMk/>
            <pc:sldMk cId="982102360" sldId="371"/>
            <ac:picMk id="12" creationId="{2ECBEA3B-CAC1-4EB1-9589-CAAB04A636BB}"/>
          </ac:picMkLst>
        </pc:picChg>
        <pc:picChg chg="add del mod">
          <ac:chgData name="Guilherme Micota Stipp" userId="7d8a6ee1e82349c3" providerId="LiveId" clId="{E9EDB4D9-D8F7-4552-B1D1-AA34B1F3EB7C}" dt="2022-01-14T18:19:09.543" v="393" actId="478"/>
          <ac:picMkLst>
            <pc:docMk/>
            <pc:sldMk cId="982102360" sldId="371"/>
            <ac:picMk id="14" creationId="{C9426AE9-9C62-469A-917D-B3D64DE586E8}"/>
          </ac:picMkLst>
        </pc:picChg>
        <pc:picChg chg="add mod">
          <ac:chgData name="Guilherme Micota Stipp" userId="7d8a6ee1e82349c3" providerId="LiveId" clId="{E9EDB4D9-D8F7-4552-B1D1-AA34B1F3EB7C}" dt="2022-01-14T18:19:17.885" v="405" actId="14100"/>
          <ac:picMkLst>
            <pc:docMk/>
            <pc:sldMk cId="982102360" sldId="371"/>
            <ac:picMk id="16" creationId="{EA92D1D6-7E27-4181-844E-65072F946DC5}"/>
          </ac:picMkLst>
        </pc:picChg>
      </pc:sldChg>
      <pc:sldChg chg="addSp delSp modSp add mod ord">
        <pc:chgData name="Guilherme Micota Stipp" userId="7d8a6ee1e82349c3" providerId="LiveId" clId="{E9EDB4D9-D8F7-4552-B1D1-AA34B1F3EB7C}" dt="2022-01-14T18:45:58.617" v="536"/>
        <pc:sldMkLst>
          <pc:docMk/>
          <pc:sldMk cId="1582058062" sldId="372"/>
        </pc:sldMkLst>
        <pc:picChg chg="add del mod">
          <ac:chgData name="Guilherme Micota Stipp" userId="7d8a6ee1e82349c3" providerId="LiveId" clId="{E9EDB4D9-D8F7-4552-B1D1-AA34B1F3EB7C}" dt="2022-01-14T18:00:05.573" v="310" actId="478"/>
          <ac:picMkLst>
            <pc:docMk/>
            <pc:sldMk cId="1582058062" sldId="372"/>
            <ac:picMk id="8" creationId="{35503C18-6174-4EAC-9F54-307EC10FAD03}"/>
          </ac:picMkLst>
        </pc:picChg>
        <pc:picChg chg="add del mod">
          <ac:chgData name="Guilherme Micota Stipp" userId="7d8a6ee1e82349c3" providerId="LiveId" clId="{E9EDB4D9-D8F7-4552-B1D1-AA34B1F3EB7C}" dt="2022-01-14T18:30:42.083" v="410" actId="478"/>
          <ac:picMkLst>
            <pc:docMk/>
            <pc:sldMk cId="1582058062" sldId="372"/>
            <ac:picMk id="12" creationId="{4FDE7749-9331-431E-A840-00BCD06F7F26}"/>
          </ac:picMkLst>
        </pc:picChg>
        <pc:picChg chg="add mod">
          <ac:chgData name="Guilherme Micota Stipp" userId="7d8a6ee1e82349c3" providerId="LiveId" clId="{E9EDB4D9-D8F7-4552-B1D1-AA34B1F3EB7C}" dt="2022-01-14T18:30:54.603" v="438" actId="14100"/>
          <ac:picMkLst>
            <pc:docMk/>
            <pc:sldMk cId="1582058062" sldId="372"/>
            <ac:picMk id="14" creationId="{F545A48A-B0E1-40B8-B105-6056C4EA5646}"/>
          </ac:picMkLst>
        </pc:picChg>
      </pc:sldChg>
      <pc:sldChg chg="addSp delSp modSp add mod">
        <pc:chgData name="Guilherme Micota Stipp" userId="7d8a6ee1e82349c3" providerId="LiveId" clId="{E9EDB4D9-D8F7-4552-B1D1-AA34B1F3EB7C}" dt="2022-01-14T18:16:58.650" v="392" actId="14100"/>
        <pc:sldMkLst>
          <pc:docMk/>
          <pc:sldMk cId="3223908926" sldId="373"/>
        </pc:sldMkLst>
        <pc:spChg chg="mod">
          <ac:chgData name="Guilherme Micota Stipp" userId="7d8a6ee1e82349c3" providerId="LiveId" clId="{E9EDB4D9-D8F7-4552-B1D1-AA34B1F3EB7C}" dt="2022-01-14T18:00:42.566" v="364" actId="20577"/>
          <ac:spMkLst>
            <pc:docMk/>
            <pc:sldMk cId="3223908926" sldId="373"/>
            <ac:spMk id="10" creationId="{0DC30F15-2778-418E-A2EF-BEAEC6F95C4E}"/>
          </ac:spMkLst>
        </pc:spChg>
        <pc:picChg chg="add mod">
          <ac:chgData name="Guilherme Micota Stipp" userId="7d8a6ee1e82349c3" providerId="LiveId" clId="{E9EDB4D9-D8F7-4552-B1D1-AA34B1F3EB7C}" dt="2022-01-14T18:16:58.650" v="392" actId="14100"/>
          <ac:picMkLst>
            <pc:docMk/>
            <pc:sldMk cId="3223908926" sldId="373"/>
            <ac:picMk id="8" creationId="{BA8EEF50-24A1-43AC-B8CE-09DEB96E3137}"/>
          </ac:picMkLst>
        </pc:picChg>
        <pc:picChg chg="del">
          <ac:chgData name="Guilherme Micota Stipp" userId="7d8a6ee1e82349c3" providerId="LiveId" clId="{E9EDB4D9-D8F7-4552-B1D1-AA34B1F3EB7C}" dt="2022-01-14T18:00:33.980" v="344" actId="478"/>
          <ac:picMkLst>
            <pc:docMk/>
            <pc:sldMk cId="3223908926" sldId="373"/>
            <ac:picMk id="12" creationId="{4FDE7749-9331-431E-A840-00BCD06F7F26}"/>
          </ac:picMkLst>
        </pc:picChg>
      </pc:sldChg>
      <pc:sldChg chg="addSp delSp modSp add mod">
        <pc:chgData name="Guilherme Micota Stipp" userId="7d8a6ee1e82349c3" providerId="LiveId" clId="{E9EDB4D9-D8F7-4552-B1D1-AA34B1F3EB7C}" dt="2022-01-17T17:17:04.523" v="662" actId="14100"/>
        <pc:sldMkLst>
          <pc:docMk/>
          <pc:sldMk cId="2392125781" sldId="374"/>
        </pc:sldMkLst>
        <pc:picChg chg="add mod">
          <ac:chgData name="Guilherme Micota Stipp" userId="7d8a6ee1e82349c3" providerId="LiveId" clId="{E9EDB4D9-D8F7-4552-B1D1-AA34B1F3EB7C}" dt="2022-01-17T17:17:04.523" v="662" actId="14100"/>
          <ac:picMkLst>
            <pc:docMk/>
            <pc:sldMk cId="2392125781" sldId="374"/>
            <ac:picMk id="8" creationId="{70964489-D735-4491-9B72-0E6D4BCE6DC3}"/>
          </ac:picMkLst>
        </pc:picChg>
        <pc:picChg chg="del">
          <ac:chgData name="Guilherme Micota Stipp" userId="7d8a6ee1e82349c3" providerId="LiveId" clId="{E9EDB4D9-D8F7-4552-B1D1-AA34B1F3EB7C}" dt="2022-01-14T18:19:29.641" v="409" actId="478"/>
          <ac:picMkLst>
            <pc:docMk/>
            <pc:sldMk cId="2392125781" sldId="374"/>
            <ac:picMk id="8" creationId="{BA8EEF50-24A1-43AC-B8CE-09DEB96E3137}"/>
          </ac:picMkLst>
        </pc:picChg>
        <pc:picChg chg="add del mod">
          <ac:chgData name="Guilherme Micota Stipp" userId="7d8a6ee1e82349c3" providerId="LiveId" clId="{E9EDB4D9-D8F7-4552-B1D1-AA34B1F3EB7C}" dt="2022-01-14T18:33:47.597" v="456" actId="478"/>
          <ac:picMkLst>
            <pc:docMk/>
            <pc:sldMk cId="2392125781" sldId="374"/>
            <ac:picMk id="11" creationId="{069C18F3-635E-4A7A-BFA2-D4F3F06382CD}"/>
          </ac:picMkLst>
        </pc:picChg>
        <pc:picChg chg="add del mod">
          <ac:chgData name="Guilherme Micota Stipp" userId="7d8a6ee1e82349c3" providerId="LiveId" clId="{E9EDB4D9-D8F7-4552-B1D1-AA34B1F3EB7C}" dt="2022-01-17T17:16:55.299" v="643" actId="478"/>
          <ac:picMkLst>
            <pc:docMk/>
            <pc:sldMk cId="2392125781" sldId="374"/>
            <ac:picMk id="13" creationId="{FFF46A25-1C29-4925-AC21-9A82764816C8}"/>
          </ac:picMkLst>
        </pc:picChg>
      </pc:sldChg>
      <pc:sldChg chg="addSp delSp modSp add mod">
        <pc:chgData name="Guilherme Micota Stipp" userId="7d8a6ee1e82349c3" providerId="LiveId" clId="{E9EDB4D9-D8F7-4552-B1D1-AA34B1F3EB7C}" dt="2022-01-17T17:18:52.280" v="746" actId="1037"/>
        <pc:sldMkLst>
          <pc:docMk/>
          <pc:sldMk cId="2681605066" sldId="375"/>
        </pc:sldMkLst>
        <pc:spChg chg="mod">
          <ac:chgData name="Guilherme Micota Stipp" userId="7d8a6ee1e82349c3" providerId="LiveId" clId="{E9EDB4D9-D8F7-4552-B1D1-AA34B1F3EB7C}" dt="2022-01-14T19:10:02.158" v="600" actId="20577"/>
          <ac:spMkLst>
            <pc:docMk/>
            <pc:sldMk cId="2681605066" sldId="375"/>
            <ac:spMk id="10" creationId="{0DC30F15-2778-418E-A2EF-BEAEC6F95C4E}"/>
          </ac:spMkLst>
        </pc:spChg>
        <pc:picChg chg="add mod">
          <ac:chgData name="Guilherme Micota Stipp" userId="7d8a6ee1e82349c3" providerId="LiveId" clId="{E9EDB4D9-D8F7-4552-B1D1-AA34B1F3EB7C}" dt="2022-01-17T17:18:40.755" v="705" actId="14100"/>
          <ac:picMkLst>
            <pc:docMk/>
            <pc:sldMk cId="2681605066" sldId="375"/>
            <ac:picMk id="8" creationId="{33D0D32D-0D5A-41FA-A55E-BB3ED91713DB}"/>
          </ac:picMkLst>
        </pc:picChg>
        <pc:picChg chg="del">
          <ac:chgData name="Guilherme Micota Stipp" userId="7d8a6ee1e82349c3" providerId="LiveId" clId="{E9EDB4D9-D8F7-4552-B1D1-AA34B1F3EB7C}" dt="2022-01-14T18:19:28.529" v="408" actId="478"/>
          <ac:picMkLst>
            <pc:docMk/>
            <pc:sldMk cId="2681605066" sldId="375"/>
            <ac:picMk id="8" creationId="{BA8EEF50-24A1-43AC-B8CE-09DEB96E3137}"/>
          </ac:picMkLst>
        </pc:picChg>
        <pc:picChg chg="add del mod">
          <ac:chgData name="Guilherme Micota Stipp" userId="7d8a6ee1e82349c3" providerId="LiveId" clId="{E9EDB4D9-D8F7-4552-B1D1-AA34B1F3EB7C}" dt="2022-01-14T19:10:05.568" v="607" actId="478"/>
          <ac:picMkLst>
            <pc:docMk/>
            <pc:sldMk cId="2681605066" sldId="375"/>
            <ac:picMk id="11" creationId="{0F037EF0-2FCB-4B0E-8207-98FBC9EEC176}"/>
          </ac:picMkLst>
        </pc:picChg>
        <pc:picChg chg="add mod">
          <ac:chgData name="Guilherme Micota Stipp" userId="7d8a6ee1e82349c3" providerId="LiveId" clId="{E9EDB4D9-D8F7-4552-B1D1-AA34B1F3EB7C}" dt="2022-01-17T17:18:52.280" v="746" actId="1037"/>
          <ac:picMkLst>
            <pc:docMk/>
            <pc:sldMk cId="2681605066" sldId="375"/>
            <ac:picMk id="12" creationId="{B5DDCEEB-DC80-4938-96D1-2E5EFB951499}"/>
          </ac:picMkLst>
        </pc:picChg>
        <pc:picChg chg="add del mod">
          <ac:chgData name="Guilherme Micota Stipp" userId="7d8a6ee1e82349c3" providerId="LiveId" clId="{E9EDB4D9-D8F7-4552-B1D1-AA34B1F3EB7C}" dt="2022-01-14T19:10:05.052" v="606" actId="478"/>
          <ac:picMkLst>
            <pc:docMk/>
            <pc:sldMk cId="2681605066" sldId="375"/>
            <ac:picMk id="13" creationId="{F2BAA1E2-F3B2-4B54-8E7B-2F40E0379531}"/>
          </ac:picMkLst>
        </pc:picChg>
        <pc:picChg chg="add del mod">
          <ac:chgData name="Guilherme Micota Stipp" userId="7d8a6ee1e82349c3" providerId="LiveId" clId="{E9EDB4D9-D8F7-4552-B1D1-AA34B1F3EB7C}" dt="2022-01-17T17:18:17.578" v="667" actId="478"/>
          <ac:picMkLst>
            <pc:docMk/>
            <pc:sldMk cId="2681605066" sldId="375"/>
            <ac:picMk id="15" creationId="{A2737A73-BB1A-4917-9A4C-F63F1DFD0DC0}"/>
          </ac:picMkLst>
        </pc:picChg>
        <pc:picChg chg="add del mod">
          <ac:chgData name="Guilherme Micota Stipp" userId="7d8a6ee1e82349c3" providerId="LiveId" clId="{E9EDB4D9-D8F7-4552-B1D1-AA34B1F3EB7C}" dt="2022-01-17T17:18:18.017" v="668" actId="478"/>
          <ac:picMkLst>
            <pc:docMk/>
            <pc:sldMk cId="2681605066" sldId="375"/>
            <ac:picMk id="17" creationId="{DB2C72BF-735C-4A34-A394-D50D3C157F70}"/>
          </ac:picMkLst>
        </pc:picChg>
      </pc:sldChg>
      <pc:sldChg chg="addSp delSp modSp add mod ord">
        <pc:chgData name="Guilherme Micota Stipp" userId="7d8a6ee1e82349c3" providerId="LiveId" clId="{E9EDB4D9-D8F7-4552-B1D1-AA34B1F3EB7C}" dt="2022-01-14T18:42:50.469" v="532"/>
        <pc:sldMkLst>
          <pc:docMk/>
          <pc:sldMk cId="3989258479" sldId="376"/>
        </pc:sldMkLst>
        <pc:picChg chg="add del mod">
          <ac:chgData name="Guilherme Micota Stipp" userId="7d8a6ee1e82349c3" providerId="LiveId" clId="{E9EDB4D9-D8F7-4552-B1D1-AA34B1F3EB7C}" dt="2022-01-14T18:33:50.337" v="457" actId="478"/>
          <ac:picMkLst>
            <pc:docMk/>
            <pc:sldMk cId="3989258479" sldId="376"/>
            <ac:picMk id="8" creationId="{6C4F0639-40F3-42EB-AE5E-69AEC0E7C578}"/>
          </ac:picMkLst>
        </pc:picChg>
        <pc:picChg chg="del">
          <ac:chgData name="Guilherme Micota Stipp" userId="7d8a6ee1e82349c3" providerId="LiveId" clId="{E9EDB4D9-D8F7-4552-B1D1-AA34B1F3EB7C}" dt="2022-01-14T18:31:11.743" v="440" actId="478"/>
          <ac:picMkLst>
            <pc:docMk/>
            <pc:sldMk cId="3989258479" sldId="376"/>
            <ac:picMk id="11" creationId="{3EA622A5-1E91-4CC9-9466-D9700E2AFBC0}"/>
          </ac:picMkLst>
        </pc:picChg>
        <pc:picChg chg="add mod">
          <ac:chgData name="Guilherme Micota Stipp" userId="7d8a6ee1e82349c3" providerId="LiveId" clId="{E9EDB4D9-D8F7-4552-B1D1-AA34B1F3EB7C}" dt="2022-01-14T18:34:03.416" v="495" actId="14100"/>
          <ac:picMkLst>
            <pc:docMk/>
            <pc:sldMk cId="3989258479" sldId="376"/>
            <ac:picMk id="13" creationId="{4485D122-0182-4CD4-9438-75DD2C6A36D8}"/>
          </ac:picMkLst>
        </pc:picChg>
      </pc:sldChg>
      <pc:sldChg chg="addSp delSp modSp add mod ord">
        <pc:chgData name="Guilherme Micota Stipp" userId="7d8a6ee1e82349c3" providerId="LiveId" clId="{E9EDB4D9-D8F7-4552-B1D1-AA34B1F3EB7C}" dt="2022-01-14T18:43:02.792" v="534"/>
        <pc:sldMkLst>
          <pc:docMk/>
          <pc:sldMk cId="28923105" sldId="377"/>
        </pc:sldMkLst>
        <pc:picChg chg="add del mod">
          <ac:chgData name="Guilherme Micota Stipp" userId="7d8a6ee1e82349c3" providerId="LiveId" clId="{E9EDB4D9-D8F7-4552-B1D1-AA34B1F3EB7C}" dt="2022-01-14T18:42:26.944" v="504"/>
          <ac:picMkLst>
            <pc:docMk/>
            <pc:sldMk cId="28923105" sldId="377"/>
            <ac:picMk id="8" creationId="{BB5287D8-B767-42F6-A353-604C4B2C6EA7}"/>
          </ac:picMkLst>
        </pc:picChg>
        <pc:picChg chg="add mod">
          <ac:chgData name="Guilherme Micota Stipp" userId="7d8a6ee1e82349c3" providerId="LiveId" clId="{E9EDB4D9-D8F7-4552-B1D1-AA34B1F3EB7C}" dt="2022-01-14T18:42:40.496" v="530" actId="14100"/>
          <ac:picMkLst>
            <pc:docMk/>
            <pc:sldMk cId="28923105" sldId="377"/>
            <ac:picMk id="12" creationId="{172B39F3-61A8-464F-99B7-3A7C2FEBB1F0}"/>
          </ac:picMkLst>
        </pc:picChg>
        <pc:picChg chg="add del">
          <ac:chgData name="Guilherme Micota Stipp" userId="7d8a6ee1e82349c3" providerId="LiveId" clId="{E9EDB4D9-D8F7-4552-B1D1-AA34B1F3EB7C}" dt="2022-01-14T18:42:29.885" v="506" actId="478"/>
          <ac:picMkLst>
            <pc:docMk/>
            <pc:sldMk cId="28923105" sldId="377"/>
            <ac:picMk id="13" creationId="{4485D122-0182-4CD4-9438-75DD2C6A36D8}"/>
          </ac:picMkLst>
        </pc:picChg>
      </pc:sldChg>
    </pc:docChg>
  </pc:docChgLst>
  <pc:docChgLst>
    <pc:chgData name="Guilherme Micota Stipp" userId="7d8a6ee1e82349c3" providerId="LiveId" clId="{816C9392-DC6B-49F2-BD25-79A89E3350EC}"/>
    <pc:docChg chg="custSel addSld delSld modSld">
      <pc:chgData name="Guilherme Micota Stipp" userId="7d8a6ee1e82349c3" providerId="LiveId" clId="{816C9392-DC6B-49F2-BD25-79A89E3350EC}" dt="2021-08-22T23:33:47.046" v="272" actId="14100"/>
      <pc:docMkLst>
        <pc:docMk/>
      </pc:docMkLst>
      <pc:sldChg chg="addSp delSp modSp mod">
        <pc:chgData name="Guilherme Micota Stipp" userId="7d8a6ee1e82349c3" providerId="LiveId" clId="{816C9392-DC6B-49F2-BD25-79A89E3350EC}" dt="2021-08-22T22:21:15.346" v="28" actId="14100"/>
        <pc:sldMkLst>
          <pc:docMk/>
          <pc:sldMk cId="1259924771" sldId="299"/>
        </pc:sldMkLst>
        <pc:picChg chg="add mod">
          <ac:chgData name="Guilherme Micota Stipp" userId="7d8a6ee1e82349c3" providerId="LiveId" clId="{816C9392-DC6B-49F2-BD25-79A89E3350EC}" dt="2021-08-22T22:21:15.346" v="28" actId="14100"/>
          <ac:picMkLst>
            <pc:docMk/>
            <pc:sldMk cId="1259924771" sldId="299"/>
            <ac:picMk id="8" creationId="{53EFEA50-9ECC-4899-BC9E-FDEE2BFF79A6}"/>
          </ac:picMkLst>
        </pc:picChg>
        <pc:picChg chg="del">
          <ac:chgData name="Guilherme Micota Stipp" userId="7d8a6ee1e82349c3" providerId="LiveId" clId="{816C9392-DC6B-49F2-BD25-79A89E3350EC}" dt="2021-08-22T22:20:55.990" v="16" actId="478"/>
          <ac:picMkLst>
            <pc:docMk/>
            <pc:sldMk cId="1259924771" sldId="299"/>
            <ac:picMk id="13" creationId="{21B52C20-70F2-420D-903C-2D38A7AF706A}"/>
          </ac:picMkLst>
        </pc:picChg>
      </pc:sldChg>
      <pc:sldChg chg="del">
        <pc:chgData name="Guilherme Micota Stipp" userId="7d8a6ee1e82349c3" providerId="LiveId" clId="{816C9392-DC6B-49F2-BD25-79A89E3350EC}" dt="2021-08-22T22:20:05.864" v="0" actId="47"/>
        <pc:sldMkLst>
          <pc:docMk/>
          <pc:sldMk cId="3799452706" sldId="303"/>
        </pc:sldMkLst>
      </pc:sldChg>
      <pc:sldChg chg="addSp delSp modSp mod">
        <pc:chgData name="Guilherme Micota Stipp" userId="7d8a6ee1e82349c3" providerId="LiveId" clId="{816C9392-DC6B-49F2-BD25-79A89E3350EC}" dt="2021-08-22T23:06:34.024" v="109" actId="20577"/>
        <pc:sldMkLst>
          <pc:docMk/>
          <pc:sldMk cId="506162975" sldId="304"/>
        </pc:sldMkLst>
        <pc:spChg chg="mod">
          <ac:chgData name="Guilherme Micota Stipp" userId="7d8a6ee1e82349c3" providerId="LiveId" clId="{816C9392-DC6B-49F2-BD25-79A89E3350EC}" dt="2021-08-22T23:06:34.024" v="109" actId="20577"/>
          <ac:spMkLst>
            <pc:docMk/>
            <pc:sldMk cId="506162975" sldId="304"/>
            <ac:spMk id="10" creationId="{0DC30F15-2778-418E-A2EF-BEAEC6F95C4E}"/>
          </ac:spMkLst>
        </pc:spChg>
        <pc:picChg chg="add del mod">
          <ac:chgData name="Guilherme Micota Stipp" userId="7d8a6ee1e82349c3" providerId="LiveId" clId="{816C9392-DC6B-49F2-BD25-79A89E3350EC}" dt="2021-08-22T23:05:20.327" v="30" actId="478"/>
          <ac:picMkLst>
            <pc:docMk/>
            <pc:sldMk cId="506162975" sldId="304"/>
            <ac:picMk id="8" creationId="{315C4232-7004-409F-A4D7-43390C01853A}"/>
          </ac:picMkLst>
        </pc:picChg>
        <pc:picChg chg="add mod">
          <ac:chgData name="Guilherme Micota Stipp" userId="7d8a6ee1e82349c3" providerId="LiveId" clId="{816C9392-DC6B-49F2-BD25-79A89E3350EC}" dt="2021-08-22T23:05:59.780" v="55" actId="14100"/>
          <ac:picMkLst>
            <pc:docMk/>
            <pc:sldMk cId="506162975" sldId="304"/>
            <ac:picMk id="12" creationId="{EAF6C38C-C361-476A-A9E1-385A6A03955C}"/>
          </ac:picMkLst>
        </pc:picChg>
        <pc:picChg chg="del">
          <ac:chgData name="Guilherme Micota Stipp" userId="7d8a6ee1e82349c3" providerId="LiveId" clId="{816C9392-DC6B-49F2-BD25-79A89E3350EC}" dt="2021-08-22T22:20:17.920" v="4" actId="478"/>
          <ac:picMkLst>
            <pc:docMk/>
            <pc:sldMk cId="506162975" sldId="304"/>
            <ac:picMk id="13" creationId="{3BE7FDFD-ECC9-4329-8C05-9DFC46E0E7F5}"/>
          </ac:picMkLst>
        </pc:picChg>
        <pc:picChg chg="add mod">
          <ac:chgData name="Guilherme Micota Stipp" userId="7d8a6ee1e82349c3" providerId="LiveId" clId="{816C9392-DC6B-49F2-BD25-79A89E3350EC}" dt="2021-08-22T23:05:38.222" v="47" actId="14100"/>
          <ac:picMkLst>
            <pc:docMk/>
            <pc:sldMk cId="506162975" sldId="304"/>
            <ac:picMk id="15" creationId="{86AF9481-F03E-484B-86F5-5D201F00D80C}"/>
          </ac:picMkLst>
        </pc:picChg>
      </pc:sldChg>
      <pc:sldChg chg="add">
        <pc:chgData name="Guilherme Micota Stipp" userId="7d8a6ee1e82349c3" providerId="LiveId" clId="{816C9392-DC6B-49F2-BD25-79A89E3350EC}" dt="2021-08-22T23:05:18.513" v="29" actId="2890"/>
        <pc:sldMkLst>
          <pc:docMk/>
          <pc:sldMk cId="1999761834" sldId="305"/>
        </pc:sldMkLst>
      </pc:sldChg>
      <pc:sldChg chg="del">
        <pc:chgData name="Guilherme Micota Stipp" userId="7d8a6ee1e82349c3" providerId="LiveId" clId="{816C9392-DC6B-49F2-BD25-79A89E3350EC}" dt="2021-08-22T22:20:07.729" v="2" actId="47"/>
        <pc:sldMkLst>
          <pc:docMk/>
          <pc:sldMk cId="2495933832" sldId="305"/>
        </pc:sldMkLst>
      </pc:sldChg>
      <pc:sldChg chg="addSp delSp modSp add mod">
        <pc:chgData name="Guilherme Micota Stipp" userId="7d8a6ee1e82349c3" providerId="LiveId" clId="{816C9392-DC6B-49F2-BD25-79A89E3350EC}" dt="2021-08-22T23:23:04.532" v="165" actId="20577"/>
        <pc:sldMkLst>
          <pc:docMk/>
          <pc:sldMk cId="1648767426" sldId="306"/>
        </pc:sldMkLst>
        <pc:spChg chg="mod">
          <ac:chgData name="Guilherme Micota Stipp" userId="7d8a6ee1e82349c3" providerId="LiveId" clId="{816C9392-DC6B-49F2-BD25-79A89E3350EC}" dt="2021-08-22T23:23:04.532" v="165" actId="20577"/>
          <ac:spMkLst>
            <pc:docMk/>
            <pc:sldMk cId="1648767426" sldId="306"/>
            <ac:spMk id="10" creationId="{0DC30F15-2778-418E-A2EF-BEAEC6F95C4E}"/>
          </ac:spMkLst>
        </pc:spChg>
        <pc:picChg chg="add del mod">
          <ac:chgData name="Guilherme Micota Stipp" userId="7d8a6ee1e82349c3" providerId="LiveId" clId="{816C9392-DC6B-49F2-BD25-79A89E3350EC}" dt="2021-08-22T23:21:59.307" v="124" actId="478"/>
          <ac:picMkLst>
            <pc:docMk/>
            <pc:sldMk cId="1648767426" sldId="306"/>
            <ac:picMk id="8" creationId="{A1692959-A772-4F84-AF00-DA98A6C18ECF}"/>
          </ac:picMkLst>
        </pc:picChg>
        <pc:picChg chg="del">
          <ac:chgData name="Guilherme Micota Stipp" userId="7d8a6ee1e82349c3" providerId="LiveId" clId="{816C9392-DC6B-49F2-BD25-79A89E3350EC}" dt="2021-08-22T23:06:43.483" v="114" actId="478"/>
          <ac:picMkLst>
            <pc:docMk/>
            <pc:sldMk cId="1648767426" sldId="306"/>
            <ac:picMk id="12" creationId="{EAF6C38C-C361-476A-A9E1-385A6A03955C}"/>
          </ac:picMkLst>
        </pc:picChg>
        <pc:picChg chg="add del mod">
          <ac:chgData name="Guilherme Micota Stipp" userId="7d8a6ee1e82349c3" providerId="LiveId" clId="{816C9392-DC6B-49F2-BD25-79A89E3350EC}" dt="2021-08-22T23:22:21.112" v="131" actId="478"/>
          <ac:picMkLst>
            <pc:docMk/>
            <pc:sldMk cId="1648767426" sldId="306"/>
            <ac:picMk id="13" creationId="{8EBBFE87-4C26-407E-BF77-B0E404FCF396}"/>
          </ac:picMkLst>
        </pc:picChg>
        <pc:picChg chg="del">
          <ac:chgData name="Guilherme Micota Stipp" userId="7d8a6ee1e82349c3" providerId="LiveId" clId="{816C9392-DC6B-49F2-BD25-79A89E3350EC}" dt="2021-08-22T23:06:42.920" v="113" actId="478"/>
          <ac:picMkLst>
            <pc:docMk/>
            <pc:sldMk cId="1648767426" sldId="306"/>
            <ac:picMk id="15" creationId="{86AF9481-F03E-484B-86F5-5D201F00D80C}"/>
          </ac:picMkLst>
        </pc:picChg>
        <pc:picChg chg="add mod">
          <ac:chgData name="Guilherme Micota Stipp" userId="7d8a6ee1e82349c3" providerId="LiveId" clId="{816C9392-DC6B-49F2-BD25-79A89E3350EC}" dt="2021-08-22T23:22:48.997" v="145" actId="14100"/>
          <ac:picMkLst>
            <pc:docMk/>
            <pc:sldMk cId="1648767426" sldId="306"/>
            <ac:picMk id="16" creationId="{8E0B5C02-DE32-4B13-B290-B241583A0BFB}"/>
          </ac:picMkLst>
        </pc:picChg>
      </pc:sldChg>
      <pc:sldChg chg="del">
        <pc:chgData name="Guilherme Micota Stipp" userId="7d8a6ee1e82349c3" providerId="LiveId" clId="{816C9392-DC6B-49F2-BD25-79A89E3350EC}" dt="2021-08-22T22:20:06.311" v="1" actId="47"/>
        <pc:sldMkLst>
          <pc:docMk/>
          <pc:sldMk cId="3555568433" sldId="306"/>
        </pc:sldMkLst>
      </pc:sldChg>
      <pc:sldChg chg="addSp delSp modSp add mod">
        <pc:chgData name="Guilherme Micota Stipp" userId="7d8a6ee1e82349c3" providerId="LiveId" clId="{816C9392-DC6B-49F2-BD25-79A89E3350EC}" dt="2021-08-22T23:33:47.046" v="272" actId="14100"/>
        <pc:sldMkLst>
          <pc:docMk/>
          <pc:sldMk cId="977720004" sldId="307"/>
        </pc:sldMkLst>
        <pc:spChg chg="mod">
          <ac:chgData name="Guilherme Micota Stipp" userId="7d8a6ee1e82349c3" providerId="LiveId" clId="{816C9392-DC6B-49F2-BD25-79A89E3350EC}" dt="2021-08-22T23:23:20.958" v="222" actId="20577"/>
          <ac:spMkLst>
            <pc:docMk/>
            <pc:sldMk cId="977720004" sldId="307"/>
            <ac:spMk id="10" creationId="{0DC30F15-2778-418E-A2EF-BEAEC6F95C4E}"/>
          </ac:spMkLst>
        </pc:spChg>
        <pc:picChg chg="add del mod">
          <ac:chgData name="Guilherme Micota Stipp" userId="7d8a6ee1e82349c3" providerId="LiveId" clId="{816C9392-DC6B-49F2-BD25-79A89E3350EC}" dt="2021-08-22T23:33:21.554" v="260" actId="478"/>
          <ac:picMkLst>
            <pc:docMk/>
            <pc:sldMk cId="977720004" sldId="307"/>
            <ac:picMk id="8" creationId="{D6AE9FDB-C7E3-4E5E-AE62-97493C220EC8}"/>
          </ac:picMkLst>
        </pc:picChg>
        <pc:picChg chg="del">
          <ac:chgData name="Guilherme Micota Stipp" userId="7d8a6ee1e82349c3" providerId="LiveId" clId="{816C9392-DC6B-49F2-BD25-79A89E3350EC}" dt="2021-08-22T23:06:45.229" v="116" actId="478"/>
          <ac:picMkLst>
            <pc:docMk/>
            <pc:sldMk cId="977720004" sldId="307"/>
            <ac:picMk id="12" creationId="{EAF6C38C-C361-476A-A9E1-385A6A03955C}"/>
          </ac:picMkLst>
        </pc:picChg>
        <pc:picChg chg="add mod">
          <ac:chgData name="Guilherme Micota Stipp" userId="7d8a6ee1e82349c3" providerId="LiveId" clId="{816C9392-DC6B-49F2-BD25-79A89E3350EC}" dt="2021-08-22T23:33:47.046" v="272" actId="14100"/>
          <ac:picMkLst>
            <pc:docMk/>
            <pc:sldMk cId="977720004" sldId="307"/>
            <ac:picMk id="13" creationId="{C6D1E093-2D36-403B-9CEB-94D1B5A44DA0}"/>
          </ac:picMkLst>
        </pc:picChg>
        <pc:picChg chg="del">
          <ac:chgData name="Guilherme Micota Stipp" userId="7d8a6ee1e82349c3" providerId="LiveId" clId="{816C9392-DC6B-49F2-BD25-79A89E3350EC}" dt="2021-08-22T23:06:44.805" v="115" actId="478"/>
          <ac:picMkLst>
            <pc:docMk/>
            <pc:sldMk cId="977720004" sldId="307"/>
            <ac:picMk id="15" creationId="{86AF9481-F03E-484B-86F5-5D201F00D80C}"/>
          </ac:picMkLst>
        </pc:picChg>
      </pc:sldChg>
      <pc:sldChg chg="del">
        <pc:chgData name="Guilherme Micota Stipp" userId="7d8a6ee1e82349c3" providerId="LiveId" clId="{816C9392-DC6B-49F2-BD25-79A89E3350EC}" dt="2021-08-22T22:20:09.671" v="3" actId="47"/>
        <pc:sldMkLst>
          <pc:docMk/>
          <pc:sldMk cId="1758400221" sldId="307"/>
        </pc:sldMkLst>
      </pc:sldChg>
      <pc:sldChg chg="delSp modSp add del mod">
        <pc:chgData name="Guilherme Micota Stipp" userId="7d8a6ee1e82349c3" providerId="LiveId" clId="{816C9392-DC6B-49F2-BD25-79A89E3350EC}" dt="2021-08-22T23:23:23.377" v="223" actId="47"/>
        <pc:sldMkLst>
          <pc:docMk/>
          <pc:sldMk cId="1237472695" sldId="308"/>
        </pc:sldMkLst>
        <pc:picChg chg="del">
          <ac:chgData name="Guilherme Micota Stipp" userId="7d8a6ee1e82349c3" providerId="LiveId" clId="{816C9392-DC6B-49F2-BD25-79A89E3350EC}" dt="2021-08-22T23:06:47.317" v="119" actId="478"/>
          <ac:picMkLst>
            <pc:docMk/>
            <pc:sldMk cId="1237472695" sldId="308"/>
            <ac:picMk id="12" creationId="{EAF6C38C-C361-476A-A9E1-385A6A03955C}"/>
          </ac:picMkLst>
        </pc:picChg>
        <pc:picChg chg="del mod">
          <ac:chgData name="Guilherme Micota Stipp" userId="7d8a6ee1e82349c3" providerId="LiveId" clId="{816C9392-DC6B-49F2-BD25-79A89E3350EC}" dt="2021-08-22T23:06:46.883" v="118" actId="478"/>
          <ac:picMkLst>
            <pc:docMk/>
            <pc:sldMk cId="1237472695" sldId="308"/>
            <ac:picMk id="15" creationId="{86AF9481-F03E-484B-86F5-5D201F00D80C}"/>
          </ac:picMkLst>
        </pc:picChg>
      </pc:sldChg>
      <pc:sldChg chg="addSp modSp add mod">
        <pc:chgData name="Guilherme Micota Stipp" userId="7d8a6ee1e82349c3" providerId="LiveId" clId="{816C9392-DC6B-49F2-BD25-79A89E3350EC}" dt="2021-08-22T23:33:10.757" v="255" actId="14100"/>
        <pc:sldMkLst>
          <pc:docMk/>
          <pc:sldMk cId="2734755357" sldId="308"/>
        </pc:sldMkLst>
        <pc:spChg chg="mod">
          <ac:chgData name="Guilherme Micota Stipp" userId="7d8a6ee1e82349c3" providerId="LiveId" clId="{816C9392-DC6B-49F2-BD25-79A89E3350EC}" dt="2021-08-22T23:23:31.454" v="238" actId="20577"/>
          <ac:spMkLst>
            <pc:docMk/>
            <pc:sldMk cId="2734755357" sldId="308"/>
            <ac:spMk id="10" creationId="{0DC30F15-2778-418E-A2EF-BEAEC6F95C4E}"/>
          </ac:spMkLst>
        </pc:spChg>
        <pc:picChg chg="add mod">
          <ac:chgData name="Guilherme Micota Stipp" userId="7d8a6ee1e82349c3" providerId="LiveId" clId="{816C9392-DC6B-49F2-BD25-79A89E3350EC}" dt="2021-08-22T23:33:10.757" v="255" actId="14100"/>
          <ac:picMkLst>
            <pc:docMk/>
            <pc:sldMk cId="2734755357" sldId="308"/>
            <ac:picMk id="8" creationId="{DA6EBDA6-9A50-4BCA-AF94-7C0067EF1B87}"/>
          </ac:picMkLst>
        </pc:picChg>
      </pc:sldChg>
    </pc:docChg>
  </pc:docChgLst>
  <pc:docChgLst>
    <pc:chgData name="Guilherme Micota Stipp" userId="7d8a6ee1e82349c3" providerId="LiveId" clId="{9B7EC03D-66E4-4932-8412-73D376255432}"/>
    <pc:docChg chg="custSel addSld delSld modSld sldOrd">
      <pc:chgData name="Guilherme Micota Stipp" userId="7d8a6ee1e82349c3" providerId="LiveId" clId="{9B7EC03D-66E4-4932-8412-73D376255432}" dt="2022-02-07T16:36:03.399" v="544" actId="14100"/>
      <pc:docMkLst>
        <pc:docMk/>
      </pc:docMkLst>
      <pc:sldChg chg="modSp mod">
        <pc:chgData name="Guilherme Micota Stipp" userId="7d8a6ee1e82349c3" providerId="LiveId" clId="{9B7EC03D-66E4-4932-8412-73D376255432}" dt="2022-02-06T22:12:16.387" v="27" actId="20577"/>
        <pc:sldMkLst>
          <pc:docMk/>
          <pc:sldMk cId="3178680452" sldId="256"/>
        </pc:sldMkLst>
        <pc:spChg chg="mod">
          <ac:chgData name="Guilherme Micota Stipp" userId="7d8a6ee1e82349c3" providerId="LiveId" clId="{9B7EC03D-66E4-4932-8412-73D376255432}" dt="2022-02-06T22:12:16.387" v="27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9B7EC03D-66E4-4932-8412-73D376255432}" dt="2022-02-06T22:11:54.110" v="1" actId="47"/>
        <pc:sldMkLst>
          <pc:docMk/>
          <pc:sldMk cId="256213339" sldId="377"/>
        </pc:sldMkLst>
      </pc:sldChg>
      <pc:sldChg chg="del">
        <pc:chgData name="Guilherme Micota Stipp" userId="7d8a6ee1e82349c3" providerId="LiveId" clId="{9B7EC03D-66E4-4932-8412-73D376255432}" dt="2022-02-06T22:11:55.186" v="3" actId="47"/>
        <pc:sldMkLst>
          <pc:docMk/>
          <pc:sldMk cId="2324104785" sldId="380"/>
        </pc:sldMkLst>
      </pc:sldChg>
      <pc:sldChg chg="del">
        <pc:chgData name="Guilherme Micota Stipp" userId="7d8a6ee1e82349c3" providerId="LiveId" clId="{9B7EC03D-66E4-4932-8412-73D376255432}" dt="2022-02-06T22:11:54.737" v="2" actId="47"/>
        <pc:sldMkLst>
          <pc:docMk/>
          <pc:sldMk cId="2545110012" sldId="381"/>
        </pc:sldMkLst>
      </pc:sldChg>
      <pc:sldChg chg="del">
        <pc:chgData name="Guilherme Micota Stipp" userId="7d8a6ee1e82349c3" providerId="LiveId" clId="{9B7EC03D-66E4-4932-8412-73D376255432}" dt="2022-02-06T22:11:55.931" v="5" actId="47"/>
        <pc:sldMkLst>
          <pc:docMk/>
          <pc:sldMk cId="575610892" sldId="384"/>
        </pc:sldMkLst>
      </pc:sldChg>
      <pc:sldChg chg="del">
        <pc:chgData name="Guilherme Micota Stipp" userId="7d8a6ee1e82349c3" providerId="LiveId" clId="{9B7EC03D-66E4-4932-8412-73D376255432}" dt="2022-02-06T22:11:56.334" v="6" actId="47"/>
        <pc:sldMkLst>
          <pc:docMk/>
          <pc:sldMk cId="328276980" sldId="385"/>
        </pc:sldMkLst>
      </pc:sldChg>
      <pc:sldChg chg="del">
        <pc:chgData name="Guilherme Micota Stipp" userId="7d8a6ee1e82349c3" providerId="LiveId" clId="{9B7EC03D-66E4-4932-8412-73D376255432}" dt="2022-02-06T22:11:57.468" v="8" actId="47"/>
        <pc:sldMkLst>
          <pc:docMk/>
          <pc:sldMk cId="2297147168" sldId="386"/>
        </pc:sldMkLst>
      </pc:sldChg>
      <pc:sldChg chg="del">
        <pc:chgData name="Guilherme Micota Stipp" userId="7d8a6ee1e82349c3" providerId="LiveId" clId="{9B7EC03D-66E4-4932-8412-73D376255432}" dt="2022-02-06T22:11:57.897" v="9" actId="47"/>
        <pc:sldMkLst>
          <pc:docMk/>
          <pc:sldMk cId="314059784" sldId="387"/>
        </pc:sldMkLst>
      </pc:sldChg>
      <pc:sldChg chg="addSp delSp modSp mod">
        <pc:chgData name="Guilherme Micota Stipp" userId="7d8a6ee1e82349c3" providerId="LiveId" clId="{9B7EC03D-66E4-4932-8412-73D376255432}" dt="2022-02-07T01:19:28.532" v="194" actId="14100"/>
        <pc:sldMkLst>
          <pc:docMk/>
          <pc:sldMk cId="3461407716" sldId="388"/>
        </pc:sldMkLst>
        <pc:spChg chg="add del mod">
          <ac:chgData name="Guilherme Micota Stipp" userId="7d8a6ee1e82349c3" providerId="LiveId" clId="{9B7EC03D-66E4-4932-8412-73D376255432}" dt="2022-02-07T00:49:00.376" v="156" actId="478"/>
          <ac:spMkLst>
            <pc:docMk/>
            <pc:sldMk cId="3461407716" sldId="388"/>
            <ac:spMk id="2" creationId="{BE852FC6-F038-40DE-B21F-8085A487DF11}"/>
          </ac:spMkLst>
        </pc:spChg>
        <pc:spChg chg="mod">
          <ac:chgData name="Guilherme Micota Stipp" userId="7d8a6ee1e82349c3" providerId="LiveId" clId="{9B7EC03D-66E4-4932-8412-73D376255432}" dt="2022-02-06T22:12:24.619" v="36" actId="20577"/>
          <ac:spMkLst>
            <pc:docMk/>
            <pc:sldMk cId="3461407716" sldId="388"/>
            <ac:spMk id="4" creationId="{2A67854E-8517-42A3-8969-210A77F2C314}"/>
          </ac:spMkLst>
        </pc:spChg>
        <pc:spChg chg="mod">
          <ac:chgData name="Guilherme Micota Stipp" userId="7d8a6ee1e82349c3" providerId="LiveId" clId="{9B7EC03D-66E4-4932-8412-73D376255432}" dt="2022-02-06T22:14:41.417" v="143" actId="20577"/>
          <ac:spMkLst>
            <pc:docMk/>
            <pc:sldMk cId="3461407716" sldId="388"/>
            <ac:spMk id="10" creationId="{0DC30F15-2778-418E-A2EF-BEAEC6F95C4E}"/>
          </ac:spMkLst>
        </pc:spChg>
        <pc:picChg chg="add mod">
          <ac:chgData name="Guilherme Micota Stipp" userId="7d8a6ee1e82349c3" providerId="LiveId" clId="{9B7EC03D-66E4-4932-8412-73D376255432}" dt="2022-02-07T01:19:28.532" v="194" actId="14100"/>
          <ac:picMkLst>
            <pc:docMk/>
            <pc:sldMk cId="3461407716" sldId="388"/>
            <ac:picMk id="11" creationId="{8E4A33FB-C685-4936-85EC-88F20191293B}"/>
          </ac:picMkLst>
        </pc:picChg>
        <pc:picChg chg="del">
          <ac:chgData name="Guilherme Micota Stipp" userId="7d8a6ee1e82349c3" providerId="LiveId" clId="{9B7EC03D-66E4-4932-8412-73D376255432}" dt="2022-02-06T22:13:06.214" v="72" actId="478"/>
          <ac:picMkLst>
            <pc:docMk/>
            <pc:sldMk cId="3461407716" sldId="388"/>
            <ac:picMk id="12" creationId="{33C1DB29-5208-4A63-A33B-2535B34EBD53}"/>
          </ac:picMkLst>
        </pc:picChg>
      </pc:sldChg>
      <pc:sldChg chg="addSp delSp modSp add mod">
        <pc:chgData name="Guilherme Micota Stipp" userId="7d8a6ee1e82349c3" providerId="LiveId" clId="{9B7EC03D-66E4-4932-8412-73D376255432}" dt="2022-02-07T03:26:54.574" v="295" actId="1076"/>
        <pc:sldMkLst>
          <pc:docMk/>
          <pc:sldMk cId="1142824624" sldId="389"/>
        </pc:sldMkLst>
        <pc:spChg chg="del mod">
          <ac:chgData name="Guilherme Micota Stipp" userId="7d8a6ee1e82349c3" providerId="LiveId" clId="{9B7EC03D-66E4-4932-8412-73D376255432}" dt="2022-02-07T03:22:27.713" v="285" actId="478"/>
          <ac:spMkLst>
            <pc:docMk/>
            <pc:sldMk cId="1142824624" sldId="389"/>
            <ac:spMk id="2" creationId="{BE852FC6-F038-40DE-B21F-8085A487DF11}"/>
          </ac:spMkLst>
        </pc:spChg>
        <pc:picChg chg="add mod">
          <ac:chgData name="Guilherme Micota Stipp" userId="7d8a6ee1e82349c3" providerId="LiveId" clId="{9B7EC03D-66E4-4932-8412-73D376255432}" dt="2022-02-07T03:26:54.574" v="295" actId="1076"/>
          <ac:picMkLst>
            <pc:docMk/>
            <pc:sldMk cId="1142824624" sldId="389"/>
            <ac:picMk id="11" creationId="{595F0A83-D853-4498-A05C-8648DB81F5FA}"/>
          </ac:picMkLst>
        </pc:picChg>
      </pc:sldChg>
      <pc:sldChg chg="modSp del mod">
        <pc:chgData name="Guilherme Micota Stipp" userId="7d8a6ee1e82349c3" providerId="LiveId" clId="{9B7EC03D-66E4-4932-8412-73D376255432}" dt="2022-02-06T22:12:44.074" v="53" actId="47"/>
        <pc:sldMkLst>
          <pc:docMk/>
          <pc:sldMk cId="192884504" sldId="390"/>
        </pc:sldMkLst>
        <pc:spChg chg="mod">
          <ac:chgData name="Guilherme Micota Stipp" userId="7d8a6ee1e82349c3" providerId="LiveId" clId="{9B7EC03D-66E4-4932-8412-73D376255432}" dt="2022-02-06T22:12:36.834" v="52" actId="20577"/>
          <ac:spMkLst>
            <pc:docMk/>
            <pc:sldMk cId="192884504" sldId="390"/>
            <ac:spMk id="4" creationId="{2A67854E-8517-42A3-8969-210A77F2C314}"/>
          </ac:spMkLst>
        </pc:spChg>
      </pc:sldChg>
      <pc:sldChg chg="addSp delSp modSp add mod ord">
        <pc:chgData name="Guilherme Micota Stipp" userId="7d8a6ee1e82349c3" providerId="LiveId" clId="{9B7EC03D-66E4-4932-8412-73D376255432}" dt="2022-02-07T16:36:03.399" v="544" actId="14100"/>
        <pc:sldMkLst>
          <pc:docMk/>
          <pc:sldMk cId="2287488751" sldId="390"/>
        </pc:sldMkLst>
        <pc:spChg chg="del mod">
          <ac:chgData name="Guilherme Micota Stipp" userId="7d8a6ee1e82349c3" providerId="LiveId" clId="{9B7EC03D-66E4-4932-8412-73D376255432}" dt="2022-02-07T16:35:55.719" v="534" actId="478"/>
          <ac:spMkLst>
            <pc:docMk/>
            <pc:sldMk cId="2287488751" sldId="390"/>
            <ac:spMk id="2" creationId="{BE852FC6-F038-40DE-B21F-8085A487DF11}"/>
          </ac:spMkLst>
        </pc:spChg>
        <pc:picChg chg="add mod">
          <ac:chgData name="Guilherme Micota Stipp" userId="7d8a6ee1e82349c3" providerId="LiveId" clId="{9B7EC03D-66E4-4932-8412-73D376255432}" dt="2022-02-07T16:36:03.399" v="544" actId="14100"/>
          <ac:picMkLst>
            <pc:docMk/>
            <pc:sldMk cId="2287488751" sldId="390"/>
            <ac:picMk id="11" creationId="{141BB7B6-BD9D-4F45-A678-A34946AC5BE6}"/>
          </ac:picMkLst>
        </pc:picChg>
      </pc:sldChg>
      <pc:sldChg chg="addSp delSp modSp add mod">
        <pc:chgData name="Guilherme Micota Stipp" userId="7d8a6ee1e82349c3" providerId="LiveId" clId="{9B7EC03D-66E4-4932-8412-73D376255432}" dt="2022-02-07T14:46:01.667" v="533" actId="1035"/>
        <pc:sldMkLst>
          <pc:docMk/>
          <pc:sldMk cId="4068793934" sldId="391"/>
        </pc:sldMkLst>
        <pc:spChg chg="del">
          <ac:chgData name="Guilherme Micota Stipp" userId="7d8a6ee1e82349c3" providerId="LiveId" clId="{9B7EC03D-66E4-4932-8412-73D376255432}" dt="2022-02-07T14:25:55.731" v="411" actId="478"/>
          <ac:spMkLst>
            <pc:docMk/>
            <pc:sldMk cId="4068793934" sldId="391"/>
            <ac:spMk id="2" creationId="{BE852FC6-F038-40DE-B21F-8085A487DF11}"/>
          </ac:spMkLst>
        </pc:spChg>
        <pc:spChg chg="mod">
          <ac:chgData name="Guilherme Micota Stipp" userId="7d8a6ee1e82349c3" providerId="LiveId" clId="{9B7EC03D-66E4-4932-8412-73D376255432}" dt="2022-02-06T22:14:28.917" v="133" actId="20577"/>
          <ac:spMkLst>
            <pc:docMk/>
            <pc:sldMk cId="4068793934" sldId="391"/>
            <ac:spMk id="10" creationId="{0DC30F15-2778-418E-A2EF-BEAEC6F95C4E}"/>
          </ac:spMkLst>
        </pc:spChg>
        <pc:picChg chg="add mod">
          <ac:chgData name="Guilherme Micota Stipp" userId="7d8a6ee1e82349c3" providerId="LiveId" clId="{9B7EC03D-66E4-4932-8412-73D376255432}" dt="2022-02-07T14:45:49.185" v="480" actId="14100"/>
          <ac:picMkLst>
            <pc:docMk/>
            <pc:sldMk cId="4068793934" sldId="391"/>
            <ac:picMk id="11" creationId="{46A5416B-0542-490F-B9FE-04BC028DD7BC}"/>
          </ac:picMkLst>
        </pc:picChg>
        <pc:picChg chg="add mod">
          <ac:chgData name="Guilherme Micota Stipp" userId="7d8a6ee1e82349c3" providerId="LiveId" clId="{9B7EC03D-66E4-4932-8412-73D376255432}" dt="2022-02-07T14:46:01.667" v="533" actId="1035"/>
          <ac:picMkLst>
            <pc:docMk/>
            <pc:sldMk cId="4068793934" sldId="391"/>
            <ac:picMk id="13" creationId="{266DF91B-CB7C-40C8-AB1E-95497C087E18}"/>
          </ac:picMkLst>
        </pc:picChg>
      </pc:sldChg>
      <pc:sldChg chg="addSp delSp modSp add mod">
        <pc:chgData name="Guilherme Micota Stipp" userId="7d8a6ee1e82349c3" providerId="LiveId" clId="{9B7EC03D-66E4-4932-8412-73D376255432}" dt="2022-02-07T13:32:44.709" v="305" actId="14100"/>
        <pc:sldMkLst>
          <pc:docMk/>
          <pc:sldMk cId="1303463140" sldId="392"/>
        </pc:sldMkLst>
        <pc:spChg chg="del">
          <ac:chgData name="Guilherme Micota Stipp" userId="7d8a6ee1e82349c3" providerId="LiveId" clId="{9B7EC03D-66E4-4932-8412-73D376255432}" dt="2022-02-07T13:32:38.226" v="296" actId="478"/>
          <ac:spMkLst>
            <pc:docMk/>
            <pc:sldMk cId="1303463140" sldId="392"/>
            <ac:spMk id="2" creationId="{BE852FC6-F038-40DE-B21F-8085A487DF11}"/>
          </ac:spMkLst>
        </pc:spChg>
        <pc:picChg chg="add mod">
          <ac:chgData name="Guilherme Micota Stipp" userId="7d8a6ee1e82349c3" providerId="LiveId" clId="{9B7EC03D-66E4-4932-8412-73D376255432}" dt="2022-02-07T13:32:44.709" v="305" actId="14100"/>
          <ac:picMkLst>
            <pc:docMk/>
            <pc:sldMk cId="1303463140" sldId="392"/>
            <ac:picMk id="11" creationId="{16BB8530-EE3E-41CF-A6F8-1DDF7F7BE802}"/>
          </ac:picMkLst>
        </pc:picChg>
      </pc:sldChg>
      <pc:sldChg chg="del">
        <pc:chgData name="Guilherme Micota Stipp" userId="7d8a6ee1e82349c3" providerId="LiveId" clId="{9B7EC03D-66E4-4932-8412-73D376255432}" dt="2022-02-06T22:12:01.544" v="11" actId="47"/>
        <pc:sldMkLst>
          <pc:docMk/>
          <pc:sldMk cId="1536375087" sldId="392"/>
        </pc:sldMkLst>
      </pc:sldChg>
      <pc:sldChg chg="addSp delSp modSp add mod">
        <pc:chgData name="Guilherme Micota Stipp" userId="7d8a6ee1e82349c3" providerId="LiveId" clId="{9B7EC03D-66E4-4932-8412-73D376255432}" dt="2022-02-07T02:55:29.713" v="284" actId="14100"/>
        <pc:sldMkLst>
          <pc:docMk/>
          <pc:sldMk cId="364867705" sldId="393"/>
        </pc:sldMkLst>
        <pc:picChg chg="add del mod">
          <ac:chgData name="Guilherme Micota Stipp" userId="7d8a6ee1e82349c3" providerId="LiveId" clId="{9B7EC03D-66E4-4932-8412-73D376255432}" dt="2022-02-07T02:55:16.359" v="216" actId="478"/>
          <ac:picMkLst>
            <pc:docMk/>
            <pc:sldMk cId="364867705" sldId="393"/>
            <ac:picMk id="8" creationId="{A7D584CB-B2A0-4BDF-9418-15B349C62CBD}"/>
          </ac:picMkLst>
        </pc:picChg>
        <pc:picChg chg="del">
          <ac:chgData name="Guilherme Micota Stipp" userId="7d8a6ee1e82349c3" providerId="LiveId" clId="{9B7EC03D-66E4-4932-8412-73D376255432}" dt="2022-02-07T01:19:38.389" v="196" actId="478"/>
          <ac:picMkLst>
            <pc:docMk/>
            <pc:sldMk cId="364867705" sldId="393"/>
            <ac:picMk id="11" creationId="{8E4A33FB-C685-4936-85EC-88F20191293B}"/>
          </ac:picMkLst>
        </pc:picChg>
        <pc:picChg chg="add mod">
          <ac:chgData name="Guilherme Micota Stipp" userId="7d8a6ee1e82349c3" providerId="LiveId" clId="{9B7EC03D-66E4-4932-8412-73D376255432}" dt="2022-02-07T02:55:29.713" v="284" actId="14100"/>
          <ac:picMkLst>
            <pc:docMk/>
            <pc:sldMk cId="364867705" sldId="393"/>
            <ac:picMk id="13" creationId="{645FAAF0-EDE7-41C4-87B0-A43AF23D4B68}"/>
          </ac:picMkLst>
        </pc:picChg>
      </pc:sldChg>
      <pc:sldChg chg="del">
        <pc:chgData name="Guilherme Micota Stipp" userId="7d8a6ee1e82349c3" providerId="LiveId" clId="{9B7EC03D-66E4-4932-8412-73D376255432}" dt="2022-02-06T22:11:55.527" v="4" actId="47"/>
        <pc:sldMkLst>
          <pc:docMk/>
          <pc:sldMk cId="3844132931" sldId="393"/>
        </pc:sldMkLst>
      </pc:sldChg>
      <pc:sldChg chg="addSp delSp modSp add mod">
        <pc:chgData name="Guilherme Micota Stipp" userId="7d8a6ee1e82349c3" providerId="LiveId" clId="{9B7EC03D-66E4-4932-8412-73D376255432}" dt="2022-02-07T14:18:32.388" v="409" actId="14100"/>
        <pc:sldMkLst>
          <pc:docMk/>
          <pc:sldMk cId="1366893882" sldId="394"/>
        </pc:sldMkLst>
        <pc:spChg chg="add del mod">
          <ac:chgData name="Guilherme Micota Stipp" userId="7d8a6ee1e82349c3" providerId="LiveId" clId="{9B7EC03D-66E4-4932-8412-73D376255432}" dt="2022-02-07T14:01:07.007" v="344" actId="478"/>
          <ac:spMkLst>
            <pc:docMk/>
            <pc:sldMk cId="1366893882" sldId="394"/>
            <ac:spMk id="2" creationId="{AF99BCFE-BD9F-4920-ABD7-4612FFFD58E0}"/>
          </ac:spMkLst>
        </pc:spChg>
        <pc:picChg chg="del">
          <ac:chgData name="Guilherme Micota Stipp" userId="7d8a6ee1e82349c3" providerId="LiveId" clId="{9B7EC03D-66E4-4932-8412-73D376255432}" dt="2022-02-07T13:34:16.252" v="307" actId="478"/>
          <ac:picMkLst>
            <pc:docMk/>
            <pc:sldMk cId="1366893882" sldId="394"/>
            <ac:picMk id="11" creationId="{16BB8530-EE3E-41CF-A6F8-1DDF7F7BE802}"/>
          </ac:picMkLst>
        </pc:picChg>
        <pc:picChg chg="add del mod">
          <ac:chgData name="Guilherme Micota Stipp" userId="7d8a6ee1e82349c3" providerId="LiveId" clId="{9B7EC03D-66E4-4932-8412-73D376255432}" dt="2022-02-07T14:18:16.398" v="364" actId="478"/>
          <ac:picMkLst>
            <pc:docMk/>
            <pc:sldMk cId="1366893882" sldId="394"/>
            <ac:picMk id="12" creationId="{339F2823-1675-443B-B483-23B63128F5F2}"/>
          </ac:picMkLst>
        </pc:picChg>
        <pc:picChg chg="add mod">
          <ac:chgData name="Guilherme Micota Stipp" userId="7d8a6ee1e82349c3" providerId="LiveId" clId="{9B7EC03D-66E4-4932-8412-73D376255432}" dt="2022-02-07T14:18:32.388" v="409" actId="14100"/>
          <ac:picMkLst>
            <pc:docMk/>
            <pc:sldMk cId="1366893882" sldId="394"/>
            <ac:picMk id="14" creationId="{71E621A7-3C31-42BF-89BC-F9F0474041B4}"/>
          </ac:picMkLst>
        </pc:picChg>
      </pc:sldChg>
      <pc:sldChg chg="del">
        <pc:chgData name="Guilherme Micota Stipp" userId="7d8a6ee1e82349c3" providerId="LiveId" clId="{9B7EC03D-66E4-4932-8412-73D376255432}" dt="2022-02-06T22:11:56.753" v="7" actId="47"/>
        <pc:sldMkLst>
          <pc:docMk/>
          <pc:sldMk cId="3124580742" sldId="394"/>
        </pc:sldMkLst>
      </pc:sldChg>
      <pc:sldChg chg="add del">
        <pc:chgData name="Guilherme Micota Stipp" userId="7d8a6ee1e82349c3" providerId="LiveId" clId="{9B7EC03D-66E4-4932-8412-73D376255432}" dt="2022-02-07T14:25:12.797" v="410" actId="47"/>
        <pc:sldMkLst>
          <pc:docMk/>
          <pc:sldMk cId="916054382" sldId="395"/>
        </pc:sldMkLst>
      </pc:sldChg>
      <pc:sldChg chg="del">
        <pc:chgData name="Guilherme Micota Stipp" userId="7d8a6ee1e82349c3" providerId="LiveId" clId="{9B7EC03D-66E4-4932-8412-73D376255432}" dt="2022-02-06T22:11:53.633" v="0" actId="47"/>
        <pc:sldMkLst>
          <pc:docMk/>
          <pc:sldMk cId="1704048934" sldId="395"/>
        </pc:sldMkLst>
      </pc:sldChg>
      <pc:sldChg chg="del">
        <pc:chgData name="Guilherme Micota Stipp" userId="7d8a6ee1e82349c3" providerId="LiveId" clId="{9B7EC03D-66E4-4932-8412-73D376255432}" dt="2022-02-06T22:11:58.480" v="10" actId="47"/>
        <pc:sldMkLst>
          <pc:docMk/>
          <pc:sldMk cId="1410331332" sldId="396"/>
        </pc:sldMkLst>
      </pc:sldChg>
    </pc:docChg>
  </pc:docChgLst>
  <pc:docChgLst>
    <pc:chgData name="Guilherme Micota Stipp" userId="7d8a6ee1e82349c3" providerId="LiveId" clId="{97B2E432-D71D-4CC1-891A-FC57E743E970}"/>
    <pc:docChg chg="undo custSel addSld delSld modSld">
      <pc:chgData name="Guilherme Micota Stipp" userId="7d8a6ee1e82349c3" providerId="LiveId" clId="{97B2E432-D71D-4CC1-891A-FC57E743E970}" dt="2021-07-19T18:43:43.180" v="564" actId="20577"/>
      <pc:docMkLst>
        <pc:docMk/>
      </pc:docMkLst>
      <pc:sldChg chg="modSp mod">
        <pc:chgData name="Guilherme Micota Stipp" userId="7d8a6ee1e82349c3" providerId="LiveId" clId="{97B2E432-D71D-4CC1-891A-FC57E743E970}" dt="2021-07-18T20:58:53.319" v="73" actId="20577"/>
        <pc:sldMkLst>
          <pc:docMk/>
          <pc:sldMk cId="3178680452" sldId="256"/>
        </pc:sldMkLst>
        <pc:spChg chg="mod">
          <ac:chgData name="Guilherme Micota Stipp" userId="7d8a6ee1e82349c3" providerId="LiveId" clId="{97B2E432-D71D-4CC1-891A-FC57E743E970}" dt="2021-07-18T20:58:53.319" v="73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97B2E432-D71D-4CC1-891A-FC57E743E970}" dt="2021-07-19T14:56:36.012" v="254" actId="14100"/>
        <pc:sldMkLst>
          <pc:docMk/>
          <pc:sldMk cId="2551466354" sldId="258"/>
        </pc:sldMkLst>
        <pc:spChg chg="mod">
          <ac:chgData name="Guilherme Micota Stipp" userId="7d8a6ee1e82349c3" providerId="LiveId" clId="{97B2E432-D71D-4CC1-891A-FC57E743E970}" dt="2021-07-18T20:59:11.051" v="78" actId="20577"/>
          <ac:spMkLst>
            <pc:docMk/>
            <pc:sldMk cId="2551466354" sldId="258"/>
            <ac:spMk id="4" creationId="{2A67854E-8517-42A3-8969-210A77F2C314}"/>
          </ac:spMkLst>
        </pc:spChg>
        <pc:spChg chg="mod">
          <ac:chgData name="Guilherme Micota Stipp" userId="7d8a6ee1e82349c3" providerId="LiveId" clId="{97B2E432-D71D-4CC1-891A-FC57E743E970}" dt="2021-07-18T21:33:04.770" v="209" actId="20577"/>
          <ac:spMkLst>
            <pc:docMk/>
            <pc:sldMk cId="2551466354" sldId="258"/>
            <ac:spMk id="10" creationId="{0DC30F15-2778-418E-A2EF-BEAEC6F95C4E}"/>
          </ac:spMkLst>
        </pc:spChg>
        <pc:picChg chg="add mod">
          <ac:chgData name="Guilherme Micota Stipp" userId="7d8a6ee1e82349c3" providerId="LiveId" clId="{97B2E432-D71D-4CC1-891A-FC57E743E970}" dt="2021-07-19T14:56:36.012" v="254" actId="14100"/>
          <ac:picMkLst>
            <pc:docMk/>
            <pc:sldMk cId="2551466354" sldId="258"/>
            <ac:picMk id="8" creationId="{3B48123D-1A6A-4D7B-B427-37E7BBF4855B}"/>
          </ac:picMkLst>
        </pc:picChg>
        <pc:picChg chg="add del mod">
          <ac:chgData name="Guilherme Micota Stipp" userId="7d8a6ee1e82349c3" providerId="LiveId" clId="{97B2E432-D71D-4CC1-891A-FC57E743E970}" dt="2021-07-18T21:00:58.321" v="149" actId="478"/>
          <ac:picMkLst>
            <pc:docMk/>
            <pc:sldMk cId="2551466354" sldId="258"/>
            <ac:picMk id="8" creationId="{57EB9AC4-8E0E-4F8E-BB66-0C8F55058E31}"/>
          </ac:picMkLst>
        </pc:picChg>
        <pc:picChg chg="del mod">
          <ac:chgData name="Guilherme Micota Stipp" userId="7d8a6ee1e82349c3" providerId="LiveId" clId="{97B2E432-D71D-4CC1-891A-FC57E743E970}" dt="2021-07-18T20:58:04.543" v="1" actId="478"/>
          <ac:picMkLst>
            <pc:docMk/>
            <pc:sldMk cId="2551466354" sldId="258"/>
            <ac:picMk id="11" creationId="{B215E63B-EE9F-4EFC-B815-78A2FF870C02}"/>
          </ac:picMkLst>
        </pc:picChg>
      </pc:sldChg>
      <pc:sldChg chg="del">
        <pc:chgData name="Guilherme Micota Stipp" userId="7d8a6ee1e82349c3" providerId="LiveId" clId="{97B2E432-D71D-4CC1-891A-FC57E743E970}" dt="2021-07-18T20:59:20.066" v="79" actId="47"/>
        <pc:sldMkLst>
          <pc:docMk/>
          <pc:sldMk cId="1759825756" sldId="259"/>
        </pc:sldMkLst>
      </pc:sldChg>
      <pc:sldChg chg="addSp delSp modSp add mod">
        <pc:chgData name="Guilherme Micota Stipp" userId="7d8a6ee1e82349c3" providerId="LiveId" clId="{97B2E432-D71D-4CC1-891A-FC57E743E970}" dt="2021-07-18T21:00:07.875" v="147" actId="14100"/>
        <pc:sldMkLst>
          <pc:docMk/>
          <pc:sldMk cId="1259924771" sldId="299"/>
        </pc:sldMkLst>
        <pc:spChg chg="mod">
          <ac:chgData name="Guilherme Micota Stipp" userId="7d8a6ee1e82349c3" providerId="LiveId" clId="{97B2E432-D71D-4CC1-891A-FC57E743E970}" dt="2021-07-18T20:59:44.190" v="118" actId="20577"/>
          <ac:spMkLst>
            <pc:docMk/>
            <pc:sldMk cId="1259924771" sldId="299"/>
            <ac:spMk id="10" creationId="{0DC30F15-2778-418E-A2EF-BEAEC6F95C4E}"/>
          </ac:spMkLst>
        </pc:spChg>
        <pc:picChg chg="del">
          <ac:chgData name="Guilherme Micota Stipp" userId="7d8a6ee1e82349c3" providerId="LiveId" clId="{97B2E432-D71D-4CC1-891A-FC57E743E970}" dt="2021-07-18T20:59:46.542" v="119" actId="478"/>
          <ac:picMkLst>
            <pc:docMk/>
            <pc:sldMk cId="1259924771" sldId="299"/>
            <ac:picMk id="8" creationId="{57EB9AC4-8E0E-4F8E-BB66-0C8F55058E31}"/>
          </ac:picMkLst>
        </pc:picChg>
        <pc:picChg chg="add mod">
          <ac:chgData name="Guilherme Micota Stipp" userId="7d8a6ee1e82349c3" providerId="LiveId" clId="{97B2E432-D71D-4CC1-891A-FC57E743E970}" dt="2021-07-18T21:00:07.875" v="147" actId="14100"/>
          <ac:picMkLst>
            <pc:docMk/>
            <pc:sldMk cId="1259924771" sldId="299"/>
            <ac:picMk id="11" creationId="{20B90BCF-CD3C-4900-826E-58D5562F58F6}"/>
          </ac:picMkLst>
        </pc:picChg>
      </pc:sldChg>
      <pc:sldChg chg="add">
        <pc:chgData name="Guilherme Micota Stipp" userId="7d8a6ee1e82349c3" providerId="LiveId" clId="{97B2E432-D71D-4CC1-891A-FC57E743E970}" dt="2021-07-18T21:00:55.700" v="148" actId="2890"/>
        <pc:sldMkLst>
          <pc:docMk/>
          <pc:sldMk cId="2321114233" sldId="300"/>
        </pc:sldMkLst>
      </pc:sldChg>
      <pc:sldChg chg="addSp modSp add mod">
        <pc:chgData name="Guilherme Micota Stipp" userId="7d8a6ee1e82349c3" providerId="LiveId" clId="{97B2E432-D71D-4CC1-891A-FC57E743E970}" dt="2021-07-19T14:58:25.944" v="299" actId="14100"/>
        <pc:sldMkLst>
          <pc:docMk/>
          <pc:sldMk cId="3638586378" sldId="301"/>
        </pc:sldMkLst>
        <pc:spChg chg="mod">
          <ac:chgData name="Guilherme Micota Stipp" userId="7d8a6ee1e82349c3" providerId="LiveId" clId="{97B2E432-D71D-4CC1-891A-FC57E743E970}" dt="2021-07-19T14:56:43.897" v="257" actId="20577"/>
          <ac:spMkLst>
            <pc:docMk/>
            <pc:sldMk cId="3638586378" sldId="301"/>
            <ac:spMk id="10" creationId="{0DC30F15-2778-418E-A2EF-BEAEC6F95C4E}"/>
          </ac:spMkLst>
        </pc:spChg>
        <pc:picChg chg="add mod">
          <ac:chgData name="Guilherme Micota Stipp" userId="7d8a6ee1e82349c3" providerId="LiveId" clId="{97B2E432-D71D-4CC1-891A-FC57E743E970}" dt="2021-07-19T14:58:25.944" v="299" actId="14100"/>
          <ac:picMkLst>
            <pc:docMk/>
            <pc:sldMk cId="3638586378" sldId="301"/>
            <ac:picMk id="8" creationId="{8DAEA6F2-155C-4391-AB99-C9B48D69D051}"/>
          </ac:picMkLst>
        </pc:picChg>
      </pc:sldChg>
      <pc:sldChg chg="addSp delSp modSp add mod">
        <pc:chgData name="Guilherme Micota Stipp" userId="7d8a6ee1e82349c3" providerId="LiveId" clId="{97B2E432-D71D-4CC1-891A-FC57E743E970}" dt="2021-07-19T14:59:59.808" v="324" actId="14100"/>
        <pc:sldMkLst>
          <pc:docMk/>
          <pc:sldMk cId="4277908712" sldId="302"/>
        </pc:sldMkLst>
        <pc:spChg chg="mod">
          <ac:chgData name="Guilherme Micota Stipp" userId="7d8a6ee1e82349c3" providerId="LiveId" clId="{97B2E432-D71D-4CC1-891A-FC57E743E970}" dt="2021-07-19T14:58:41.543" v="316" actId="20577"/>
          <ac:spMkLst>
            <pc:docMk/>
            <pc:sldMk cId="4277908712" sldId="302"/>
            <ac:spMk id="10" creationId="{0DC30F15-2778-418E-A2EF-BEAEC6F95C4E}"/>
          </ac:spMkLst>
        </pc:spChg>
        <pc:picChg chg="del">
          <ac:chgData name="Guilherme Micota Stipp" userId="7d8a6ee1e82349c3" providerId="LiveId" clId="{97B2E432-D71D-4CC1-891A-FC57E743E970}" dt="2021-07-19T14:58:43.419" v="317" actId="478"/>
          <ac:picMkLst>
            <pc:docMk/>
            <pc:sldMk cId="4277908712" sldId="302"/>
            <ac:picMk id="8" creationId="{8DAEA6F2-155C-4391-AB99-C9B48D69D051}"/>
          </ac:picMkLst>
        </pc:picChg>
        <pc:picChg chg="add mod">
          <ac:chgData name="Guilherme Micota Stipp" userId="7d8a6ee1e82349c3" providerId="LiveId" clId="{97B2E432-D71D-4CC1-891A-FC57E743E970}" dt="2021-07-19T14:59:59.808" v="324" actId="14100"/>
          <ac:picMkLst>
            <pc:docMk/>
            <pc:sldMk cId="4277908712" sldId="302"/>
            <ac:picMk id="11" creationId="{1704140A-6E49-41D4-8145-274BC2EEF404}"/>
          </ac:picMkLst>
        </pc:picChg>
      </pc:sldChg>
      <pc:sldChg chg="addSp delSp modSp add mod">
        <pc:chgData name="Guilherme Micota Stipp" userId="7d8a6ee1e82349c3" providerId="LiveId" clId="{97B2E432-D71D-4CC1-891A-FC57E743E970}" dt="2021-07-19T18:43:43.180" v="564" actId="20577"/>
        <pc:sldMkLst>
          <pc:docMk/>
          <pc:sldMk cId="3329450168" sldId="303"/>
        </pc:sldMkLst>
        <pc:spChg chg="mod">
          <ac:chgData name="Guilherme Micota Stipp" userId="7d8a6ee1e82349c3" providerId="LiveId" clId="{97B2E432-D71D-4CC1-891A-FC57E743E970}" dt="2021-07-19T17:36:47.875" v="460" actId="20577"/>
          <ac:spMkLst>
            <pc:docMk/>
            <pc:sldMk cId="3329450168" sldId="303"/>
            <ac:spMk id="10" creationId="{0DC30F15-2778-418E-A2EF-BEAEC6F95C4E}"/>
          </ac:spMkLst>
        </pc:spChg>
        <pc:graphicFrameChg chg="add mod modGraphic">
          <ac:chgData name="Guilherme Micota Stipp" userId="7d8a6ee1e82349c3" providerId="LiveId" clId="{97B2E432-D71D-4CC1-891A-FC57E743E970}" dt="2021-07-19T18:43:43.180" v="564" actId="20577"/>
          <ac:graphicFrameMkLst>
            <pc:docMk/>
            <pc:sldMk cId="3329450168" sldId="303"/>
            <ac:graphicFrameMk id="2" creationId="{ACAF9521-9F86-4A52-B4AA-9063EEE6824F}"/>
          </ac:graphicFrameMkLst>
        </pc:graphicFrameChg>
        <pc:picChg chg="del mod">
          <ac:chgData name="Guilherme Micota Stipp" userId="7d8a6ee1e82349c3" providerId="LiveId" clId="{97B2E432-D71D-4CC1-891A-FC57E743E970}" dt="2021-07-19T17:09:24.702" v="327" actId="478"/>
          <ac:picMkLst>
            <pc:docMk/>
            <pc:sldMk cId="3329450168" sldId="303"/>
            <ac:picMk id="11" creationId="{1704140A-6E49-41D4-8145-274BC2EEF404}"/>
          </ac:picMkLst>
        </pc:picChg>
        <pc:picChg chg="add del mod">
          <ac:chgData name="Guilherme Micota Stipp" userId="7d8a6ee1e82349c3" providerId="LiveId" clId="{97B2E432-D71D-4CC1-891A-FC57E743E970}" dt="2021-07-19T17:49:08.021" v="541" actId="478"/>
          <ac:picMkLst>
            <pc:docMk/>
            <pc:sldMk cId="3329450168" sldId="303"/>
            <ac:picMk id="12" creationId="{BB1A816B-0F4A-4318-8ED1-036B4099F54F}"/>
          </ac:picMkLst>
        </pc:picChg>
        <pc:picChg chg="add del mod">
          <ac:chgData name="Guilherme Micota Stipp" userId="7d8a6ee1e82349c3" providerId="LiveId" clId="{97B2E432-D71D-4CC1-891A-FC57E743E970}" dt="2021-07-19T17:51:01.639" v="561" actId="478"/>
          <ac:picMkLst>
            <pc:docMk/>
            <pc:sldMk cId="3329450168" sldId="303"/>
            <ac:picMk id="14" creationId="{41BE8696-E05F-4EA3-9F2B-4BFA75A2343C}"/>
          </ac:picMkLst>
        </pc:picChg>
      </pc:sldChg>
    </pc:docChg>
  </pc:docChgLst>
  <pc:docChgLst>
    <pc:chgData name="Guilherme Micota Stipp" userId="7d8a6ee1e82349c3" providerId="LiveId" clId="{A9478B38-0CCD-436D-A93E-73B5586D0B4A}"/>
    <pc:docChg chg="custSel addSld delSld modSld">
      <pc:chgData name="Guilherme Micota Stipp" userId="7d8a6ee1e82349c3" providerId="LiveId" clId="{A9478B38-0CCD-436D-A93E-73B5586D0B4A}" dt="2021-11-08T17:03:33.038" v="411" actId="14100"/>
      <pc:docMkLst>
        <pc:docMk/>
      </pc:docMkLst>
      <pc:sldChg chg="addSp delSp modSp mod">
        <pc:chgData name="Guilherme Micota Stipp" userId="7d8a6ee1e82349c3" providerId="LiveId" clId="{A9478B38-0CCD-436D-A93E-73B5586D0B4A}" dt="2021-11-08T13:06:52.366" v="58" actId="20577"/>
        <pc:sldMkLst>
          <pc:docMk/>
          <pc:sldMk cId="3026180355" sldId="328"/>
        </pc:sldMkLst>
        <pc:spChg chg="mod">
          <ac:chgData name="Guilherme Micota Stipp" userId="7d8a6ee1e82349c3" providerId="LiveId" clId="{A9478B38-0CCD-436D-A93E-73B5586D0B4A}" dt="2021-11-08T13:06:52.366" v="58" actId="20577"/>
          <ac:spMkLst>
            <pc:docMk/>
            <pc:sldMk cId="3026180355" sldId="328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3:05:13.283" v="9" actId="14100"/>
          <ac:picMkLst>
            <pc:docMk/>
            <pc:sldMk cId="3026180355" sldId="328"/>
            <ac:picMk id="8" creationId="{D7014247-DF54-4E10-802C-3302C2B23E81}"/>
          </ac:picMkLst>
        </pc:picChg>
        <pc:picChg chg="del">
          <ac:chgData name="Guilherme Micota Stipp" userId="7d8a6ee1e82349c3" providerId="LiveId" clId="{A9478B38-0CCD-436D-A93E-73B5586D0B4A}" dt="2021-11-08T13:05:02.972" v="0" actId="478"/>
          <ac:picMkLst>
            <pc:docMk/>
            <pc:sldMk cId="3026180355" sldId="328"/>
            <ac:picMk id="16" creationId="{B79605C9-B445-4BF2-955F-9EE00EF59664}"/>
          </ac:picMkLst>
        </pc:picChg>
      </pc:sldChg>
      <pc:sldChg chg="del">
        <pc:chgData name="Guilherme Micota Stipp" userId="7d8a6ee1e82349c3" providerId="LiveId" clId="{A9478B38-0CCD-436D-A93E-73B5586D0B4A}" dt="2021-11-08T13:07:05.782" v="92" actId="47"/>
        <pc:sldMkLst>
          <pc:docMk/>
          <pc:sldMk cId="2885106839" sldId="329"/>
        </pc:sldMkLst>
      </pc:sldChg>
      <pc:sldChg chg="del">
        <pc:chgData name="Guilherme Micota Stipp" userId="7d8a6ee1e82349c3" providerId="LiveId" clId="{A9478B38-0CCD-436D-A93E-73B5586D0B4A}" dt="2021-11-08T13:07:05.329" v="91" actId="47"/>
        <pc:sldMkLst>
          <pc:docMk/>
          <pc:sldMk cId="253066980" sldId="330"/>
        </pc:sldMkLst>
      </pc:sldChg>
      <pc:sldChg chg="addSp delSp modSp mod">
        <pc:chgData name="Guilherme Micota Stipp" userId="7d8a6ee1e82349c3" providerId="LiveId" clId="{A9478B38-0CCD-436D-A93E-73B5586D0B4A}" dt="2021-11-08T14:22:18.019" v="374" actId="1037"/>
        <pc:sldMkLst>
          <pc:docMk/>
          <pc:sldMk cId="498397642" sldId="331"/>
        </pc:sldMkLst>
        <pc:picChg chg="del">
          <ac:chgData name="Guilherme Micota Stipp" userId="7d8a6ee1e82349c3" providerId="LiveId" clId="{A9478B38-0CCD-436D-A93E-73B5586D0B4A}" dt="2021-11-08T14:20:51.877" v="201" actId="478"/>
          <ac:picMkLst>
            <pc:docMk/>
            <pc:sldMk cId="498397642" sldId="331"/>
            <ac:picMk id="8" creationId="{DC7E0AF0-BFC1-4084-8CF2-083A96297E6D}"/>
          </ac:picMkLst>
        </pc:picChg>
        <pc:picChg chg="add del mod">
          <ac:chgData name="Guilherme Micota Stipp" userId="7d8a6ee1e82349c3" providerId="LiveId" clId="{A9478B38-0CCD-436D-A93E-73B5586D0B4A}" dt="2021-11-08T14:20:58.715" v="212" actId="478"/>
          <ac:picMkLst>
            <pc:docMk/>
            <pc:sldMk cId="498397642" sldId="331"/>
            <ac:picMk id="11" creationId="{6B4C7A76-0733-4596-AE45-04A1F58BACCD}"/>
          </ac:picMkLst>
        </pc:picChg>
        <pc:picChg chg="del">
          <ac:chgData name="Guilherme Micota Stipp" userId="7d8a6ee1e82349c3" providerId="LiveId" clId="{A9478B38-0CCD-436D-A93E-73B5586D0B4A}" dt="2021-11-08T14:20:52.354" v="202" actId="478"/>
          <ac:picMkLst>
            <pc:docMk/>
            <pc:sldMk cId="498397642" sldId="331"/>
            <ac:picMk id="12" creationId="{28BC4999-B6B6-4D7E-908D-565FE4F0EF74}"/>
          </ac:picMkLst>
        </pc:picChg>
        <pc:picChg chg="add del mod">
          <ac:chgData name="Guilherme Micota Stipp" userId="7d8a6ee1e82349c3" providerId="LiveId" clId="{A9478B38-0CCD-436D-A93E-73B5586D0B4A}" dt="2021-11-08T14:20:59.288" v="213" actId="478"/>
          <ac:picMkLst>
            <pc:docMk/>
            <pc:sldMk cId="498397642" sldId="331"/>
            <ac:picMk id="14" creationId="{B770644F-6861-4FCE-A747-9DC2F8EC18D2}"/>
          </ac:picMkLst>
        </pc:picChg>
        <pc:picChg chg="add del mod">
          <ac:chgData name="Guilherme Micota Stipp" userId="7d8a6ee1e82349c3" providerId="LiveId" clId="{A9478B38-0CCD-436D-A93E-73B5586D0B4A}" dt="2021-11-08T14:21:27.546" v="220" actId="478"/>
          <ac:picMkLst>
            <pc:docMk/>
            <pc:sldMk cId="498397642" sldId="331"/>
            <ac:picMk id="16" creationId="{9EB80319-480F-4634-8A26-CC9D9B3808FC}"/>
          </ac:picMkLst>
        </pc:picChg>
        <pc:picChg chg="add del mod">
          <ac:chgData name="Guilherme Micota Stipp" userId="7d8a6ee1e82349c3" providerId="LiveId" clId="{A9478B38-0CCD-436D-A93E-73B5586D0B4A}" dt="2021-11-08T14:21:28.334" v="221" actId="478"/>
          <ac:picMkLst>
            <pc:docMk/>
            <pc:sldMk cId="498397642" sldId="331"/>
            <ac:picMk id="18" creationId="{55459E13-7293-4BCC-8058-E3095FE78DC7}"/>
          </ac:picMkLst>
        </pc:picChg>
        <pc:picChg chg="add mod">
          <ac:chgData name="Guilherme Micota Stipp" userId="7d8a6ee1e82349c3" providerId="LiveId" clId="{A9478B38-0CCD-436D-A93E-73B5586D0B4A}" dt="2021-11-08T14:21:59.567" v="288" actId="14100"/>
          <ac:picMkLst>
            <pc:docMk/>
            <pc:sldMk cId="498397642" sldId="331"/>
            <ac:picMk id="20" creationId="{148472DA-DE0B-4816-B0F2-D2506C55EB7B}"/>
          </ac:picMkLst>
        </pc:picChg>
        <pc:picChg chg="add mod">
          <ac:chgData name="Guilherme Micota Stipp" userId="7d8a6ee1e82349c3" providerId="LiveId" clId="{A9478B38-0CCD-436D-A93E-73B5586D0B4A}" dt="2021-11-08T14:22:18.019" v="374" actId="1037"/>
          <ac:picMkLst>
            <pc:docMk/>
            <pc:sldMk cId="498397642" sldId="331"/>
            <ac:picMk id="22" creationId="{90414FC7-64A1-4E38-A916-BBD8EEDC0B96}"/>
          </ac:picMkLst>
        </pc:picChg>
      </pc:sldChg>
      <pc:sldChg chg="addSp delSp modSp mod">
        <pc:chgData name="Guilherme Micota Stipp" userId="7d8a6ee1e82349c3" providerId="LiveId" clId="{A9478B38-0CCD-436D-A93E-73B5586D0B4A}" dt="2021-11-08T17:03:33.038" v="411" actId="14100"/>
        <pc:sldMkLst>
          <pc:docMk/>
          <pc:sldMk cId="4065182258" sldId="332"/>
        </pc:sldMkLst>
        <pc:spChg chg="mod">
          <ac:chgData name="Guilherme Micota Stipp" userId="7d8a6ee1e82349c3" providerId="LiveId" clId="{A9478B38-0CCD-436D-A93E-73B5586D0B4A}" dt="2021-11-08T14:14:32.587" v="200" actId="20577"/>
          <ac:spMkLst>
            <pc:docMk/>
            <pc:sldMk cId="4065182258" sldId="332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7:03:33.038" v="411" actId="14100"/>
          <ac:picMkLst>
            <pc:docMk/>
            <pc:sldMk cId="4065182258" sldId="332"/>
            <ac:picMk id="8" creationId="{8D5BD9D3-BBFB-42F4-9F5B-267344AF8E4B}"/>
          </ac:picMkLst>
        </pc:picChg>
        <pc:picChg chg="del">
          <ac:chgData name="Guilherme Micota Stipp" userId="7d8a6ee1e82349c3" providerId="LiveId" clId="{A9478B38-0CCD-436D-A93E-73B5586D0B4A}" dt="2021-11-08T14:22:25.704" v="375" actId="478"/>
          <ac:picMkLst>
            <pc:docMk/>
            <pc:sldMk cId="4065182258" sldId="332"/>
            <ac:picMk id="11" creationId="{2540F51C-A275-4B32-BF65-E9245ACFE9F3}"/>
          </ac:picMkLst>
        </pc:picChg>
      </pc:sldChg>
      <pc:sldChg chg="del">
        <pc:chgData name="Guilherme Micota Stipp" userId="7d8a6ee1e82349c3" providerId="LiveId" clId="{A9478B38-0CCD-436D-A93E-73B5586D0B4A}" dt="2021-11-08T13:07:04.865" v="90" actId="47"/>
        <pc:sldMkLst>
          <pc:docMk/>
          <pc:sldMk cId="1233038434" sldId="333"/>
        </pc:sldMkLst>
      </pc:sldChg>
      <pc:sldChg chg="del">
        <pc:chgData name="Guilherme Micota Stipp" userId="7d8a6ee1e82349c3" providerId="LiveId" clId="{A9478B38-0CCD-436D-A93E-73B5586D0B4A}" dt="2021-11-08T13:07:09.717" v="93" actId="47"/>
        <pc:sldMkLst>
          <pc:docMk/>
          <pc:sldMk cId="4099728127" sldId="334"/>
        </pc:sldMkLst>
      </pc:sldChg>
      <pc:sldChg chg="addSp delSp modSp add mod">
        <pc:chgData name="Guilherme Micota Stipp" userId="7d8a6ee1e82349c3" providerId="LiveId" clId="{A9478B38-0CCD-436D-A93E-73B5586D0B4A}" dt="2021-11-08T13:07:02.742" v="89" actId="20577"/>
        <pc:sldMkLst>
          <pc:docMk/>
          <pc:sldMk cId="1244231830" sldId="335"/>
        </pc:sldMkLst>
        <pc:spChg chg="mod">
          <ac:chgData name="Guilherme Micota Stipp" userId="7d8a6ee1e82349c3" providerId="LiveId" clId="{A9478B38-0CCD-436D-A93E-73B5586D0B4A}" dt="2021-11-08T13:07:02.742" v="89" actId="20577"/>
          <ac:spMkLst>
            <pc:docMk/>
            <pc:sldMk cId="1244231830" sldId="335"/>
            <ac:spMk id="10" creationId="{0DC30F15-2778-418E-A2EF-BEAEC6F95C4E}"/>
          </ac:spMkLst>
        </pc:spChg>
        <pc:picChg chg="del">
          <ac:chgData name="Guilherme Micota Stipp" userId="7d8a6ee1e82349c3" providerId="LiveId" clId="{A9478B38-0CCD-436D-A93E-73B5586D0B4A}" dt="2021-11-08T13:06:35.037" v="36" actId="478"/>
          <ac:picMkLst>
            <pc:docMk/>
            <pc:sldMk cId="1244231830" sldId="335"/>
            <ac:picMk id="8" creationId="{D7014247-DF54-4E10-802C-3302C2B23E81}"/>
          </ac:picMkLst>
        </pc:picChg>
        <pc:picChg chg="add mod">
          <ac:chgData name="Guilherme Micota Stipp" userId="7d8a6ee1e82349c3" providerId="LiveId" clId="{A9478B38-0CCD-436D-A93E-73B5586D0B4A}" dt="2021-11-08T13:06:44.543" v="48" actId="14100"/>
          <ac:picMkLst>
            <pc:docMk/>
            <pc:sldMk cId="1244231830" sldId="335"/>
            <ac:picMk id="11" creationId="{C359A203-6A4E-4CBE-8D25-0B42F9635F61}"/>
          </ac:picMkLst>
        </pc:picChg>
      </pc:sldChg>
      <pc:sldChg chg="addSp delSp modSp add mod">
        <pc:chgData name="Guilherme Micota Stipp" userId="7d8a6ee1e82349c3" providerId="LiveId" clId="{A9478B38-0CCD-436D-A93E-73B5586D0B4A}" dt="2021-11-08T13:19:06.866" v="151" actId="14100"/>
        <pc:sldMkLst>
          <pc:docMk/>
          <pc:sldMk cId="1388573534" sldId="336"/>
        </pc:sldMkLst>
        <pc:spChg chg="mod">
          <ac:chgData name="Guilherme Micota Stipp" userId="7d8a6ee1e82349c3" providerId="LiveId" clId="{A9478B38-0CCD-436D-A93E-73B5586D0B4A}" dt="2021-11-08T13:09:35.393" v="117" actId="20577"/>
          <ac:spMkLst>
            <pc:docMk/>
            <pc:sldMk cId="1388573534" sldId="336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3:19:06.866" v="151" actId="14100"/>
          <ac:picMkLst>
            <pc:docMk/>
            <pc:sldMk cId="1388573534" sldId="336"/>
            <ac:picMk id="8" creationId="{7C124D04-4440-4821-A078-FC8B796393C8}"/>
          </ac:picMkLst>
        </pc:picChg>
        <pc:picChg chg="del">
          <ac:chgData name="Guilherme Micota Stipp" userId="7d8a6ee1e82349c3" providerId="LiveId" clId="{A9478B38-0CCD-436D-A93E-73B5586D0B4A}" dt="2021-11-08T13:09:25.021" v="95" actId="478"/>
          <ac:picMkLst>
            <pc:docMk/>
            <pc:sldMk cId="1388573534" sldId="336"/>
            <ac:picMk id="11" creationId="{C359A203-6A4E-4CBE-8D25-0B42F9635F61}"/>
          </ac:picMkLst>
        </pc:picChg>
      </pc:sldChg>
      <pc:sldChg chg="addSp modSp add mod">
        <pc:chgData name="Guilherme Micota Stipp" userId="7d8a6ee1e82349c3" providerId="LiveId" clId="{A9478B38-0CCD-436D-A93E-73B5586D0B4A}" dt="2021-11-08T13:57:47.546" v="159" actId="14100"/>
        <pc:sldMkLst>
          <pc:docMk/>
          <pc:sldMk cId="601019487" sldId="337"/>
        </pc:sldMkLst>
        <pc:spChg chg="mod">
          <ac:chgData name="Guilherme Micota Stipp" userId="7d8a6ee1e82349c3" providerId="LiveId" clId="{A9478B38-0CCD-436D-A93E-73B5586D0B4A}" dt="2021-11-08T13:10:01.832" v="134" actId="20577"/>
          <ac:spMkLst>
            <pc:docMk/>
            <pc:sldMk cId="601019487" sldId="337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3:57:47.546" v="159" actId="14100"/>
          <ac:picMkLst>
            <pc:docMk/>
            <pc:sldMk cId="601019487" sldId="337"/>
            <ac:picMk id="8" creationId="{D865AB3C-11E3-40F4-8550-86B9FF3078E6}"/>
          </ac:picMkLst>
        </pc:picChg>
      </pc:sldChg>
      <pc:sldChg chg="addSp modSp add mod">
        <pc:chgData name="Guilherme Micota Stipp" userId="7d8a6ee1e82349c3" providerId="LiveId" clId="{A9478B38-0CCD-436D-A93E-73B5586D0B4A}" dt="2021-11-08T14:13:04.020" v="173" actId="14100"/>
        <pc:sldMkLst>
          <pc:docMk/>
          <pc:sldMk cId="94601103" sldId="338"/>
        </pc:sldMkLst>
        <pc:spChg chg="mod">
          <ac:chgData name="Guilherme Micota Stipp" userId="7d8a6ee1e82349c3" providerId="LiveId" clId="{A9478B38-0CCD-436D-A93E-73B5586D0B4A}" dt="2021-11-08T13:10:07.282" v="140" actId="20577"/>
          <ac:spMkLst>
            <pc:docMk/>
            <pc:sldMk cId="94601103" sldId="338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4:13:04.020" v="173" actId="14100"/>
          <ac:picMkLst>
            <pc:docMk/>
            <pc:sldMk cId="94601103" sldId="338"/>
            <ac:picMk id="8" creationId="{D0F1F5F6-F5E7-463A-B66D-2669232F866D}"/>
          </ac:picMkLst>
        </pc:picChg>
      </pc:sldChg>
      <pc:sldChg chg="addSp delSp modSp add mod">
        <pc:chgData name="Guilherme Micota Stipp" userId="7d8a6ee1e82349c3" providerId="LiveId" clId="{A9478B38-0CCD-436D-A93E-73B5586D0B4A}" dt="2021-11-08T15:52:43.515" v="393" actId="14100"/>
        <pc:sldMkLst>
          <pc:docMk/>
          <pc:sldMk cId="933669556" sldId="339"/>
        </pc:sldMkLst>
        <pc:picChg chg="add mod">
          <ac:chgData name="Guilherme Micota Stipp" userId="7d8a6ee1e82349c3" providerId="LiveId" clId="{A9478B38-0CCD-436D-A93E-73B5586D0B4A}" dt="2021-11-08T15:52:43.515" v="393" actId="14100"/>
          <ac:picMkLst>
            <pc:docMk/>
            <pc:sldMk cId="933669556" sldId="339"/>
            <ac:picMk id="8" creationId="{76807576-EF31-4AE1-9635-80D4B8569BBD}"/>
          </ac:picMkLst>
        </pc:picChg>
        <pc:picChg chg="del">
          <ac:chgData name="Guilherme Micota Stipp" userId="7d8a6ee1e82349c3" providerId="LiveId" clId="{A9478B38-0CCD-436D-A93E-73B5586D0B4A}" dt="2021-11-08T15:52:31.361" v="378" actId="478"/>
          <ac:picMkLst>
            <pc:docMk/>
            <pc:sldMk cId="933669556" sldId="339"/>
            <ac:picMk id="20" creationId="{148472DA-DE0B-4816-B0F2-D2506C55EB7B}"/>
          </ac:picMkLst>
        </pc:picChg>
        <pc:picChg chg="del">
          <ac:chgData name="Guilherme Micota Stipp" userId="7d8a6ee1e82349c3" providerId="LiveId" clId="{A9478B38-0CCD-436D-A93E-73B5586D0B4A}" dt="2021-11-08T15:52:31.761" v="379" actId="478"/>
          <ac:picMkLst>
            <pc:docMk/>
            <pc:sldMk cId="933669556" sldId="339"/>
            <ac:picMk id="22" creationId="{90414FC7-64A1-4E38-A916-BBD8EEDC0B96}"/>
          </ac:picMkLst>
        </pc:picChg>
      </pc:sldChg>
      <pc:sldChg chg="addSp delSp modSp add mod">
        <pc:chgData name="Guilherme Micota Stipp" userId="7d8a6ee1e82349c3" providerId="LiveId" clId="{A9478B38-0CCD-436D-A93E-73B5586D0B4A}" dt="2021-11-08T15:52:56.305" v="402" actId="14100"/>
        <pc:sldMkLst>
          <pc:docMk/>
          <pc:sldMk cId="882770135" sldId="340"/>
        </pc:sldMkLst>
        <pc:picChg chg="add mod">
          <ac:chgData name="Guilherme Micota Stipp" userId="7d8a6ee1e82349c3" providerId="LiveId" clId="{A9478B38-0CCD-436D-A93E-73B5586D0B4A}" dt="2021-11-08T15:52:56.305" v="402" actId="14100"/>
          <ac:picMkLst>
            <pc:docMk/>
            <pc:sldMk cId="882770135" sldId="340"/>
            <ac:picMk id="8" creationId="{D5BB0791-1FFB-4A19-BDE5-1F743E4FFC73}"/>
          </ac:picMkLst>
        </pc:picChg>
        <pc:picChg chg="del">
          <ac:chgData name="Guilherme Micota Stipp" userId="7d8a6ee1e82349c3" providerId="LiveId" clId="{A9478B38-0CCD-436D-A93E-73B5586D0B4A}" dt="2021-11-08T15:52:33.042" v="380" actId="478"/>
          <ac:picMkLst>
            <pc:docMk/>
            <pc:sldMk cId="882770135" sldId="340"/>
            <ac:picMk id="20" creationId="{148472DA-DE0B-4816-B0F2-D2506C55EB7B}"/>
          </ac:picMkLst>
        </pc:picChg>
        <pc:picChg chg="del">
          <ac:chgData name="Guilherme Micota Stipp" userId="7d8a6ee1e82349c3" providerId="LiveId" clId="{A9478B38-0CCD-436D-A93E-73B5586D0B4A}" dt="2021-11-08T15:52:33.436" v="381" actId="478"/>
          <ac:picMkLst>
            <pc:docMk/>
            <pc:sldMk cId="882770135" sldId="340"/>
            <ac:picMk id="22" creationId="{90414FC7-64A1-4E38-A916-BBD8EEDC0B96}"/>
          </ac:picMkLst>
        </pc:picChg>
      </pc:sldChg>
    </pc:docChg>
  </pc:docChgLst>
  <pc:docChgLst>
    <pc:chgData name="Guilherme Micota Stipp" userId="7d8a6ee1e82349c3" providerId="LiveId" clId="{FDA3FEB3-3A2A-4596-9546-E0B3457EA66F}"/>
    <pc:docChg chg="undo custSel addSld delSld modSld sldOrd">
      <pc:chgData name="Guilherme Micota Stipp" userId="7d8a6ee1e82349c3" providerId="LiveId" clId="{FDA3FEB3-3A2A-4596-9546-E0B3457EA66F}" dt="2022-03-07T18:12:48.700" v="863" actId="20577"/>
      <pc:docMkLst>
        <pc:docMk/>
      </pc:docMkLst>
      <pc:sldChg chg="modSp mod">
        <pc:chgData name="Guilherme Micota Stipp" userId="7d8a6ee1e82349c3" providerId="LiveId" clId="{FDA3FEB3-3A2A-4596-9546-E0B3457EA66F}" dt="2022-03-06T21:45:20.679" v="42" actId="20577"/>
        <pc:sldMkLst>
          <pc:docMk/>
          <pc:sldMk cId="3178680452" sldId="256"/>
        </pc:sldMkLst>
        <pc:spChg chg="mod">
          <ac:chgData name="Guilherme Micota Stipp" userId="7d8a6ee1e82349c3" providerId="LiveId" clId="{FDA3FEB3-3A2A-4596-9546-E0B3457EA66F}" dt="2022-03-06T21:45:20.679" v="42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FDA3FEB3-3A2A-4596-9546-E0B3457EA66F}" dt="2022-03-07T18:12:48.700" v="863" actId="20577"/>
        <pc:sldMkLst>
          <pc:docMk/>
          <pc:sldMk cId="4068793934" sldId="391"/>
        </pc:sldMkLst>
        <pc:spChg chg="mod">
          <ac:chgData name="Guilherme Micota Stipp" userId="7d8a6ee1e82349c3" providerId="LiveId" clId="{FDA3FEB3-3A2A-4596-9546-E0B3457EA66F}" dt="2022-03-07T18:12:48.700" v="863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modSp mod">
        <pc:chgData name="Guilherme Micota Stipp" userId="7d8a6ee1e82349c3" providerId="LiveId" clId="{FDA3FEB3-3A2A-4596-9546-E0B3457EA66F}" dt="2022-03-06T21:45:00.614" v="35" actId="14100"/>
        <pc:sldMkLst>
          <pc:docMk/>
          <pc:sldMk cId="236232426" sldId="399"/>
        </pc:sldMkLst>
        <pc:picChg chg="add mod">
          <ac:chgData name="Guilherme Micota Stipp" userId="7d8a6ee1e82349c3" providerId="LiveId" clId="{FDA3FEB3-3A2A-4596-9546-E0B3457EA66F}" dt="2022-03-06T21:45:00.614" v="35" actId="14100"/>
          <ac:picMkLst>
            <pc:docMk/>
            <pc:sldMk cId="236232426" sldId="399"/>
            <ac:picMk id="8" creationId="{AA8D0CFE-758A-45B7-9FD7-460CD0660B97}"/>
          </ac:picMkLst>
        </pc:picChg>
      </pc:sldChg>
      <pc:sldChg chg="mod ord modShow">
        <pc:chgData name="Guilherme Micota Stipp" userId="7d8a6ee1e82349c3" providerId="LiveId" clId="{FDA3FEB3-3A2A-4596-9546-E0B3457EA66F}" dt="2022-03-07T18:12:29.630" v="862"/>
        <pc:sldMkLst>
          <pc:docMk/>
          <pc:sldMk cId="2953335727" sldId="400"/>
        </pc:sldMkLst>
      </pc:sldChg>
      <pc:sldChg chg="ord">
        <pc:chgData name="Guilherme Micota Stipp" userId="7d8a6ee1e82349c3" providerId="LiveId" clId="{FDA3FEB3-3A2A-4596-9546-E0B3457EA66F}" dt="2022-03-07T18:11:43.986" v="854"/>
        <pc:sldMkLst>
          <pc:docMk/>
          <pc:sldMk cId="1377187411" sldId="401"/>
        </pc:sldMkLst>
      </pc:sldChg>
      <pc:sldChg chg="mod ord modShow">
        <pc:chgData name="Guilherme Micota Stipp" userId="7d8a6ee1e82349c3" providerId="LiveId" clId="{FDA3FEB3-3A2A-4596-9546-E0B3457EA66F}" dt="2022-03-07T18:12:29.630" v="862"/>
        <pc:sldMkLst>
          <pc:docMk/>
          <pc:sldMk cId="213482182" sldId="402"/>
        </pc:sldMkLst>
      </pc:sldChg>
      <pc:sldChg chg="ord">
        <pc:chgData name="Guilherme Micota Stipp" userId="7d8a6ee1e82349c3" providerId="LiveId" clId="{FDA3FEB3-3A2A-4596-9546-E0B3457EA66F}" dt="2022-03-07T18:12:02.786" v="859"/>
        <pc:sldMkLst>
          <pc:docMk/>
          <pc:sldMk cId="2055683902" sldId="403"/>
        </pc:sldMkLst>
      </pc:sldChg>
      <pc:sldChg chg="addSp delSp modSp mod">
        <pc:chgData name="Guilherme Micota Stipp" userId="7d8a6ee1e82349c3" providerId="LiveId" clId="{FDA3FEB3-3A2A-4596-9546-E0B3457EA66F}" dt="2022-03-06T22:21:08.642" v="231" actId="20577"/>
        <pc:sldMkLst>
          <pc:docMk/>
          <pc:sldMk cId="419424506" sldId="404"/>
        </pc:sldMkLst>
        <pc:spChg chg="mod">
          <ac:chgData name="Guilherme Micota Stipp" userId="7d8a6ee1e82349c3" providerId="LiveId" clId="{FDA3FEB3-3A2A-4596-9546-E0B3457EA66F}" dt="2022-03-06T22:21:08.642" v="231" actId="20577"/>
          <ac:spMkLst>
            <pc:docMk/>
            <pc:sldMk cId="419424506" sldId="404"/>
            <ac:spMk id="10" creationId="{0DC30F15-2778-418E-A2EF-BEAEC6F95C4E}"/>
          </ac:spMkLst>
        </pc:spChg>
        <pc:picChg chg="add del mod">
          <ac:chgData name="Guilherme Micota Stipp" userId="7d8a6ee1e82349c3" providerId="LiveId" clId="{FDA3FEB3-3A2A-4596-9546-E0B3457EA66F}" dt="2022-03-06T22:19:37.749" v="158" actId="478"/>
          <ac:picMkLst>
            <pc:docMk/>
            <pc:sldMk cId="419424506" sldId="404"/>
            <ac:picMk id="8" creationId="{93C444E5-2C50-4F96-99CA-20C3CD555212}"/>
          </ac:picMkLst>
        </pc:picChg>
        <pc:picChg chg="add mod">
          <ac:chgData name="Guilherme Micota Stipp" userId="7d8a6ee1e82349c3" providerId="LiveId" clId="{FDA3FEB3-3A2A-4596-9546-E0B3457EA66F}" dt="2022-03-06T22:19:46.029" v="198" actId="14100"/>
          <ac:picMkLst>
            <pc:docMk/>
            <pc:sldMk cId="419424506" sldId="404"/>
            <ac:picMk id="12" creationId="{CDBAF5FC-4542-4659-90A9-2E8558128A88}"/>
          </ac:picMkLst>
        </pc:picChg>
        <pc:picChg chg="del">
          <ac:chgData name="Guilherme Micota Stipp" userId="7d8a6ee1e82349c3" providerId="LiveId" clId="{FDA3FEB3-3A2A-4596-9546-E0B3457EA66F}" dt="2022-03-06T21:46:09.861" v="98" actId="478"/>
          <ac:picMkLst>
            <pc:docMk/>
            <pc:sldMk cId="419424506" sldId="404"/>
            <ac:picMk id="13" creationId="{EC7A96C8-97E3-4EB1-BC9F-0C11BA695417}"/>
          </ac:picMkLst>
        </pc:picChg>
      </pc:sldChg>
      <pc:sldChg chg="addSp delSp modSp mod ord">
        <pc:chgData name="Guilherme Micota Stipp" userId="7d8a6ee1e82349c3" providerId="LiveId" clId="{FDA3FEB3-3A2A-4596-9546-E0B3457EA66F}" dt="2022-03-07T18:12:02.786" v="859"/>
        <pc:sldMkLst>
          <pc:docMk/>
          <pc:sldMk cId="257289335" sldId="406"/>
        </pc:sldMkLst>
        <pc:picChg chg="del">
          <ac:chgData name="Guilherme Micota Stipp" userId="7d8a6ee1e82349c3" providerId="LiveId" clId="{FDA3FEB3-3A2A-4596-9546-E0B3457EA66F}" dt="2022-03-06T23:37:24.674" v="324" actId="478"/>
          <ac:picMkLst>
            <pc:docMk/>
            <pc:sldMk cId="257289335" sldId="406"/>
            <ac:picMk id="8" creationId="{6A24C662-6650-4E3E-A79B-2B43C39604CF}"/>
          </ac:picMkLst>
        </pc:picChg>
        <pc:picChg chg="add mod">
          <ac:chgData name="Guilherme Micota Stipp" userId="7d8a6ee1e82349c3" providerId="LiveId" clId="{FDA3FEB3-3A2A-4596-9546-E0B3457EA66F}" dt="2022-03-06T23:37:36.048" v="361" actId="14100"/>
          <ac:picMkLst>
            <pc:docMk/>
            <pc:sldMk cId="257289335" sldId="406"/>
            <ac:picMk id="11" creationId="{A40F4024-3FBD-40FF-A7AA-A51FBC926981}"/>
          </ac:picMkLst>
        </pc:picChg>
      </pc:sldChg>
      <pc:sldChg chg="addSp modSp mod">
        <pc:chgData name="Guilherme Micota Stipp" userId="7d8a6ee1e82349c3" providerId="LiveId" clId="{FDA3FEB3-3A2A-4596-9546-E0B3457EA66F}" dt="2022-03-06T23:14:10.462" v="323" actId="14100"/>
        <pc:sldMkLst>
          <pc:docMk/>
          <pc:sldMk cId="1189271507" sldId="409"/>
        </pc:sldMkLst>
        <pc:picChg chg="add mod">
          <ac:chgData name="Guilherme Micota Stipp" userId="7d8a6ee1e82349c3" providerId="LiveId" clId="{FDA3FEB3-3A2A-4596-9546-E0B3457EA66F}" dt="2022-03-06T23:14:10.462" v="323" actId="14100"/>
          <ac:picMkLst>
            <pc:docMk/>
            <pc:sldMk cId="1189271507" sldId="409"/>
            <ac:picMk id="8" creationId="{10028091-D9E7-47A5-A22F-16DFC709E80B}"/>
          </ac:picMkLst>
        </pc:picChg>
      </pc:sldChg>
      <pc:sldChg chg="add del">
        <pc:chgData name="Guilherme Micota Stipp" userId="7d8a6ee1e82349c3" providerId="LiveId" clId="{FDA3FEB3-3A2A-4596-9546-E0B3457EA66F}" dt="2022-03-06T23:13:51.153" v="282" actId="47"/>
        <pc:sldMkLst>
          <pc:docMk/>
          <pc:sldMk cId="2881904045" sldId="410"/>
        </pc:sldMkLst>
      </pc:sldChg>
      <pc:sldChg chg="add ord">
        <pc:chgData name="Guilherme Micota Stipp" userId="7d8a6ee1e82349c3" providerId="LiveId" clId="{FDA3FEB3-3A2A-4596-9546-E0B3457EA66F}" dt="2022-03-07T18:11:01.801" v="852"/>
        <pc:sldMkLst>
          <pc:docMk/>
          <pc:sldMk cId="4187036957" sldId="411"/>
        </pc:sldMkLst>
      </pc:sldChg>
      <pc:sldChg chg="addSp delSp modSp add mod">
        <pc:chgData name="Guilherme Micota Stipp" userId="7d8a6ee1e82349c3" providerId="LiveId" clId="{FDA3FEB3-3A2A-4596-9546-E0B3457EA66F}" dt="2022-03-06T22:53:13.402" v="281" actId="14100"/>
        <pc:sldMkLst>
          <pc:docMk/>
          <pc:sldMk cId="3127000589" sldId="412"/>
        </pc:sldMkLst>
        <pc:spChg chg="mod">
          <ac:chgData name="Guilherme Micota Stipp" userId="7d8a6ee1e82349c3" providerId="LiveId" clId="{FDA3FEB3-3A2A-4596-9546-E0B3457EA66F}" dt="2022-03-06T22:21:16.266" v="242" actId="20577"/>
          <ac:spMkLst>
            <pc:docMk/>
            <pc:sldMk cId="3127000589" sldId="412"/>
            <ac:spMk id="10" creationId="{0DC30F15-2778-418E-A2EF-BEAEC6F95C4E}"/>
          </ac:spMkLst>
        </pc:spChg>
        <pc:picChg chg="add mod">
          <ac:chgData name="Guilherme Micota Stipp" userId="7d8a6ee1e82349c3" providerId="LiveId" clId="{FDA3FEB3-3A2A-4596-9546-E0B3457EA66F}" dt="2022-03-06T22:53:13.402" v="281" actId="14100"/>
          <ac:picMkLst>
            <pc:docMk/>
            <pc:sldMk cId="3127000589" sldId="412"/>
            <ac:picMk id="8" creationId="{F9B0480F-9E44-470C-A848-6F8D57648EE9}"/>
          </ac:picMkLst>
        </pc:picChg>
        <pc:picChg chg="del mod">
          <ac:chgData name="Guilherme Micota Stipp" userId="7d8a6ee1e82349c3" providerId="LiveId" clId="{FDA3FEB3-3A2A-4596-9546-E0B3457EA66F}" dt="2022-03-06T22:21:18.125" v="244" actId="478"/>
          <ac:picMkLst>
            <pc:docMk/>
            <pc:sldMk cId="3127000589" sldId="412"/>
            <ac:picMk id="12" creationId="{CDBAF5FC-4542-4659-90A9-2E8558128A88}"/>
          </ac:picMkLst>
        </pc:picChg>
      </pc:sldChg>
      <pc:sldChg chg="addSp delSp modSp add mod ord">
        <pc:chgData name="Guilherme Micota Stipp" userId="7d8a6ee1e82349c3" providerId="LiveId" clId="{FDA3FEB3-3A2A-4596-9546-E0B3457EA66F}" dt="2022-03-07T02:27:06.180" v="850"/>
        <pc:sldMkLst>
          <pc:docMk/>
          <pc:sldMk cId="3694425836" sldId="413"/>
        </pc:sldMkLst>
        <pc:spChg chg="mod">
          <ac:chgData name="Guilherme Micota Stipp" userId="7d8a6ee1e82349c3" providerId="LiveId" clId="{FDA3FEB3-3A2A-4596-9546-E0B3457EA66F}" dt="2022-03-07T02:04:58.215" v="384" actId="20577"/>
          <ac:spMkLst>
            <pc:docMk/>
            <pc:sldMk cId="3694425836" sldId="413"/>
            <ac:spMk id="10" creationId="{0DC30F15-2778-418E-A2EF-BEAEC6F95C4E}"/>
          </ac:spMkLst>
        </pc:spChg>
        <pc:graphicFrameChg chg="add del mod">
          <ac:chgData name="Guilherme Micota Stipp" userId="7d8a6ee1e82349c3" providerId="LiveId" clId="{FDA3FEB3-3A2A-4596-9546-E0B3457EA66F}" dt="2022-03-07T02:05:51.095" v="388"/>
          <ac:graphicFrameMkLst>
            <pc:docMk/>
            <pc:sldMk cId="3694425836" sldId="413"/>
            <ac:graphicFrameMk id="2" creationId="{F0B7DE03-E814-4246-8477-7906C761050D}"/>
          </ac:graphicFrameMkLst>
        </pc:graphicFrameChg>
        <pc:graphicFrameChg chg="add del mod modGraphic">
          <ac:chgData name="Guilherme Micota Stipp" userId="7d8a6ee1e82349c3" providerId="LiveId" clId="{FDA3FEB3-3A2A-4596-9546-E0B3457EA66F}" dt="2022-03-07T02:16:29.355" v="426" actId="478"/>
          <ac:graphicFrameMkLst>
            <pc:docMk/>
            <pc:sldMk cId="3694425836" sldId="413"/>
            <ac:graphicFrameMk id="8" creationId="{3F9E2369-A437-48E7-A520-15DB258A9A9D}"/>
          </ac:graphicFrameMkLst>
        </pc:graphicFrameChg>
        <pc:graphicFrameChg chg="add del mod">
          <ac:chgData name="Guilherme Micota Stipp" userId="7d8a6ee1e82349c3" providerId="LiveId" clId="{FDA3FEB3-3A2A-4596-9546-E0B3457EA66F}" dt="2022-03-07T02:16:35.276" v="430"/>
          <ac:graphicFrameMkLst>
            <pc:docMk/>
            <pc:sldMk cId="3694425836" sldId="413"/>
            <ac:graphicFrameMk id="12" creationId="{38F50AEE-7210-4114-A3AF-20FE23ADB262}"/>
          </ac:graphicFrameMkLst>
        </pc:graphicFrameChg>
        <pc:graphicFrameChg chg="add mod modGraphic">
          <ac:chgData name="Guilherme Micota Stipp" userId="7d8a6ee1e82349c3" providerId="LiveId" clId="{FDA3FEB3-3A2A-4596-9546-E0B3457EA66F}" dt="2022-03-07T02:26:47.136" v="848" actId="20577"/>
          <ac:graphicFrameMkLst>
            <pc:docMk/>
            <pc:sldMk cId="3694425836" sldId="413"/>
            <ac:graphicFrameMk id="13" creationId="{8A834951-67F5-42DC-84AF-02757D6440BC}"/>
          </ac:graphicFrameMkLst>
        </pc:graphicFrameChg>
        <pc:picChg chg="del">
          <ac:chgData name="Guilherme Micota Stipp" userId="7d8a6ee1e82349c3" providerId="LiveId" clId="{FDA3FEB3-3A2A-4596-9546-E0B3457EA66F}" dt="2022-03-07T02:04:49.888" v="363" actId="478"/>
          <ac:picMkLst>
            <pc:docMk/>
            <pc:sldMk cId="3694425836" sldId="413"/>
            <ac:picMk id="11" creationId="{A40F4024-3FBD-40FF-A7AA-A51FBC926981}"/>
          </ac:picMkLst>
        </pc:picChg>
      </pc:sldChg>
    </pc:docChg>
  </pc:docChgLst>
  <pc:docChgLst>
    <pc:chgData name="Guilherme Micota Stipp" userId="7d8a6ee1e82349c3" providerId="LiveId" clId="{08C3AA3F-E936-4300-AA47-254F7F0F56E2}"/>
    <pc:docChg chg="custSel addSld delSld modSld sldOrd">
      <pc:chgData name="Guilherme Micota Stipp" userId="7d8a6ee1e82349c3" providerId="LiveId" clId="{08C3AA3F-E936-4300-AA47-254F7F0F56E2}" dt="2021-07-26T17:45:15.212" v="605" actId="14100"/>
      <pc:docMkLst>
        <pc:docMk/>
      </pc:docMkLst>
      <pc:sldChg chg="del">
        <pc:chgData name="Guilherme Micota Stipp" userId="7d8a6ee1e82349c3" providerId="LiveId" clId="{08C3AA3F-E936-4300-AA47-254F7F0F56E2}" dt="2021-07-25T23:46:04.894" v="0" actId="47"/>
        <pc:sldMkLst>
          <pc:docMk/>
          <pc:sldMk cId="2551466354" sldId="258"/>
        </pc:sldMkLst>
      </pc:sldChg>
      <pc:sldChg chg="addSp delSp modSp mod">
        <pc:chgData name="Guilherme Micota Stipp" userId="7d8a6ee1e82349c3" providerId="LiveId" clId="{08C3AA3F-E936-4300-AA47-254F7F0F56E2}" dt="2021-07-25T23:46:54.124" v="79" actId="14100"/>
        <pc:sldMkLst>
          <pc:docMk/>
          <pc:sldMk cId="1259924771" sldId="299"/>
        </pc:sldMkLst>
        <pc:picChg chg="add mod">
          <ac:chgData name="Guilherme Micota Stipp" userId="7d8a6ee1e82349c3" providerId="LiveId" clId="{08C3AA3F-E936-4300-AA47-254F7F0F56E2}" dt="2021-07-25T23:46:54.124" v="79" actId="14100"/>
          <ac:picMkLst>
            <pc:docMk/>
            <pc:sldMk cId="1259924771" sldId="299"/>
            <ac:picMk id="8" creationId="{0DFED7A1-9B00-4F26-9EBA-3D24BC10CEBC}"/>
          </ac:picMkLst>
        </pc:picChg>
        <pc:picChg chg="del">
          <ac:chgData name="Guilherme Micota Stipp" userId="7d8a6ee1e82349c3" providerId="LiveId" clId="{08C3AA3F-E936-4300-AA47-254F7F0F56E2}" dt="2021-07-25T23:46:32.791" v="22" actId="478"/>
          <ac:picMkLst>
            <pc:docMk/>
            <pc:sldMk cId="1259924771" sldId="299"/>
            <ac:picMk id="11" creationId="{20B90BCF-CD3C-4900-826E-58D5562F58F6}"/>
          </ac:picMkLst>
        </pc:picChg>
      </pc:sldChg>
      <pc:sldChg chg="addSp delSp modSp mod">
        <pc:chgData name="Guilherme Micota Stipp" userId="7d8a6ee1e82349c3" providerId="LiveId" clId="{08C3AA3F-E936-4300-AA47-254F7F0F56E2}" dt="2021-07-25T23:46:23.957" v="21" actId="14100"/>
        <pc:sldMkLst>
          <pc:docMk/>
          <pc:sldMk cId="2321114233" sldId="300"/>
        </pc:sldMkLst>
        <pc:picChg chg="del">
          <ac:chgData name="Guilherme Micota Stipp" userId="7d8a6ee1e82349c3" providerId="LiveId" clId="{08C3AA3F-E936-4300-AA47-254F7F0F56E2}" dt="2021-07-25T23:46:08.656" v="4" actId="478"/>
          <ac:picMkLst>
            <pc:docMk/>
            <pc:sldMk cId="2321114233" sldId="300"/>
            <ac:picMk id="8" creationId="{57EB9AC4-8E0E-4F8E-BB66-0C8F55058E31}"/>
          </ac:picMkLst>
        </pc:picChg>
        <pc:picChg chg="add mod">
          <ac:chgData name="Guilherme Micota Stipp" userId="7d8a6ee1e82349c3" providerId="LiveId" clId="{08C3AA3F-E936-4300-AA47-254F7F0F56E2}" dt="2021-07-25T23:46:23.957" v="21" actId="14100"/>
          <ac:picMkLst>
            <pc:docMk/>
            <pc:sldMk cId="2321114233" sldId="300"/>
            <ac:picMk id="11" creationId="{1C111AD0-7179-48B7-B72D-7259365A5FCB}"/>
          </ac:picMkLst>
        </pc:picChg>
      </pc:sldChg>
      <pc:sldChg chg="addSp delSp modSp add mod ord">
        <pc:chgData name="Guilherme Micota Stipp" userId="7d8a6ee1e82349c3" providerId="LiveId" clId="{08C3AA3F-E936-4300-AA47-254F7F0F56E2}" dt="2021-07-26T13:46:34.105" v="372" actId="20577"/>
        <pc:sldMkLst>
          <pc:docMk/>
          <pc:sldMk cId="2850151980" sldId="301"/>
        </pc:sldMkLst>
        <pc:spChg chg="mod">
          <ac:chgData name="Guilherme Micota Stipp" userId="7d8a6ee1e82349c3" providerId="LiveId" clId="{08C3AA3F-E936-4300-AA47-254F7F0F56E2}" dt="2021-07-26T13:46:34.105" v="372" actId="20577"/>
          <ac:spMkLst>
            <pc:docMk/>
            <pc:sldMk cId="2850151980" sldId="301"/>
            <ac:spMk id="10" creationId="{0DC30F15-2778-418E-A2EF-BEAEC6F95C4E}"/>
          </ac:spMkLst>
        </pc:spChg>
        <pc:picChg chg="add del mod">
          <ac:chgData name="Guilherme Micota Stipp" userId="7d8a6ee1e82349c3" providerId="LiveId" clId="{08C3AA3F-E936-4300-AA47-254F7F0F56E2}" dt="2021-07-26T13:31:39.866" v="353" actId="478"/>
          <ac:picMkLst>
            <pc:docMk/>
            <pc:sldMk cId="2850151980" sldId="301"/>
            <ac:picMk id="8" creationId="{9C6639DA-54D2-4809-A24E-126D0B112763}"/>
          </ac:picMkLst>
        </pc:picChg>
        <pc:picChg chg="del">
          <ac:chgData name="Guilherme Micota Stipp" userId="7d8a6ee1e82349c3" providerId="LiveId" clId="{08C3AA3F-E936-4300-AA47-254F7F0F56E2}" dt="2021-07-25T23:47:12.495" v="81" actId="478"/>
          <ac:picMkLst>
            <pc:docMk/>
            <pc:sldMk cId="2850151980" sldId="301"/>
            <ac:picMk id="11" creationId="{1C111AD0-7179-48B7-B72D-7259365A5FCB}"/>
          </ac:picMkLst>
        </pc:picChg>
        <pc:picChg chg="add mod">
          <ac:chgData name="Guilherme Micota Stipp" userId="7d8a6ee1e82349c3" providerId="LiveId" clId="{08C3AA3F-E936-4300-AA47-254F7F0F56E2}" dt="2021-07-26T13:46:23.814" v="362" actId="14100"/>
          <ac:picMkLst>
            <pc:docMk/>
            <pc:sldMk cId="2850151980" sldId="301"/>
            <ac:picMk id="11" creationId="{A30C5F33-2099-4088-9DD1-956A72990E6D}"/>
          </ac:picMkLst>
        </pc:picChg>
      </pc:sldChg>
      <pc:sldChg chg="del">
        <pc:chgData name="Guilherme Micota Stipp" userId="7d8a6ee1e82349c3" providerId="LiveId" clId="{08C3AA3F-E936-4300-AA47-254F7F0F56E2}" dt="2021-07-25T23:46:05.233" v="1" actId="47"/>
        <pc:sldMkLst>
          <pc:docMk/>
          <pc:sldMk cId="3638586378" sldId="301"/>
        </pc:sldMkLst>
      </pc:sldChg>
      <pc:sldChg chg="addSp delSp modSp add mod">
        <pc:chgData name="Guilherme Micota Stipp" userId="7d8a6ee1e82349c3" providerId="LiveId" clId="{08C3AA3F-E936-4300-AA47-254F7F0F56E2}" dt="2021-07-26T13:30:13.647" v="303" actId="14100"/>
        <pc:sldMkLst>
          <pc:docMk/>
          <pc:sldMk cId="1427876630" sldId="302"/>
        </pc:sldMkLst>
        <pc:spChg chg="mod">
          <ac:chgData name="Guilherme Micota Stipp" userId="7d8a6ee1e82349c3" providerId="LiveId" clId="{08C3AA3F-E936-4300-AA47-254F7F0F56E2}" dt="2021-07-26T13:28:52.931" v="246" actId="20577"/>
          <ac:spMkLst>
            <pc:docMk/>
            <pc:sldMk cId="1427876630" sldId="302"/>
            <ac:spMk id="10" creationId="{0DC30F15-2778-418E-A2EF-BEAEC6F95C4E}"/>
          </ac:spMkLst>
        </pc:spChg>
        <pc:picChg chg="del">
          <ac:chgData name="Guilherme Micota Stipp" userId="7d8a6ee1e82349c3" providerId="LiveId" clId="{08C3AA3F-E936-4300-AA47-254F7F0F56E2}" dt="2021-07-26T13:28:55.273" v="247" actId="478"/>
          <ac:picMkLst>
            <pc:docMk/>
            <pc:sldMk cId="1427876630" sldId="302"/>
            <ac:picMk id="8" creationId="{9C6639DA-54D2-4809-A24E-126D0B112763}"/>
          </ac:picMkLst>
        </pc:picChg>
        <pc:picChg chg="add del mod">
          <ac:chgData name="Guilherme Micota Stipp" userId="7d8a6ee1e82349c3" providerId="LiveId" clId="{08C3AA3F-E936-4300-AA47-254F7F0F56E2}" dt="2021-07-26T13:29:52.932" v="259" actId="478"/>
          <ac:picMkLst>
            <pc:docMk/>
            <pc:sldMk cId="1427876630" sldId="302"/>
            <ac:picMk id="11" creationId="{1A99B262-1348-4A9C-B250-696AA1CFD89A}"/>
          </ac:picMkLst>
        </pc:picChg>
        <pc:picChg chg="add mod">
          <ac:chgData name="Guilherme Micota Stipp" userId="7d8a6ee1e82349c3" providerId="LiveId" clId="{08C3AA3F-E936-4300-AA47-254F7F0F56E2}" dt="2021-07-26T13:30:13.647" v="303" actId="14100"/>
          <ac:picMkLst>
            <pc:docMk/>
            <pc:sldMk cId="1427876630" sldId="302"/>
            <ac:picMk id="13" creationId="{B5E10735-9297-46B1-A257-84328D40B3A9}"/>
          </ac:picMkLst>
        </pc:picChg>
      </pc:sldChg>
      <pc:sldChg chg="del">
        <pc:chgData name="Guilherme Micota Stipp" userId="7d8a6ee1e82349c3" providerId="LiveId" clId="{08C3AA3F-E936-4300-AA47-254F7F0F56E2}" dt="2021-07-25T23:46:05.680" v="2" actId="47"/>
        <pc:sldMkLst>
          <pc:docMk/>
          <pc:sldMk cId="4277908712" sldId="302"/>
        </pc:sldMkLst>
      </pc:sldChg>
      <pc:sldChg chg="add">
        <pc:chgData name="Guilherme Micota Stipp" userId="7d8a6ee1e82349c3" providerId="LiveId" clId="{08C3AA3F-E936-4300-AA47-254F7F0F56E2}" dt="2021-07-26T13:31:18.645" v="304" actId="2890"/>
        <pc:sldMkLst>
          <pc:docMk/>
          <pc:sldMk cId="2021498511" sldId="303"/>
        </pc:sldMkLst>
      </pc:sldChg>
      <pc:sldChg chg="del">
        <pc:chgData name="Guilherme Micota Stipp" userId="7d8a6ee1e82349c3" providerId="LiveId" clId="{08C3AA3F-E936-4300-AA47-254F7F0F56E2}" dt="2021-07-25T23:46:06.482" v="3" actId="47"/>
        <pc:sldMkLst>
          <pc:docMk/>
          <pc:sldMk cId="3329450168" sldId="303"/>
        </pc:sldMkLst>
      </pc:sldChg>
      <pc:sldChg chg="addSp delSp modSp add mod">
        <pc:chgData name="Guilherme Micota Stipp" userId="7d8a6ee1e82349c3" providerId="LiveId" clId="{08C3AA3F-E936-4300-AA47-254F7F0F56E2}" dt="2021-07-26T14:08:45.272" v="441" actId="14100"/>
        <pc:sldMkLst>
          <pc:docMk/>
          <pc:sldMk cId="1226416724" sldId="304"/>
        </pc:sldMkLst>
        <pc:picChg chg="add del mod">
          <ac:chgData name="Guilherme Micota Stipp" userId="7d8a6ee1e82349c3" providerId="LiveId" clId="{08C3AA3F-E936-4300-AA47-254F7F0F56E2}" dt="2021-07-26T14:08:08.324" v="412" actId="478"/>
          <ac:picMkLst>
            <pc:docMk/>
            <pc:sldMk cId="1226416724" sldId="304"/>
            <ac:picMk id="8" creationId="{D905B628-AF17-46C3-8EF5-0CF4686A9E5E}"/>
          </ac:picMkLst>
        </pc:picChg>
        <pc:picChg chg="del">
          <ac:chgData name="Guilherme Micota Stipp" userId="7d8a6ee1e82349c3" providerId="LiveId" clId="{08C3AA3F-E936-4300-AA47-254F7F0F56E2}" dt="2021-07-26T14:06:58.475" v="374" actId="478"/>
          <ac:picMkLst>
            <pc:docMk/>
            <pc:sldMk cId="1226416724" sldId="304"/>
            <ac:picMk id="11" creationId="{A30C5F33-2099-4088-9DD1-956A72990E6D}"/>
          </ac:picMkLst>
        </pc:picChg>
        <pc:picChg chg="add del mod">
          <ac:chgData name="Guilherme Micota Stipp" userId="7d8a6ee1e82349c3" providerId="LiveId" clId="{08C3AA3F-E936-4300-AA47-254F7F0F56E2}" dt="2021-07-26T14:08:14.200" v="416" actId="478"/>
          <ac:picMkLst>
            <pc:docMk/>
            <pc:sldMk cId="1226416724" sldId="304"/>
            <ac:picMk id="13" creationId="{014DFBBD-F199-4717-98E6-1B2A48FBBCD6}"/>
          </ac:picMkLst>
        </pc:picChg>
        <pc:picChg chg="add mod">
          <ac:chgData name="Guilherme Micota Stipp" userId="7d8a6ee1e82349c3" providerId="LiveId" clId="{08C3AA3F-E936-4300-AA47-254F7F0F56E2}" dt="2021-07-26T14:08:45.272" v="441" actId="14100"/>
          <ac:picMkLst>
            <pc:docMk/>
            <pc:sldMk cId="1226416724" sldId="304"/>
            <ac:picMk id="15" creationId="{4D2580BD-ACE2-4E5D-95BA-C66A5B83309D}"/>
          </ac:picMkLst>
        </pc:picChg>
      </pc:sldChg>
      <pc:sldChg chg="addSp delSp modSp add mod">
        <pc:chgData name="Guilherme Micota Stipp" userId="7d8a6ee1e82349c3" providerId="LiveId" clId="{08C3AA3F-E936-4300-AA47-254F7F0F56E2}" dt="2021-07-26T17:45:15.212" v="605" actId="14100"/>
        <pc:sldMkLst>
          <pc:docMk/>
          <pc:sldMk cId="126994336" sldId="305"/>
        </pc:sldMkLst>
        <pc:spChg chg="mod">
          <ac:chgData name="Guilherme Micota Stipp" userId="7d8a6ee1e82349c3" providerId="LiveId" clId="{08C3AA3F-E936-4300-AA47-254F7F0F56E2}" dt="2021-07-26T14:55:38.170" v="457" actId="20577"/>
          <ac:spMkLst>
            <pc:docMk/>
            <pc:sldMk cId="126994336" sldId="305"/>
            <ac:spMk id="10" creationId="{0DC30F15-2778-418E-A2EF-BEAEC6F95C4E}"/>
          </ac:spMkLst>
        </pc:spChg>
        <pc:picChg chg="add mod">
          <ac:chgData name="Guilherme Micota Stipp" userId="7d8a6ee1e82349c3" providerId="LiveId" clId="{08C3AA3F-E936-4300-AA47-254F7F0F56E2}" dt="2021-07-26T17:45:15.212" v="605" actId="14100"/>
          <ac:picMkLst>
            <pc:docMk/>
            <pc:sldMk cId="126994336" sldId="305"/>
            <ac:picMk id="8" creationId="{D006D677-A601-42E4-B36E-FEA4DD27C03F}"/>
          </ac:picMkLst>
        </pc:picChg>
        <pc:picChg chg="add del mod">
          <ac:chgData name="Guilherme Micota Stipp" userId="7d8a6ee1e82349c3" providerId="LiveId" clId="{08C3AA3F-E936-4300-AA47-254F7F0F56E2}" dt="2021-07-26T15:01:55.433" v="465" actId="478"/>
          <ac:picMkLst>
            <pc:docMk/>
            <pc:sldMk cId="126994336" sldId="305"/>
            <ac:picMk id="8" creationId="{E0103F1F-4C18-48FC-9F2D-C323344A68DC}"/>
          </ac:picMkLst>
        </pc:picChg>
        <pc:picChg chg="add del mod">
          <ac:chgData name="Guilherme Micota Stipp" userId="7d8a6ee1e82349c3" providerId="LiveId" clId="{08C3AA3F-E936-4300-AA47-254F7F0F56E2}" dt="2021-07-26T15:01:56.098" v="466" actId="478"/>
          <ac:picMkLst>
            <pc:docMk/>
            <pc:sldMk cId="126994336" sldId="305"/>
            <ac:picMk id="12" creationId="{404873D1-EE17-4E88-988A-6A4D70AE1280}"/>
          </ac:picMkLst>
        </pc:picChg>
        <pc:picChg chg="add del mod">
          <ac:chgData name="Guilherme Micota Stipp" userId="7d8a6ee1e82349c3" providerId="LiveId" clId="{08C3AA3F-E936-4300-AA47-254F7F0F56E2}" dt="2021-07-26T15:02:24.177" v="474" actId="478"/>
          <ac:picMkLst>
            <pc:docMk/>
            <pc:sldMk cId="126994336" sldId="305"/>
            <ac:picMk id="14" creationId="{F6FE4F1E-D40F-4EB0-BBA5-B40EC8265F00}"/>
          </ac:picMkLst>
        </pc:picChg>
        <pc:picChg chg="del">
          <ac:chgData name="Guilherme Micota Stipp" userId="7d8a6ee1e82349c3" providerId="LiveId" clId="{08C3AA3F-E936-4300-AA47-254F7F0F56E2}" dt="2021-07-26T14:55:33.407" v="443" actId="478"/>
          <ac:picMkLst>
            <pc:docMk/>
            <pc:sldMk cId="126994336" sldId="305"/>
            <ac:picMk id="15" creationId="{4D2580BD-ACE2-4E5D-95BA-C66A5B83309D}"/>
          </ac:picMkLst>
        </pc:picChg>
        <pc:picChg chg="add del mod">
          <ac:chgData name="Guilherme Micota Stipp" userId="7d8a6ee1e82349c3" providerId="LiveId" clId="{08C3AA3F-E936-4300-AA47-254F7F0F56E2}" dt="2021-07-26T15:02:24.921" v="475" actId="478"/>
          <ac:picMkLst>
            <pc:docMk/>
            <pc:sldMk cId="126994336" sldId="305"/>
            <ac:picMk id="17" creationId="{C9732E34-B280-406D-85AC-3D2DD0B7F196}"/>
          </ac:picMkLst>
        </pc:picChg>
        <pc:picChg chg="add del mod">
          <ac:chgData name="Guilherme Micota Stipp" userId="7d8a6ee1e82349c3" providerId="LiveId" clId="{08C3AA3F-E936-4300-AA47-254F7F0F56E2}" dt="2021-07-26T15:02:43.962" v="483" actId="478"/>
          <ac:picMkLst>
            <pc:docMk/>
            <pc:sldMk cId="126994336" sldId="305"/>
            <ac:picMk id="19" creationId="{C065E172-876A-4BB3-BA41-83F2028E6E6C}"/>
          </ac:picMkLst>
        </pc:picChg>
        <pc:picChg chg="add del mod">
          <ac:chgData name="Guilherme Micota Stipp" userId="7d8a6ee1e82349c3" providerId="LiveId" clId="{08C3AA3F-E936-4300-AA47-254F7F0F56E2}" dt="2021-07-26T15:02:42.812" v="482" actId="478"/>
          <ac:picMkLst>
            <pc:docMk/>
            <pc:sldMk cId="126994336" sldId="305"/>
            <ac:picMk id="21" creationId="{726B0308-05FF-4CD4-9120-6DBF2DCD01AA}"/>
          </ac:picMkLst>
        </pc:picChg>
        <pc:picChg chg="add del mod">
          <ac:chgData name="Guilherme Micota Stipp" userId="7d8a6ee1e82349c3" providerId="LiveId" clId="{08C3AA3F-E936-4300-AA47-254F7F0F56E2}" dt="2021-07-26T17:44:26.701" v="551" actId="478"/>
          <ac:picMkLst>
            <pc:docMk/>
            <pc:sldMk cId="126994336" sldId="305"/>
            <ac:picMk id="23" creationId="{9F653FE9-8C6E-4A8D-B618-304727872369}"/>
          </ac:picMkLst>
        </pc:picChg>
        <pc:picChg chg="add mod">
          <ac:chgData name="Guilherme Micota Stipp" userId="7d8a6ee1e82349c3" providerId="LiveId" clId="{08C3AA3F-E936-4300-AA47-254F7F0F56E2}" dt="2021-07-26T15:03:40.937" v="514" actId="14100"/>
          <ac:picMkLst>
            <pc:docMk/>
            <pc:sldMk cId="126994336" sldId="305"/>
            <ac:picMk id="25" creationId="{483E68C3-2BFC-4C06-A2FB-ACF0E4FA58A3}"/>
          </ac:picMkLst>
        </pc:picChg>
      </pc:sldChg>
      <pc:sldChg chg="addSp delSp modSp add mod">
        <pc:chgData name="Guilherme Micota Stipp" userId="7d8a6ee1e82349c3" providerId="LiveId" clId="{08C3AA3F-E936-4300-AA47-254F7F0F56E2}" dt="2021-07-26T15:20:24.243" v="550" actId="14100"/>
        <pc:sldMkLst>
          <pc:docMk/>
          <pc:sldMk cId="2597510336" sldId="306"/>
        </pc:sldMkLst>
        <pc:spChg chg="mod">
          <ac:chgData name="Guilherme Micota Stipp" userId="7d8a6ee1e82349c3" providerId="LiveId" clId="{08C3AA3F-E936-4300-AA47-254F7F0F56E2}" dt="2021-07-26T15:20:14.589" v="544" actId="20577"/>
          <ac:spMkLst>
            <pc:docMk/>
            <pc:sldMk cId="2597510336" sldId="306"/>
            <ac:spMk id="10" creationId="{0DC30F15-2778-418E-A2EF-BEAEC6F95C4E}"/>
          </ac:spMkLst>
        </pc:spChg>
        <pc:picChg chg="add mod">
          <ac:chgData name="Guilherme Micota Stipp" userId="7d8a6ee1e82349c3" providerId="LiveId" clId="{08C3AA3F-E936-4300-AA47-254F7F0F56E2}" dt="2021-07-26T15:20:24.243" v="550" actId="14100"/>
          <ac:picMkLst>
            <pc:docMk/>
            <pc:sldMk cId="2597510336" sldId="306"/>
            <ac:picMk id="8" creationId="{755DD1F0-2330-4CB9-90C4-39E594F5FCFA}"/>
          </ac:picMkLst>
        </pc:picChg>
        <pc:picChg chg="del">
          <ac:chgData name="Guilherme Micota Stipp" userId="7d8a6ee1e82349c3" providerId="LiveId" clId="{08C3AA3F-E936-4300-AA47-254F7F0F56E2}" dt="2021-07-26T15:20:03.223" v="516" actId="478"/>
          <ac:picMkLst>
            <pc:docMk/>
            <pc:sldMk cId="2597510336" sldId="306"/>
            <ac:picMk id="23" creationId="{9F653FE9-8C6E-4A8D-B618-304727872369}"/>
          </ac:picMkLst>
        </pc:picChg>
        <pc:picChg chg="del">
          <ac:chgData name="Guilherme Micota Stipp" userId="7d8a6ee1e82349c3" providerId="LiveId" clId="{08C3AA3F-E936-4300-AA47-254F7F0F56E2}" dt="2021-07-26T15:20:03.607" v="517" actId="478"/>
          <ac:picMkLst>
            <pc:docMk/>
            <pc:sldMk cId="2597510336" sldId="306"/>
            <ac:picMk id="25" creationId="{483E68C3-2BFC-4C06-A2FB-ACF0E4FA58A3}"/>
          </ac:picMkLst>
        </pc:picChg>
      </pc:sldChg>
    </pc:docChg>
  </pc:docChgLst>
  <pc:docChgLst>
    <pc:chgData name="Guilherme Micota Stipp" userId="7d8a6ee1e82349c3" providerId="LiveId" clId="{ABB25ED9-0BEF-4E65-A250-2DA8561FC0C0}"/>
    <pc:docChg chg="undo custSel addSld delSld modSld">
      <pc:chgData name="Guilherme Micota Stipp" userId="7d8a6ee1e82349c3" providerId="LiveId" clId="{ABB25ED9-0BEF-4E65-A250-2DA8561FC0C0}" dt="2022-02-14T17:19:15.234" v="1594" actId="1035"/>
      <pc:docMkLst>
        <pc:docMk/>
      </pc:docMkLst>
      <pc:sldChg chg="addSp delSp modSp mod">
        <pc:chgData name="Guilherme Micota Stipp" userId="7d8a6ee1e82349c3" providerId="LiveId" clId="{ABB25ED9-0BEF-4E65-A250-2DA8561FC0C0}" dt="2022-02-10T17:56:17.810" v="586" actId="478"/>
        <pc:sldMkLst>
          <pc:docMk/>
          <pc:sldMk cId="3178680452" sldId="256"/>
        </pc:sldMkLst>
        <pc:spChg chg="del">
          <ac:chgData name="Guilherme Micota Stipp" userId="7d8a6ee1e82349c3" providerId="LiveId" clId="{ABB25ED9-0BEF-4E65-A250-2DA8561FC0C0}" dt="2022-02-10T17:56:17.810" v="586" actId="478"/>
          <ac:spMkLst>
            <pc:docMk/>
            <pc:sldMk cId="3178680452" sldId="256"/>
            <ac:spMk id="7" creationId="{691494A9-F400-4813-A72C-3E12B134F67F}"/>
          </ac:spMkLst>
        </pc:spChg>
        <pc:spChg chg="add mod">
          <ac:chgData name="Guilherme Micota Stipp" userId="7d8a6ee1e82349c3" providerId="LiveId" clId="{ABB25ED9-0BEF-4E65-A250-2DA8561FC0C0}" dt="2022-02-10T17:56:09.405" v="585" actId="1036"/>
          <ac:spMkLst>
            <pc:docMk/>
            <pc:sldMk cId="3178680452" sldId="256"/>
            <ac:spMk id="8" creationId="{E6B74075-295E-4982-BE96-AA003A203F6C}"/>
          </ac:spMkLst>
        </pc:spChg>
      </pc:sldChg>
      <pc:sldChg chg="del">
        <pc:chgData name="Guilherme Micota Stipp" userId="7d8a6ee1e82349c3" providerId="LiveId" clId="{ABB25ED9-0BEF-4E65-A250-2DA8561FC0C0}" dt="2022-02-10T17:44:18.837" v="36" actId="47"/>
        <pc:sldMkLst>
          <pc:docMk/>
          <pc:sldMk cId="3039361869" sldId="298"/>
        </pc:sldMkLst>
      </pc:sldChg>
      <pc:sldChg chg="del">
        <pc:chgData name="Guilherme Micota Stipp" userId="7d8a6ee1e82349c3" providerId="LiveId" clId="{ABB25ED9-0BEF-4E65-A250-2DA8561FC0C0}" dt="2022-02-10T17:40:46.710" v="0" actId="47"/>
        <pc:sldMkLst>
          <pc:docMk/>
          <pc:sldMk cId="3461407716" sldId="388"/>
        </pc:sldMkLst>
      </pc:sldChg>
      <pc:sldChg chg="add del">
        <pc:chgData name="Guilherme Micota Stipp" userId="7d8a6ee1e82349c3" providerId="LiveId" clId="{ABB25ED9-0BEF-4E65-A250-2DA8561FC0C0}" dt="2022-02-10T17:40:58.939" v="7" actId="47"/>
        <pc:sldMkLst>
          <pc:docMk/>
          <pc:sldMk cId="1142824624" sldId="389"/>
        </pc:sldMkLst>
      </pc:sldChg>
      <pc:sldChg chg="del">
        <pc:chgData name="Guilherme Micota Stipp" userId="7d8a6ee1e82349c3" providerId="LiveId" clId="{ABB25ED9-0BEF-4E65-A250-2DA8561FC0C0}" dt="2022-02-10T17:40:52.168" v="4" actId="47"/>
        <pc:sldMkLst>
          <pc:docMk/>
          <pc:sldMk cId="2287488751" sldId="390"/>
        </pc:sldMkLst>
      </pc:sldChg>
      <pc:sldChg chg="addSp delSp modSp mod">
        <pc:chgData name="Guilherme Micota Stipp" userId="7d8a6ee1e82349c3" providerId="LiveId" clId="{ABB25ED9-0BEF-4E65-A250-2DA8561FC0C0}" dt="2022-02-11T14:48:19.081" v="1320" actId="20577"/>
        <pc:sldMkLst>
          <pc:docMk/>
          <pc:sldMk cId="4068793934" sldId="391"/>
        </pc:sldMkLst>
        <pc:spChg chg="del mod">
          <ac:chgData name="Guilherme Micota Stipp" userId="7d8a6ee1e82349c3" providerId="LiveId" clId="{ABB25ED9-0BEF-4E65-A250-2DA8561FC0C0}" dt="2022-02-10T17:56:36.074" v="587" actId="478"/>
          <ac:spMkLst>
            <pc:docMk/>
            <pc:sldMk cId="4068793934" sldId="391"/>
            <ac:spMk id="10" creationId="{0DC30F15-2778-418E-A2EF-BEAEC6F95C4E}"/>
          </ac:spMkLst>
        </pc:spChg>
        <pc:spChg chg="add del mod ord">
          <ac:chgData name="Guilherme Micota Stipp" userId="7d8a6ee1e82349c3" providerId="LiveId" clId="{ABB25ED9-0BEF-4E65-A250-2DA8561FC0C0}" dt="2022-02-10T17:59:45.684" v="588" actId="478"/>
          <ac:spMkLst>
            <pc:docMk/>
            <pc:sldMk cId="4068793934" sldId="391"/>
            <ac:spMk id="18" creationId="{7A55FC2E-A2D9-4F94-96D8-45A38FA2337C}"/>
          </ac:spMkLst>
        </pc:spChg>
        <pc:spChg chg="add mod">
          <ac:chgData name="Guilherme Micota Stipp" userId="7d8a6ee1e82349c3" providerId="LiveId" clId="{ABB25ED9-0BEF-4E65-A250-2DA8561FC0C0}" dt="2022-02-11T14:48:19.081" v="1320" actId="20577"/>
          <ac:spMkLst>
            <pc:docMk/>
            <pc:sldMk cId="4068793934" sldId="391"/>
            <ac:spMk id="28" creationId="{23990A69-29C1-45D4-B031-398F29CDA25C}"/>
          </ac:spMkLst>
        </pc:spChg>
        <pc:picChg chg="add mod">
          <ac:chgData name="Guilherme Micota Stipp" userId="7d8a6ee1e82349c3" providerId="LiveId" clId="{ABB25ED9-0BEF-4E65-A250-2DA8561FC0C0}" dt="2022-02-10T17:44:22.847" v="37"/>
          <ac:picMkLst>
            <pc:docMk/>
            <pc:sldMk cId="4068793934" sldId="391"/>
            <ac:picMk id="11" creationId="{0EF56D23-CFE6-46B0-9F6D-BFEE298FD35A}"/>
          </ac:picMkLst>
        </pc:picChg>
        <pc:picChg chg="del">
          <ac:chgData name="Guilherme Micota Stipp" userId="7d8a6ee1e82349c3" providerId="LiveId" clId="{ABB25ED9-0BEF-4E65-A250-2DA8561FC0C0}" dt="2022-02-10T17:41:24.151" v="31" actId="478"/>
          <ac:picMkLst>
            <pc:docMk/>
            <pc:sldMk cId="4068793934" sldId="391"/>
            <ac:picMk id="11" creationId="{46A5416B-0542-490F-B9FE-04BC028DD7BC}"/>
          </ac:picMkLst>
        </pc:picChg>
        <pc:picChg chg="add mod">
          <ac:chgData name="Guilherme Micota Stipp" userId="7d8a6ee1e82349c3" providerId="LiveId" clId="{ABB25ED9-0BEF-4E65-A250-2DA8561FC0C0}" dt="2022-02-10T17:45:51.946" v="41"/>
          <ac:picMkLst>
            <pc:docMk/>
            <pc:sldMk cId="4068793934" sldId="391"/>
            <ac:picMk id="12" creationId="{F6C35F08-A34F-4BDC-B7A3-79F293AF0C6A}"/>
          </ac:picMkLst>
        </pc:picChg>
        <pc:picChg chg="del">
          <ac:chgData name="Guilherme Micota Stipp" userId="7d8a6ee1e82349c3" providerId="LiveId" clId="{ABB25ED9-0BEF-4E65-A250-2DA8561FC0C0}" dt="2022-02-10T17:41:24.738" v="32" actId="478"/>
          <ac:picMkLst>
            <pc:docMk/>
            <pc:sldMk cId="4068793934" sldId="391"/>
            <ac:picMk id="13" creationId="{266DF91B-CB7C-40C8-AB1E-95497C087E18}"/>
          </ac:picMkLst>
        </pc:picChg>
        <pc:picChg chg="add mod">
          <ac:chgData name="Guilherme Micota Stipp" userId="7d8a6ee1e82349c3" providerId="LiveId" clId="{ABB25ED9-0BEF-4E65-A250-2DA8561FC0C0}" dt="2022-02-10T17:46:09.113" v="87" actId="1035"/>
          <ac:picMkLst>
            <pc:docMk/>
            <pc:sldMk cId="4068793934" sldId="391"/>
            <ac:picMk id="13" creationId="{6DC926AB-73C6-492A-B9F7-37F4D2B10FAB}"/>
          </ac:picMkLst>
        </pc:picChg>
        <pc:picChg chg="add mod">
          <ac:chgData name="Guilherme Micota Stipp" userId="7d8a6ee1e82349c3" providerId="LiveId" clId="{ABB25ED9-0BEF-4E65-A250-2DA8561FC0C0}" dt="2022-02-10T17:46:09.711" v="88"/>
          <ac:picMkLst>
            <pc:docMk/>
            <pc:sldMk cId="4068793934" sldId="391"/>
            <ac:picMk id="14" creationId="{5443F0E9-4915-4969-BB30-6BFA24860F84}"/>
          </ac:picMkLst>
        </pc:picChg>
        <pc:picChg chg="add mod">
          <ac:chgData name="Guilherme Micota Stipp" userId="7d8a6ee1e82349c3" providerId="LiveId" clId="{ABB25ED9-0BEF-4E65-A250-2DA8561FC0C0}" dt="2022-02-10T17:46:10.341" v="89"/>
          <ac:picMkLst>
            <pc:docMk/>
            <pc:sldMk cId="4068793934" sldId="391"/>
            <ac:picMk id="15" creationId="{FFDF659A-1C70-4607-830E-4C72C51F42AC}"/>
          </ac:picMkLst>
        </pc:picChg>
        <pc:picChg chg="add mod">
          <ac:chgData name="Guilherme Micota Stipp" userId="7d8a6ee1e82349c3" providerId="LiveId" clId="{ABB25ED9-0BEF-4E65-A250-2DA8561FC0C0}" dt="2022-02-10T17:46:12.088" v="90"/>
          <ac:picMkLst>
            <pc:docMk/>
            <pc:sldMk cId="4068793934" sldId="391"/>
            <ac:picMk id="16" creationId="{470E6B19-A902-40BB-9C41-75649A23B624}"/>
          </ac:picMkLst>
        </pc:picChg>
        <pc:picChg chg="add del mod">
          <ac:chgData name="Guilherme Micota Stipp" userId="7d8a6ee1e82349c3" providerId="LiveId" clId="{ABB25ED9-0BEF-4E65-A250-2DA8561FC0C0}" dt="2022-02-10T17:50:09.426" v="297" actId="478"/>
          <ac:picMkLst>
            <pc:docMk/>
            <pc:sldMk cId="4068793934" sldId="391"/>
            <ac:picMk id="17" creationId="{B41E58FF-9D41-4EA3-BF24-D96937F8F80B}"/>
          </ac:picMkLst>
        </pc:picChg>
        <pc:picChg chg="add mod">
          <ac:chgData name="Guilherme Micota Stipp" userId="7d8a6ee1e82349c3" providerId="LiveId" clId="{ABB25ED9-0BEF-4E65-A250-2DA8561FC0C0}" dt="2022-02-10T17:51:33.090" v="372" actId="1038"/>
          <ac:picMkLst>
            <pc:docMk/>
            <pc:sldMk cId="4068793934" sldId="391"/>
            <ac:picMk id="19" creationId="{6A6BC673-2379-4609-B5D2-20DC3B883FD4}"/>
          </ac:picMkLst>
        </pc:picChg>
        <pc:picChg chg="add mod">
          <ac:chgData name="Guilherme Micota Stipp" userId="7d8a6ee1e82349c3" providerId="LiveId" clId="{ABB25ED9-0BEF-4E65-A250-2DA8561FC0C0}" dt="2022-02-10T17:51:34.267" v="373"/>
          <ac:picMkLst>
            <pc:docMk/>
            <pc:sldMk cId="4068793934" sldId="391"/>
            <ac:picMk id="20" creationId="{9EE12477-EADE-448C-A503-DF979327E3B7}"/>
          </ac:picMkLst>
        </pc:picChg>
        <pc:picChg chg="add mod">
          <ac:chgData name="Guilherme Micota Stipp" userId="7d8a6ee1e82349c3" providerId="LiveId" clId="{ABB25ED9-0BEF-4E65-A250-2DA8561FC0C0}" dt="2022-02-10T17:51:35.871" v="374"/>
          <ac:picMkLst>
            <pc:docMk/>
            <pc:sldMk cId="4068793934" sldId="391"/>
            <ac:picMk id="21" creationId="{6DFCE1E9-A043-48E0-8BB4-1E8B5B31D53E}"/>
          </ac:picMkLst>
        </pc:picChg>
        <pc:picChg chg="add mod">
          <ac:chgData name="Guilherme Micota Stipp" userId="7d8a6ee1e82349c3" providerId="LiveId" clId="{ABB25ED9-0BEF-4E65-A250-2DA8561FC0C0}" dt="2022-02-10T17:51:37.018" v="375"/>
          <ac:picMkLst>
            <pc:docMk/>
            <pc:sldMk cId="4068793934" sldId="391"/>
            <ac:picMk id="22" creationId="{6DD625A0-7E1B-48DF-8026-C6B30C50FA29}"/>
          </ac:picMkLst>
        </pc:picChg>
        <pc:picChg chg="add mod">
          <ac:chgData name="Guilherme Micota Stipp" userId="7d8a6ee1e82349c3" providerId="LiveId" clId="{ABB25ED9-0BEF-4E65-A250-2DA8561FC0C0}" dt="2022-02-10T17:51:37.317" v="376"/>
          <ac:picMkLst>
            <pc:docMk/>
            <pc:sldMk cId="4068793934" sldId="391"/>
            <ac:picMk id="23" creationId="{83379335-9E78-430C-99F2-7365BD0B1491}"/>
          </ac:picMkLst>
        </pc:picChg>
        <pc:picChg chg="add mod">
          <ac:chgData name="Guilherme Micota Stipp" userId="7d8a6ee1e82349c3" providerId="LiveId" clId="{ABB25ED9-0BEF-4E65-A250-2DA8561FC0C0}" dt="2022-02-10T17:51:37.615" v="377"/>
          <ac:picMkLst>
            <pc:docMk/>
            <pc:sldMk cId="4068793934" sldId="391"/>
            <ac:picMk id="24" creationId="{7579643D-0A59-4591-AE91-C42845637B3E}"/>
          </ac:picMkLst>
        </pc:picChg>
        <pc:picChg chg="add mod">
          <ac:chgData name="Guilherme Micota Stipp" userId="7d8a6ee1e82349c3" providerId="LiveId" clId="{ABB25ED9-0BEF-4E65-A250-2DA8561FC0C0}" dt="2022-02-10T17:51:37.961" v="378"/>
          <ac:picMkLst>
            <pc:docMk/>
            <pc:sldMk cId="4068793934" sldId="391"/>
            <ac:picMk id="25" creationId="{EC84C0B4-FBA5-4A02-B227-2AD1675A18DA}"/>
          </ac:picMkLst>
        </pc:picChg>
        <pc:picChg chg="add mod">
          <ac:chgData name="Guilherme Micota Stipp" userId="7d8a6ee1e82349c3" providerId="LiveId" clId="{ABB25ED9-0BEF-4E65-A250-2DA8561FC0C0}" dt="2022-02-10T17:51:38.291" v="379"/>
          <ac:picMkLst>
            <pc:docMk/>
            <pc:sldMk cId="4068793934" sldId="391"/>
            <ac:picMk id="26" creationId="{13356947-111B-4F45-A22C-202FC41B88F6}"/>
          </ac:picMkLst>
        </pc:picChg>
        <pc:picChg chg="add mod">
          <ac:chgData name="Guilherme Micota Stipp" userId="7d8a6ee1e82349c3" providerId="LiveId" clId="{ABB25ED9-0BEF-4E65-A250-2DA8561FC0C0}" dt="2022-02-10T17:51:38.700" v="380"/>
          <ac:picMkLst>
            <pc:docMk/>
            <pc:sldMk cId="4068793934" sldId="391"/>
            <ac:picMk id="27" creationId="{B1CF1DF3-6903-47FC-B730-2A01FC440B7F}"/>
          </ac:picMkLst>
        </pc:picChg>
      </pc:sldChg>
      <pc:sldChg chg="del">
        <pc:chgData name="Guilherme Micota Stipp" userId="7d8a6ee1e82349c3" providerId="LiveId" clId="{ABB25ED9-0BEF-4E65-A250-2DA8561FC0C0}" dt="2022-02-10T17:40:49.191" v="2" actId="47"/>
        <pc:sldMkLst>
          <pc:docMk/>
          <pc:sldMk cId="1303463140" sldId="392"/>
        </pc:sldMkLst>
      </pc:sldChg>
      <pc:sldChg chg="modSp add mod">
        <pc:chgData name="Guilherme Micota Stipp" userId="7d8a6ee1e82349c3" providerId="LiveId" clId="{ABB25ED9-0BEF-4E65-A250-2DA8561FC0C0}" dt="2022-02-10T17:44:04.911" v="35" actId="1076"/>
        <pc:sldMkLst>
          <pc:docMk/>
          <pc:sldMk cId="2297317908" sldId="392"/>
        </pc:sldMkLst>
        <pc:picChg chg="mod">
          <ac:chgData name="Guilherme Micota Stipp" userId="7d8a6ee1e82349c3" providerId="LiveId" clId="{ABB25ED9-0BEF-4E65-A250-2DA8561FC0C0}" dt="2022-02-10T17:44:04.911" v="35" actId="1076"/>
          <ac:picMkLst>
            <pc:docMk/>
            <pc:sldMk cId="2297317908" sldId="392"/>
            <ac:picMk id="16" creationId="{F555607F-9408-47E6-9806-F42A99C28332}"/>
          </ac:picMkLst>
        </pc:picChg>
      </pc:sldChg>
      <pc:sldChg chg="del">
        <pc:chgData name="Guilherme Micota Stipp" userId="7d8a6ee1e82349c3" providerId="LiveId" clId="{ABB25ED9-0BEF-4E65-A250-2DA8561FC0C0}" dt="2022-02-10T17:40:48.500" v="1" actId="47"/>
        <pc:sldMkLst>
          <pc:docMk/>
          <pc:sldMk cId="364867705" sldId="393"/>
        </pc:sldMkLst>
      </pc:sldChg>
      <pc:sldChg chg="addSp delSp modSp add mod">
        <pc:chgData name="Guilherme Micota Stipp" userId="7d8a6ee1e82349c3" providerId="LiveId" clId="{ABB25ED9-0BEF-4E65-A250-2DA8561FC0C0}" dt="2022-02-10T19:19:16.664" v="874" actId="14100"/>
        <pc:sldMkLst>
          <pc:docMk/>
          <pc:sldMk cId="961888503" sldId="393"/>
        </pc:sldMkLst>
        <pc:spChg chg="add del mod">
          <ac:chgData name="Guilherme Micota Stipp" userId="7d8a6ee1e82349c3" providerId="LiveId" clId="{ABB25ED9-0BEF-4E65-A250-2DA8561FC0C0}" dt="2022-02-10T19:17:42.131" v="834" actId="478"/>
          <ac:spMkLst>
            <pc:docMk/>
            <pc:sldMk cId="961888503" sldId="393"/>
            <ac:spMk id="2" creationId="{0B46896D-54C7-4F21-B5CB-87D3C97ED855}"/>
          </ac:spMkLst>
        </pc:spChg>
        <pc:spChg chg="mod">
          <ac:chgData name="Guilherme Micota Stipp" userId="7d8a6ee1e82349c3" providerId="LiveId" clId="{ABB25ED9-0BEF-4E65-A250-2DA8561FC0C0}" dt="2022-02-10T18:00:46.904" v="688" actId="20577"/>
          <ac:spMkLst>
            <pc:docMk/>
            <pc:sldMk cId="961888503" sldId="393"/>
            <ac:spMk id="10" creationId="{0DC30F15-2778-418E-A2EF-BEAEC6F95C4E}"/>
          </ac:spMkLst>
        </pc:spChg>
        <pc:picChg chg="del">
          <ac:chgData name="Guilherme Micota Stipp" userId="7d8a6ee1e82349c3" providerId="LiveId" clId="{ABB25ED9-0BEF-4E65-A250-2DA8561FC0C0}" dt="2022-02-10T17:45:40.511" v="39" actId="478"/>
          <ac:picMkLst>
            <pc:docMk/>
            <pc:sldMk cId="961888503" sldId="393"/>
            <ac:picMk id="11" creationId="{0EF56D23-CFE6-46B0-9F6D-BFEE298FD35A}"/>
          </ac:picMkLst>
        </pc:picChg>
        <pc:picChg chg="add del mod">
          <ac:chgData name="Guilherme Micota Stipp" userId="7d8a6ee1e82349c3" providerId="LiveId" clId="{ABB25ED9-0BEF-4E65-A250-2DA8561FC0C0}" dt="2022-02-10T19:17:51.811" v="859" actId="478"/>
          <ac:picMkLst>
            <pc:docMk/>
            <pc:sldMk cId="961888503" sldId="393"/>
            <ac:picMk id="12" creationId="{C820EB6C-03B4-4A1D-9816-4C67DD3514E8}"/>
          </ac:picMkLst>
        </pc:picChg>
        <pc:picChg chg="add mod">
          <ac:chgData name="Guilherme Micota Stipp" userId="7d8a6ee1e82349c3" providerId="LiveId" clId="{ABB25ED9-0BEF-4E65-A250-2DA8561FC0C0}" dt="2022-02-10T19:19:16.664" v="874" actId="14100"/>
          <ac:picMkLst>
            <pc:docMk/>
            <pc:sldMk cId="961888503" sldId="393"/>
            <ac:picMk id="14" creationId="{90D5DCF8-5E63-4319-8755-B61F6AA9F318}"/>
          </ac:picMkLst>
        </pc:picChg>
      </pc:sldChg>
      <pc:sldChg chg="del">
        <pc:chgData name="Guilherme Micota Stipp" userId="7d8a6ee1e82349c3" providerId="LiveId" clId="{ABB25ED9-0BEF-4E65-A250-2DA8561FC0C0}" dt="2022-02-10T17:40:50.783" v="3" actId="47"/>
        <pc:sldMkLst>
          <pc:docMk/>
          <pc:sldMk cId="1366893882" sldId="394"/>
        </pc:sldMkLst>
      </pc:sldChg>
      <pc:sldChg chg="add del">
        <pc:chgData name="Guilherme Micota Stipp" userId="7d8a6ee1e82349c3" providerId="LiveId" clId="{ABB25ED9-0BEF-4E65-A250-2DA8561FC0C0}" dt="2022-02-10T18:00:39.814" v="679" actId="47"/>
        <pc:sldMkLst>
          <pc:docMk/>
          <pc:sldMk cId="2539548242" sldId="394"/>
        </pc:sldMkLst>
      </pc:sldChg>
      <pc:sldChg chg="addSp delSp modSp add mod">
        <pc:chgData name="Guilherme Micota Stipp" userId="7d8a6ee1e82349c3" providerId="LiveId" clId="{ABB25ED9-0BEF-4E65-A250-2DA8561FC0C0}" dt="2022-02-10T19:43:09.929" v="927" actId="14100"/>
        <pc:sldMkLst>
          <pc:docMk/>
          <pc:sldMk cId="2823821333" sldId="394"/>
        </pc:sldMkLst>
        <pc:spChg chg="add del mod">
          <ac:chgData name="Guilherme Micota Stipp" userId="7d8a6ee1e82349c3" providerId="LiveId" clId="{ABB25ED9-0BEF-4E65-A250-2DA8561FC0C0}" dt="2022-02-10T19:31:15.674" v="875" actId="478"/>
          <ac:spMkLst>
            <pc:docMk/>
            <pc:sldMk cId="2823821333" sldId="394"/>
            <ac:spMk id="11" creationId="{FEA49F21-7E46-4859-9C3C-AD961761EB2E}"/>
          </ac:spMkLst>
        </pc:spChg>
        <pc:picChg chg="add mod">
          <ac:chgData name="Guilherme Micota Stipp" userId="7d8a6ee1e82349c3" providerId="LiveId" clId="{ABB25ED9-0BEF-4E65-A250-2DA8561FC0C0}" dt="2022-02-10T19:43:09.929" v="927" actId="14100"/>
          <ac:picMkLst>
            <pc:docMk/>
            <pc:sldMk cId="2823821333" sldId="394"/>
            <ac:picMk id="8" creationId="{1DDBD2B8-8FB3-4F2A-B597-518EDFE065E9}"/>
          </ac:picMkLst>
        </pc:picChg>
      </pc:sldChg>
      <pc:sldChg chg="addSp delSp modSp add mod">
        <pc:chgData name="Guilherme Micota Stipp" userId="7d8a6ee1e82349c3" providerId="LiveId" clId="{ABB25ED9-0BEF-4E65-A250-2DA8561FC0C0}" dt="2022-02-11T14:44:58.065" v="1268" actId="14100"/>
        <pc:sldMkLst>
          <pc:docMk/>
          <pc:sldMk cId="2332706512" sldId="395"/>
        </pc:sldMkLst>
        <pc:spChg chg="mod">
          <ac:chgData name="Guilherme Micota Stipp" userId="7d8a6ee1e82349c3" providerId="LiveId" clId="{ABB25ED9-0BEF-4E65-A250-2DA8561FC0C0}" dt="2022-02-11T14:19:21.139" v="1146" actId="20577"/>
          <ac:spMkLst>
            <pc:docMk/>
            <pc:sldMk cId="2332706512" sldId="395"/>
            <ac:spMk id="10" creationId="{0DC30F15-2778-418E-A2EF-BEAEC6F95C4E}"/>
          </ac:spMkLst>
        </pc:spChg>
        <pc:spChg chg="del">
          <ac:chgData name="Guilherme Micota Stipp" userId="7d8a6ee1e82349c3" providerId="LiveId" clId="{ABB25ED9-0BEF-4E65-A250-2DA8561FC0C0}" dt="2022-02-10T18:21:14.599" v="809" actId="478"/>
          <ac:spMkLst>
            <pc:docMk/>
            <pc:sldMk cId="2332706512" sldId="395"/>
            <ac:spMk id="11" creationId="{FEA49F21-7E46-4859-9C3C-AD961761EB2E}"/>
          </ac:spMkLst>
        </pc:spChg>
        <pc:picChg chg="add del mod">
          <ac:chgData name="Guilherme Micota Stipp" userId="7d8a6ee1e82349c3" providerId="LiveId" clId="{ABB25ED9-0BEF-4E65-A250-2DA8561FC0C0}" dt="2022-02-11T14:19:05.464" v="1135" actId="478"/>
          <ac:picMkLst>
            <pc:docMk/>
            <pc:sldMk cId="2332706512" sldId="395"/>
            <ac:picMk id="8" creationId="{BCD6E477-92A6-4A17-A2BB-0457A56FDD56}"/>
          </ac:picMkLst>
        </pc:picChg>
        <pc:picChg chg="add del mod">
          <ac:chgData name="Guilherme Micota Stipp" userId="7d8a6ee1e82349c3" providerId="LiveId" clId="{ABB25ED9-0BEF-4E65-A250-2DA8561FC0C0}" dt="2022-02-11T14:44:14.851" v="1194" actId="478"/>
          <ac:picMkLst>
            <pc:docMk/>
            <pc:sldMk cId="2332706512" sldId="395"/>
            <ac:picMk id="11" creationId="{8CF347E1-8939-4A57-829B-268332C2E247}"/>
          </ac:picMkLst>
        </pc:picChg>
        <pc:picChg chg="add del mod">
          <ac:chgData name="Guilherme Micota Stipp" userId="7d8a6ee1e82349c3" providerId="LiveId" clId="{ABB25ED9-0BEF-4E65-A250-2DA8561FC0C0}" dt="2022-02-11T14:44:17.502" v="1198" actId="478"/>
          <ac:picMkLst>
            <pc:docMk/>
            <pc:sldMk cId="2332706512" sldId="395"/>
            <ac:picMk id="13" creationId="{50D2337A-434D-4AFC-B650-A73A678133EF}"/>
          </ac:picMkLst>
        </pc:picChg>
        <pc:picChg chg="add mod">
          <ac:chgData name="Guilherme Micota Stipp" userId="7d8a6ee1e82349c3" providerId="LiveId" clId="{ABB25ED9-0BEF-4E65-A250-2DA8561FC0C0}" dt="2022-02-11T14:44:58.065" v="1268" actId="14100"/>
          <ac:picMkLst>
            <pc:docMk/>
            <pc:sldMk cId="2332706512" sldId="395"/>
            <ac:picMk id="15" creationId="{297BBB1A-EC15-4BC8-9ACE-0F0DD6DF8A62}"/>
          </ac:picMkLst>
        </pc:picChg>
      </pc:sldChg>
      <pc:sldChg chg="addSp delSp modSp add mod">
        <pc:chgData name="Guilherme Micota Stipp" userId="7d8a6ee1e82349c3" providerId="LiveId" clId="{ABB25ED9-0BEF-4E65-A250-2DA8561FC0C0}" dt="2022-02-10T21:32:32.557" v="1021" actId="14100"/>
        <pc:sldMkLst>
          <pc:docMk/>
          <pc:sldMk cId="822187012" sldId="396"/>
        </pc:sldMkLst>
        <pc:picChg chg="add del mod">
          <ac:chgData name="Guilherme Micota Stipp" userId="7d8a6ee1e82349c3" providerId="LiveId" clId="{ABB25ED9-0BEF-4E65-A250-2DA8561FC0C0}" dt="2022-02-10T21:32:19.433" v="970" actId="478"/>
          <ac:picMkLst>
            <pc:docMk/>
            <pc:sldMk cId="822187012" sldId="396"/>
            <ac:picMk id="8" creationId="{124EEDE7-8BC3-4283-947B-F3D51F6DC44F}"/>
          </ac:picMkLst>
        </pc:picChg>
        <pc:picChg chg="del">
          <ac:chgData name="Guilherme Micota Stipp" userId="7d8a6ee1e82349c3" providerId="LiveId" clId="{ABB25ED9-0BEF-4E65-A250-2DA8561FC0C0}" dt="2022-02-10T18:45:15.556" v="833" actId="478"/>
          <ac:picMkLst>
            <pc:docMk/>
            <pc:sldMk cId="822187012" sldId="396"/>
            <ac:picMk id="8" creationId="{BCD6E477-92A6-4A17-A2BB-0457A56FDD56}"/>
          </ac:picMkLst>
        </pc:picChg>
        <pc:picChg chg="add mod">
          <ac:chgData name="Guilherme Micota Stipp" userId="7d8a6ee1e82349c3" providerId="LiveId" clId="{ABB25ED9-0BEF-4E65-A250-2DA8561FC0C0}" dt="2022-02-10T21:32:32.557" v="1021" actId="14100"/>
          <ac:picMkLst>
            <pc:docMk/>
            <pc:sldMk cId="822187012" sldId="396"/>
            <ac:picMk id="12" creationId="{F9E4EA43-47CE-4FD3-97EC-8EB631FC50B1}"/>
          </ac:picMkLst>
        </pc:picChg>
      </pc:sldChg>
      <pc:sldChg chg="addSp delSp modSp add mod">
        <pc:chgData name="Guilherme Micota Stipp" userId="7d8a6ee1e82349c3" providerId="LiveId" clId="{ABB25ED9-0BEF-4E65-A250-2DA8561FC0C0}" dt="2022-02-11T14:12:57.627" v="1091" actId="14100"/>
        <pc:sldMkLst>
          <pc:docMk/>
          <pc:sldMk cId="999006715" sldId="397"/>
        </pc:sldMkLst>
        <pc:picChg chg="del">
          <ac:chgData name="Guilherme Micota Stipp" userId="7d8a6ee1e82349c3" providerId="LiveId" clId="{ABB25ED9-0BEF-4E65-A250-2DA8561FC0C0}" dt="2022-02-11T14:12:15.531" v="1023" actId="478"/>
          <ac:picMkLst>
            <pc:docMk/>
            <pc:sldMk cId="999006715" sldId="397"/>
            <ac:picMk id="8" creationId="{BCD6E477-92A6-4A17-A2BB-0457A56FDD56}"/>
          </ac:picMkLst>
        </pc:picChg>
        <pc:picChg chg="add del mod">
          <ac:chgData name="Guilherme Micota Stipp" userId="7d8a6ee1e82349c3" providerId="LiveId" clId="{ABB25ED9-0BEF-4E65-A250-2DA8561FC0C0}" dt="2022-02-11T14:12:25.064" v="1053" actId="478"/>
          <ac:picMkLst>
            <pc:docMk/>
            <pc:sldMk cId="999006715" sldId="397"/>
            <ac:picMk id="11" creationId="{EFF54B75-0C01-468A-8C31-0D1A21A16435}"/>
          </ac:picMkLst>
        </pc:picChg>
        <pc:picChg chg="add mod">
          <ac:chgData name="Guilherme Micota Stipp" userId="7d8a6ee1e82349c3" providerId="LiveId" clId="{ABB25ED9-0BEF-4E65-A250-2DA8561FC0C0}" dt="2022-02-11T14:12:57.627" v="1091" actId="14100"/>
          <ac:picMkLst>
            <pc:docMk/>
            <pc:sldMk cId="999006715" sldId="397"/>
            <ac:picMk id="13" creationId="{FFF4F0FE-DA9E-4398-96B0-FBA35AF5329A}"/>
          </ac:picMkLst>
        </pc:picChg>
      </pc:sldChg>
      <pc:sldChg chg="add del">
        <pc:chgData name="Guilherme Micota Stipp" userId="7d8a6ee1e82349c3" providerId="LiveId" clId="{ABB25ED9-0BEF-4E65-A250-2DA8561FC0C0}" dt="2022-02-11T14:19:01.760" v="1133" actId="2890"/>
        <pc:sldMkLst>
          <pc:docMk/>
          <pc:sldMk cId="353683977" sldId="398"/>
        </pc:sldMkLst>
      </pc:sldChg>
      <pc:sldChg chg="add">
        <pc:chgData name="Guilherme Micota Stipp" userId="7d8a6ee1e82349c3" providerId="LiveId" clId="{ABB25ED9-0BEF-4E65-A250-2DA8561FC0C0}" dt="2022-02-11T14:19:03.073" v="1134" actId="2890"/>
        <pc:sldMkLst>
          <pc:docMk/>
          <pc:sldMk cId="2517064219" sldId="398"/>
        </pc:sldMkLst>
      </pc:sldChg>
      <pc:sldChg chg="addSp delSp modSp add mod">
        <pc:chgData name="Guilherme Micota Stipp" userId="7d8a6ee1e82349c3" providerId="LiveId" clId="{ABB25ED9-0BEF-4E65-A250-2DA8561FC0C0}" dt="2022-02-11T14:47:58.327" v="1319" actId="14100"/>
        <pc:sldMkLst>
          <pc:docMk/>
          <pc:sldMk cId="1938730161" sldId="399"/>
        </pc:sldMkLst>
        <pc:picChg chg="add mod">
          <ac:chgData name="Guilherme Micota Stipp" userId="7d8a6ee1e82349c3" providerId="LiveId" clId="{ABB25ED9-0BEF-4E65-A250-2DA8561FC0C0}" dt="2022-02-11T14:47:58.327" v="1319" actId="14100"/>
          <ac:picMkLst>
            <pc:docMk/>
            <pc:sldMk cId="1938730161" sldId="399"/>
            <ac:picMk id="8" creationId="{A9A36686-D356-4491-816C-2483D81919FA}"/>
          </ac:picMkLst>
        </pc:picChg>
        <pc:picChg chg="del">
          <ac:chgData name="Guilherme Micota Stipp" userId="7d8a6ee1e82349c3" providerId="LiveId" clId="{ABB25ED9-0BEF-4E65-A250-2DA8561FC0C0}" dt="2022-02-11T14:45:01.268" v="1270" actId="478"/>
          <ac:picMkLst>
            <pc:docMk/>
            <pc:sldMk cId="1938730161" sldId="399"/>
            <ac:picMk id="15" creationId="{297BBB1A-EC15-4BC8-9ACE-0F0DD6DF8A62}"/>
          </ac:picMkLst>
        </pc:picChg>
      </pc:sldChg>
      <pc:sldChg chg="addSp delSp modSp add mod">
        <pc:chgData name="Guilherme Micota Stipp" userId="7d8a6ee1e82349c3" providerId="LiveId" clId="{ABB25ED9-0BEF-4E65-A250-2DA8561FC0C0}" dt="2022-02-13T21:17:46.066" v="1471" actId="14100"/>
        <pc:sldMkLst>
          <pc:docMk/>
          <pc:sldMk cId="3071426572" sldId="400"/>
        </pc:sldMkLst>
        <pc:spChg chg="add del mod">
          <ac:chgData name="Guilherme Micota Stipp" userId="7d8a6ee1e82349c3" providerId="LiveId" clId="{ABB25ED9-0BEF-4E65-A250-2DA8561FC0C0}" dt="2022-02-13T21:17:37.020" v="1435" actId="478"/>
          <ac:spMkLst>
            <pc:docMk/>
            <pc:sldMk cId="3071426572" sldId="400"/>
            <ac:spMk id="2" creationId="{45188917-44CD-4919-B140-11406363BF68}"/>
          </ac:spMkLst>
        </pc:spChg>
        <pc:spChg chg="mod">
          <ac:chgData name="Guilherme Micota Stipp" userId="7d8a6ee1e82349c3" providerId="LiveId" clId="{ABB25ED9-0BEF-4E65-A250-2DA8561FC0C0}" dt="2022-02-11T14:48:42.876" v="1347" actId="20577"/>
          <ac:spMkLst>
            <pc:docMk/>
            <pc:sldMk cId="3071426572" sldId="400"/>
            <ac:spMk id="10" creationId="{0DC30F15-2778-418E-A2EF-BEAEC6F95C4E}"/>
          </ac:spMkLst>
        </pc:spChg>
        <pc:picChg chg="add mod">
          <ac:chgData name="Guilherme Micota Stipp" userId="7d8a6ee1e82349c3" providerId="LiveId" clId="{ABB25ED9-0BEF-4E65-A250-2DA8561FC0C0}" dt="2022-02-13T21:17:46.066" v="1471" actId="14100"/>
          <ac:picMkLst>
            <pc:docMk/>
            <pc:sldMk cId="3071426572" sldId="400"/>
            <ac:picMk id="11" creationId="{A138F9FE-ABA0-4915-826B-EB57432B6618}"/>
          </ac:picMkLst>
        </pc:picChg>
        <pc:picChg chg="del">
          <ac:chgData name="Guilherme Micota Stipp" userId="7d8a6ee1e82349c3" providerId="LiveId" clId="{ABB25ED9-0BEF-4E65-A250-2DA8561FC0C0}" dt="2022-02-11T14:48:36.196" v="1322" actId="478"/>
          <ac:picMkLst>
            <pc:docMk/>
            <pc:sldMk cId="3071426572" sldId="400"/>
            <ac:picMk id="12" creationId="{F9E4EA43-47CE-4FD3-97EC-8EB631FC50B1}"/>
          </ac:picMkLst>
        </pc:picChg>
      </pc:sldChg>
      <pc:sldChg chg="addSp delSp modSp add mod">
        <pc:chgData name="Guilherme Micota Stipp" userId="7d8a6ee1e82349c3" providerId="LiveId" clId="{ABB25ED9-0BEF-4E65-A250-2DA8561FC0C0}" dt="2022-02-14T17:19:15.234" v="1594" actId="1035"/>
        <pc:sldMkLst>
          <pc:docMk/>
          <pc:sldMk cId="1748101202" sldId="401"/>
        </pc:sldMkLst>
        <pc:spChg chg="add del mod">
          <ac:chgData name="Guilherme Micota Stipp" userId="7d8a6ee1e82349c3" providerId="LiveId" clId="{ABB25ED9-0BEF-4E65-A250-2DA8561FC0C0}" dt="2022-02-14T17:18:19.463" v="1473" actId="478"/>
          <ac:spMkLst>
            <pc:docMk/>
            <pc:sldMk cId="1748101202" sldId="401"/>
            <ac:spMk id="11" creationId="{7424DED9-C64C-4FDD-AAA3-2DA47F5F8E7F}"/>
          </ac:spMkLst>
        </pc:spChg>
        <pc:picChg chg="add mod">
          <ac:chgData name="Guilherme Micota Stipp" userId="7d8a6ee1e82349c3" providerId="LiveId" clId="{ABB25ED9-0BEF-4E65-A250-2DA8561FC0C0}" dt="2022-02-14T17:18:40.787" v="1491" actId="14100"/>
          <ac:picMkLst>
            <pc:docMk/>
            <pc:sldMk cId="1748101202" sldId="401"/>
            <ac:picMk id="8" creationId="{14B77A53-7AA4-4296-9CFA-58D9E1F6C17F}"/>
          </ac:picMkLst>
        </pc:picChg>
        <pc:picChg chg="add mod">
          <ac:chgData name="Guilherme Micota Stipp" userId="7d8a6ee1e82349c3" providerId="LiveId" clId="{ABB25ED9-0BEF-4E65-A250-2DA8561FC0C0}" dt="2022-02-14T17:18:53.944" v="1503" actId="14100"/>
          <ac:picMkLst>
            <pc:docMk/>
            <pc:sldMk cId="1748101202" sldId="401"/>
            <ac:picMk id="13" creationId="{72039645-A774-40A1-B5CE-DA69873C01F9}"/>
          </ac:picMkLst>
        </pc:picChg>
        <pc:picChg chg="add mod">
          <ac:chgData name="Guilherme Micota Stipp" userId="7d8a6ee1e82349c3" providerId="LiveId" clId="{ABB25ED9-0BEF-4E65-A250-2DA8561FC0C0}" dt="2022-02-14T17:19:15.234" v="1594" actId="1035"/>
          <ac:picMkLst>
            <pc:docMk/>
            <pc:sldMk cId="1748101202" sldId="401"/>
            <ac:picMk id="15" creationId="{CE1BEF00-6672-49BD-861A-5402AC112BA1}"/>
          </ac:picMkLst>
        </pc:picChg>
      </pc:sldChg>
      <pc:sldChg chg="modSp add del mod">
        <pc:chgData name="Guilherme Micota Stipp" userId="7d8a6ee1e82349c3" providerId="LiveId" clId="{ABB25ED9-0BEF-4E65-A250-2DA8561FC0C0}" dt="2022-02-14T17:18:16.915" v="1472" actId="47"/>
        <pc:sldMkLst>
          <pc:docMk/>
          <pc:sldMk cId="191615547" sldId="402"/>
        </pc:sldMkLst>
        <pc:spChg chg="mod">
          <ac:chgData name="Guilherme Micota Stipp" userId="7d8a6ee1e82349c3" providerId="LiveId" clId="{ABB25ED9-0BEF-4E65-A250-2DA8561FC0C0}" dt="2022-02-11T14:56:43.498" v="1374" actId="5793"/>
          <ac:spMkLst>
            <pc:docMk/>
            <pc:sldMk cId="191615547" sldId="402"/>
            <ac:spMk id="2" creationId="{45188917-44CD-4919-B140-11406363BF68}"/>
          </ac:spMkLst>
        </pc:spChg>
      </pc:sldChg>
      <pc:sldChg chg="addSp delSp modSp add mod">
        <pc:chgData name="Guilherme Micota Stipp" userId="7d8a6ee1e82349c3" providerId="LiveId" clId="{ABB25ED9-0BEF-4E65-A250-2DA8561FC0C0}" dt="2022-02-13T14:17:43.889" v="1434" actId="14100"/>
        <pc:sldMkLst>
          <pc:docMk/>
          <pc:sldMk cId="161781008" sldId="403"/>
        </pc:sldMkLst>
        <pc:picChg chg="add mod">
          <ac:chgData name="Guilherme Micota Stipp" userId="7d8a6ee1e82349c3" providerId="LiveId" clId="{ABB25ED9-0BEF-4E65-A250-2DA8561FC0C0}" dt="2022-02-13T14:17:43.889" v="1434" actId="14100"/>
          <ac:picMkLst>
            <pc:docMk/>
            <pc:sldMk cId="161781008" sldId="403"/>
            <ac:picMk id="8" creationId="{F6BC0146-FE30-4D48-9783-AB0FEBC32D44}"/>
          </ac:picMkLst>
        </pc:picChg>
        <pc:picChg chg="del">
          <ac:chgData name="Guilherme Micota Stipp" userId="7d8a6ee1e82349c3" providerId="LiveId" clId="{ABB25ED9-0BEF-4E65-A250-2DA8561FC0C0}" dt="2022-02-13T13:55:08.247" v="1391" actId="478"/>
          <ac:picMkLst>
            <pc:docMk/>
            <pc:sldMk cId="161781008" sldId="403"/>
            <ac:picMk id="14" creationId="{90D5DCF8-5E63-4319-8755-B61F6AA9F318}"/>
          </ac:picMkLst>
        </pc:picChg>
      </pc:sldChg>
    </pc:docChg>
  </pc:docChgLst>
  <pc:docChgLst>
    <pc:chgData name="Guilherme Micota Stipp" userId="7d8a6ee1e82349c3" providerId="LiveId" clId="{736B0EE4-594B-4BCC-8367-56E9B0D45593}"/>
    <pc:docChg chg="custSel delSld modSld">
      <pc:chgData name="Guilherme Micota Stipp" userId="7d8a6ee1e82349c3" providerId="LiveId" clId="{736B0EE4-594B-4BCC-8367-56E9B0D45593}" dt="2022-03-15T19:36:08.899" v="152"/>
      <pc:docMkLst>
        <pc:docMk/>
      </pc:docMkLst>
      <pc:sldChg chg="modSp mod">
        <pc:chgData name="Guilherme Micota Stipp" userId="7d8a6ee1e82349c3" providerId="LiveId" clId="{736B0EE4-594B-4BCC-8367-56E9B0D45593}" dt="2022-03-15T19:35:05.724" v="12" actId="20577"/>
        <pc:sldMkLst>
          <pc:docMk/>
          <pc:sldMk cId="3178680452" sldId="256"/>
        </pc:sldMkLst>
        <pc:spChg chg="mod">
          <ac:chgData name="Guilherme Micota Stipp" userId="7d8a6ee1e82349c3" providerId="LiveId" clId="{736B0EE4-594B-4BCC-8367-56E9B0D45593}" dt="2022-03-15T19:35:05.724" v="12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del">
        <pc:chgData name="Guilherme Micota Stipp" userId="7d8a6ee1e82349c3" providerId="LiveId" clId="{736B0EE4-594B-4BCC-8367-56E9B0D45593}" dt="2022-03-15T19:35:07.875" v="13" actId="47"/>
        <pc:sldMkLst>
          <pc:docMk/>
          <pc:sldMk cId="4068793934" sldId="391"/>
        </pc:sldMkLst>
      </pc:sldChg>
      <pc:sldChg chg="del">
        <pc:chgData name="Guilherme Micota Stipp" userId="7d8a6ee1e82349c3" providerId="LiveId" clId="{736B0EE4-594B-4BCC-8367-56E9B0D45593}" dt="2022-03-15T19:35:08.967" v="14" actId="47"/>
        <pc:sldMkLst>
          <pc:docMk/>
          <pc:sldMk cId="2953335727" sldId="400"/>
        </pc:sldMkLst>
      </pc:sldChg>
      <pc:sldChg chg="addSp delSp modSp mod">
        <pc:chgData name="Guilherme Micota Stipp" userId="7d8a6ee1e82349c3" providerId="LiveId" clId="{736B0EE4-594B-4BCC-8367-56E9B0D45593}" dt="2022-03-15T19:36:04.338" v="151" actId="20577"/>
        <pc:sldMkLst>
          <pc:docMk/>
          <pc:sldMk cId="419424506" sldId="404"/>
        </pc:sldMkLst>
        <pc:spChg chg="mod">
          <ac:chgData name="Guilherme Micota Stipp" userId="7d8a6ee1e82349c3" providerId="LiveId" clId="{736B0EE4-594B-4BCC-8367-56E9B0D45593}" dt="2022-03-15T19:36:04.338" v="151" actId="20577"/>
          <ac:spMkLst>
            <pc:docMk/>
            <pc:sldMk cId="419424506" sldId="404"/>
            <ac:spMk id="6" creationId="{F9D35F11-8A9B-446C-9011-CF6AB758605A}"/>
          </ac:spMkLst>
        </pc:spChg>
        <pc:spChg chg="mod">
          <ac:chgData name="Guilherme Micota Stipp" userId="7d8a6ee1e82349c3" providerId="LiveId" clId="{736B0EE4-594B-4BCC-8367-56E9B0D45593}" dt="2022-03-15T19:35:25.241" v="54" actId="20577"/>
          <ac:spMkLst>
            <pc:docMk/>
            <pc:sldMk cId="419424506" sldId="404"/>
            <ac:spMk id="10" creationId="{0DC30F15-2778-418E-A2EF-BEAEC6F95C4E}"/>
          </ac:spMkLst>
        </pc:spChg>
        <pc:picChg chg="del">
          <ac:chgData name="Guilherme Micota Stipp" userId="7d8a6ee1e82349c3" providerId="LiveId" clId="{736B0EE4-594B-4BCC-8367-56E9B0D45593}" dt="2022-03-15T19:35:32.273" v="56" actId="478"/>
          <ac:picMkLst>
            <pc:docMk/>
            <pc:sldMk cId="419424506" sldId="404"/>
            <ac:picMk id="8" creationId="{C69746DA-E329-4C1F-AF20-2EFF533A0C66}"/>
          </ac:picMkLst>
        </pc:picChg>
        <pc:picChg chg="add mod">
          <ac:chgData name="Guilherme Micota Stipp" userId="7d8a6ee1e82349c3" providerId="LiveId" clId="{736B0EE4-594B-4BCC-8367-56E9B0D45593}" dt="2022-03-15T19:35:42.392" v="106" actId="14100"/>
          <ac:picMkLst>
            <pc:docMk/>
            <pc:sldMk cId="419424506" sldId="404"/>
            <ac:picMk id="11" creationId="{D8922EE2-6C9C-482A-9767-E901E51BAACF}"/>
          </ac:picMkLst>
        </pc:picChg>
      </pc:sldChg>
      <pc:sldChg chg="del">
        <pc:chgData name="Guilherme Micota Stipp" userId="7d8a6ee1e82349c3" providerId="LiveId" clId="{736B0EE4-594B-4BCC-8367-56E9B0D45593}" dt="2022-03-15T19:35:10.074" v="17" actId="47"/>
        <pc:sldMkLst>
          <pc:docMk/>
          <pc:sldMk cId="2344046376" sldId="407"/>
        </pc:sldMkLst>
      </pc:sldChg>
      <pc:sldChg chg="addSp delSp modSp mod">
        <pc:chgData name="Guilherme Micota Stipp" userId="7d8a6ee1e82349c3" providerId="LiveId" clId="{736B0EE4-594B-4BCC-8367-56E9B0D45593}" dt="2022-03-15T19:36:08.899" v="152"/>
        <pc:sldMkLst>
          <pc:docMk/>
          <pc:sldMk cId="3328700761" sldId="408"/>
        </pc:sldMkLst>
        <pc:spChg chg="mod">
          <ac:chgData name="Guilherme Micota Stipp" userId="7d8a6ee1e82349c3" providerId="LiveId" clId="{736B0EE4-594B-4BCC-8367-56E9B0D45593}" dt="2022-03-15T19:36:08.899" v="152"/>
          <ac:spMkLst>
            <pc:docMk/>
            <pc:sldMk cId="3328700761" sldId="408"/>
            <ac:spMk id="6" creationId="{F9D35F11-8A9B-446C-9011-CF6AB758605A}"/>
          </ac:spMkLst>
        </pc:spChg>
        <pc:spChg chg="mod">
          <ac:chgData name="Guilherme Micota Stipp" userId="7d8a6ee1e82349c3" providerId="LiveId" clId="{736B0EE4-594B-4BCC-8367-56E9B0D45593}" dt="2022-03-15T19:35:28.418" v="55"/>
          <ac:spMkLst>
            <pc:docMk/>
            <pc:sldMk cId="3328700761" sldId="408"/>
            <ac:spMk id="10" creationId="{0DC30F15-2778-418E-A2EF-BEAEC6F95C4E}"/>
          </ac:spMkLst>
        </pc:spChg>
        <pc:picChg chg="add mod">
          <ac:chgData name="Guilherme Micota Stipp" userId="7d8a6ee1e82349c3" providerId="LiveId" clId="{736B0EE4-594B-4BCC-8367-56E9B0D45593}" dt="2022-03-15T19:35:57.578" v="140" actId="14100"/>
          <ac:picMkLst>
            <pc:docMk/>
            <pc:sldMk cId="3328700761" sldId="408"/>
            <ac:picMk id="8" creationId="{BC454C5F-4763-4B0C-885A-453D8C7618F0}"/>
          </ac:picMkLst>
        </pc:picChg>
        <pc:picChg chg="del">
          <ac:chgData name="Guilherme Micota Stipp" userId="7d8a6ee1e82349c3" providerId="LiveId" clId="{736B0EE4-594B-4BCC-8367-56E9B0D45593}" dt="2022-03-15T19:35:45.094" v="107" actId="478"/>
          <ac:picMkLst>
            <pc:docMk/>
            <pc:sldMk cId="3328700761" sldId="408"/>
            <ac:picMk id="13" creationId="{889B44E7-ED90-47EF-8539-01D8880C1DC8}"/>
          </ac:picMkLst>
        </pc:picChg>
      </pc:sldChg>
      <pc:sldChg chg="del">
        <pc:chgData name="Guilherme Micota Stipp" userId="7d8a6ee1e82349c3" providerId="LiveId" clId="{736B0EE4-594B-4BCC-8367-56E9B0D45593}" dt="2022-03-15T19:35:11.185" v="20" actId="47"/>
        <pc:sldMkLst>
          <pc:docMk/>
          <pc:sldMk cId="3690287305" sldId="409"/>
        </pc:sldMkLst>
      </pc:sldChg>
      <pc:sldChg chg="del">
        <pc:chgData name="Guilherme Micota Stipp" userId="7d8a6ee1e82349c3" providerId="LiveId" clId="{736B0EE4-594B-4BCC-8367-56E9B0D45593}" dt="2022-03-15T19:35:09.360" v="15" actId="47"/>
        <pc:sldMkLst>
          <pc:docMk/>
          <pc:sldMk cId="2423635845" sldId="410"/>
        </pc:sldMkLst>
      </pc:sldChg>
      <pc:sldChg chg="del">
        <pc:chgData name="Guilherme Micota Stipp" userId="7d8a6ee1e82349c3" providerId="LiveId" clId="{736B0EE4-594B-4BCC-8367-56E9B0D45593}" dt="2022-03-15T19:35:09.744" v="16" actId="47"/>
        <pc:sldMkLst>
          <pc:docMk/>
          <pc:sldMk cId="264724510" sldId="411"/>
        </pc:sldMkLst>
      </pc:sldChg>
      <pc:sldChg chg="del">
        <pc:chgData name="Guilherme Micota Stipp" userId="7d8a6ee1e82349c3" providerId="LiveId" clId="{736B0EE4-594B-4BCC-8367-56E9B0D45593}" dt="2022-03-15T19:35:10.807" v="19" actId="47"/>
        <pc:sldMkLst>
          <pc:docMk/>
          <pc:sldMk cId="807271743" sldId="412"/>
        </pc:sldMkLst>
      </pc:sldChg>
      <pc:sldChg chg="del">
        <pc:chgData name="Guilherme Micota Stipp" userId="7d8a6ee1e82349c3" providerId="LiveId" clId="{736B0EE4-594B-4BCC-8367-56E9B0D45593}" dt="2022-03-15T19:35:10.491" v="18" actId="47"/>
        <pc:sldMkLst>
          <pc:docMk/>
          <pc:sldMk cId="3742578262" sldId="413"/>
        </pc:sldMkLst>
      </pc:sldChg>
      <pc:sldChg chg="del">
        <pc:chgData name="Guilherme Micota Stipp" userId="7d8a6ee1e82349c3" providerId="LiveId" clId="{736B0EE4-594B-4BCC-8367-56E9B0D45593}" dt="2022-03-15T19:35:12.235" v="21" actId="47"/>
        <pc:sldMkLst>
          <pc:docMk/>
          <pc:sldMk cId="3623122601" sldId="414"/>
        </pc:sldMkLst>
      </pc:sldChg>
    </pc:docChg>
  </pc:docChgLst>
  <pc:docChgLst>
    <pc:chgData name="Guilherme Micota Stipp" userId="7d8a6ee1e82349c3" providerId="LiveId" clId="{428E6FDD-EB07-4372-96A8-262EE7678DBC}"/>
    <pc:docChg chg="undo custSel modSld">
      <pc:chgData name="Guilherme Micota Stipp" userId="7d8a6ee1e82349c3" providerId="LiveId" clId="{428E6FDD-EB07-4372-96A8-262EE7678DBC}" dt="2022-05-09T17:34:50.277" v="158" actId="20577"/>
      <pc:docMkLst>
        <pc:docMk/>
      </pc:docMkLst>
      <pc:sldChg chg="modSp mod">
        <pc:chgData name="Guilherme Micota Stipp" userId="7d8a6ee1e82349c3" providerId="LiveId" clId="{428E6FDD-EB07-4372-96A8-262EE7678DBC}" dt="2022-05-09T17:33:40.254" v="36" actId="20577"/>
        <pc:sldMkLst>
          <pc:docMk/>
          <pc:sldMk cId="3178680452" sldId="256"/>
        </pc:sldMkLst>
        <pc:spChg chg="mod">
          <ac:chgData name="Guilherme Micota Stipp" userId="7d8a6ee1e82349c3" providerId="LiveId" clId="{428E6FDD-EB07-4372-96A8-262EE7678DBC}" dt="2022-05-09T17:33:40.254" v="36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addSp delSp modSp mod">
        <pc:chgData name="Guilherme Micota Stipp" userId="7d8a6ee1e82349c3" providerId="LiveId" clId="{428E6FDD-EB07-4372-96A8-262EE7678DBC}" dt="2022-05-09T17:34:45.904" v="154" actId="20577"/>
        <pc:sldMkLst>
          <pc:docMk/>
          <pc:sldMk cId="419424506" sldId="404"/>
        </pc:sldMkLst>
        <pc:spChg chg="mod">
          <ac:chgData name="Guilherme Micota Stipp" userId="7d8a6ee1e82349c3" providerId="LiveId" clId="{428E6FDD-EB07-4372-96A8-262EE7678DBC}" dt="2022-05-09T17:34:45.904" v="154" actId="20577"/>
          <ac:spMkLst>
            <pc:docMk/>
            <pc:sldMk cId="419424506" sldId="404"/>
            <ac:spMk id="4" creationId="{2A67854E-8517-42A3-8969-210A77F2C314}"/>
          </ac:spMkLst>
        </pc:spChg>
        <pc:spChg chg="mod">
          <ac:chgData name="Guilherme Micota Stipp" userId="7d8a6ee1e82349c3" providerId="LiveId" clId="{428E6FDD-EB07-4372-96A8-262EE7678DBC}" dt="2022-05-09T17:34:30.400" v="145"/>
          <ac:spMkLst>
            <pc:docMk/>
            <pc:sldMk cId="419424506" sldId="404"/>
            <ac:spMk id="6" creationId="{F9D35F11-8A9B-446C-9011-CF6AB758605A}"/>
          </ac:spMkLst>
        </pc:spChg>
        <pc:spChg chg="mod">
          <ac:chgData name="Guilherme Micota Stipp" userId="7d8a6ee1e82349c3" providerId="LiveId" clId="{428E6FDD-EB07-4372-96A8-262EE7678DBC}" dt="2022-05-09T17:34:26.406" v="142"/>
          <ac:spMkLst>
            <pc:docMk/>
            <pc:sldMk cId="419424506" sldId="404"/>
            <ac:spMk id="10" creationId="{0DC30F15-2778-418E-A2EF-BEAEC6F95C4E}"/>
          </ac:spMkLst>
        </pc:spChg>
        <pc:picChg chg="add mod">
          <ac:chgData name="Guilherme Micota Stipp" userId="7d8a6ee1e82349c3" providerId="LiveId" clId="{428E6FDD-EB07-4372-96A8-262EE7678DBC}" dt="2022-05-09T17:33:54.592" v="73" actId="14100"/>
          <ac:picMkLst>
            <pc:docMk/>
            <pc:sldMk cId="419424506" sldId="404"/>
            <ac:picMk id="8" creationId="{0BB84B5D-FD0D-70F6-4FDE-664779C01BAB}"/>
          </ac:picMkLst>
        </pc:picChg>
        <pc:picChg chg="del">
          <ac:chgData name="Guilherme Micota Stipp" userId="7d8a6ee1e82349c3" providerId="LiveId" clId="{428E6FDD-EB07-4372-96A8-262EE7678DBC}" dt="2022-05-09T17:33:45.048" v="37" actId="478"/>
          <ac:picMkLst>
            <pc:docMk/>
            <pc:sldMk cId="419424506" sldId="404"/>
            <ac:picMk id="11" creationId="{D8922EE2-6C9C-482A-9767-E901E51BAACF}"/>
          </ac:picMkLst>
        </pc:picChg>
      </pc:sldChg>
      <pc:sldChg chg="addSp delSp modSp mod">
        <pc:chgData name="Guilherme Micota Stipp" userId="7d8a6ee1e82349c3" providerId="LiveId" clId="{428E6FDD-EB07-4372-96A8-262EE7678DBC}" dt="2022-05-09T17:34:50.277" v="158" actId="20577"/>
        <pc:sldMkLst>
          <pc:docMk/>
          <pc:sldMk cId="3328700761" sldId="408"/>
        </pc:sldMkLst>
        <pc:spChg chg="mod">
          <ac:chgData name="Guilherme Micota Stipp" userId="7d8a6ee1e82349c3" providerId="LiveId" clId="{428E6FDD-EB07-4372-96A8-262EE7678DBC}" dt="2022-05-09T17:34:50.277" v="158" actId="20577"/>
          <ac:spMkLst>
            <pc:docMk/>
            <pc:sldMk cId="3328700761" sldId="408"/>
            <ac:spMk id="4" creationId="{2A67854E-8517-42A3-8969-210A77F2C314}"/>
          </ac:spMkLst>
        </pc:spChg>
        <pc:spChg chg="mod">
          <ac:chgData name="Guilherme Micota Stipp" userId="7d8a6ee1e82349c3" providerId="LiveId" clId="{428E6FDD-EB07-4372-96A8-262EE7678DBC}" dt="2022-05-09T17:34:38.718" v="150"/>
          <ac:spMkLst>
            <pc:docMk/>
            <pc:sldMk cId="3328700761" sldId="408"/>
            <ac:spMk id="6" creationId="{F9D35F11-8A9B-446C-9011-CF6AB758605A}"/>
          </ac:spMkLst>
        </pc:spChg>
        <pc:spChg chg="mod">
          <ac:chgData name="Guilherme Micota Stipp" userId="7d8a6ee1e82349c3" providerId="LiveId" clId="{428E6FDD-EB07-4372-96A8-262EE7678DBC}" dt="2022-05-09T17:34:22.098" v="141" actId="20577"/>
          <ac:spMkLst>
            <pc:docMk/>
            <pc:sldMk cId="3328700761" sldId="408"/>
            <ac:spMk id="10" creationId="{0DC30F15-2778-418E-A2EF-BEAEC6F95C4E}"/>
          </ac:spMkLst>
        </pc:spChg>
        <pc:picChg chg="del">
          <ac:chgData name="Guilherme Micota Stipp" userId="7d8a6ee1e82349c3" providerId="LiveId" clId="{428E6FDD-EB07-4372-96A8-262EE7678DBC}" dt="2022-05-09T17:33:59.104" v="74" actId="478"/>
          <ac:picMkLst>
            <pc:docMk/>
            <pc:sldMk cId="3328700761" sldId="408"/>
            <ac:picMk id="8" creationId="{BC454C5F-4763-4B0C-885A-453D8C7618F0}"/>
          </ac:picMkLst>
        </pc:picChg>
        <pc:picChg chg="add mod">
          <ac:chgData name="Guilherme Micota Stipp" userId="7d8a6ee1e82349c3" providerId="LiveId" clId="{428E6FDD-EB07-4372-96A8-262EE7678DBC}" dt="2022-05-09T17:34:07.554" v="110" actId="14100"/>
          <ac:picMkLst>
            <pc:docMk/>
            <pc:sldMk cId="3328700761" sldId="408"/>
            <ac:picMk id="11" creationId="{BBFA06E6-17B1-01CC-E8AC-88C3E7920EFF}"/>
          </ac:picMkLst>
        </pc:picChg>
      </pc:sldChg>
    </pc:docChg>
  </pc:docChgLst>
  <pc:docChgLst>
    <pc:chgData name="Guilherme Micota Stipp" userId="7d8a6ee1e82349c3" providerId="LiveId" clId="{0FABF606-D300-430D-9EDA-5646555D3512}"/>
    <pc:docChg chg="custSel addSld delSld modSld">
      <pc:chgData name="Guilherme Micota Stipp" userId="7d8a6ee1e82349c3" providerId="LiveId" clId="{0FABF606-D300-430D-9EDA-5646555D3512}" dt="2021-08-16T14:09:03.796" v="250" actId="14100"/>
      <pc:docMkLst>
        <pc:docMk/>
      </pc:docMkLst>
      <pc:sldChg chg="addSp delSp modSp mod">
        <pc:chgData name="Guilherme Micota Stipp" userId="7d8a6ee1e82349c3" providerId="LiveId" clId="{0FABF606-D300-430D-9EDA-5646555D3512}" dt="2021-08-16T13:00:58.317" v="56" actId="14100"/>
        <pc:sldMkLst>
          <pc:docMk/>
          <pc:sldMk cId="1259924771" sldId="299"/>
        </pc:sldMkLst>
        <pc:picChg chg="del">
          <ac:chgData name="Guilherme Micota Stipp" userId="7d8a6ee1e82349c3" providerId="LiveId" clId="{0FABF606-D300-430D-9EDA-5646555D3512}" dt="2021-08-16T13:00:06.790" v="31" actId="478"/>
          <ac:picMkLst>
            <pc:docMk/>
            <pc:sldMk cId="1259924771" sldId="299"/>
            <ac:picMk id="8" creationId="{5593F4D3-53C4-4376-B9A5-469D77CA4CF3}"/>
          </ac:picMkLst>
        </pc:picChg>
        <pc:picChg chg="add del mod">
          <ac:chgData name="Guilherme Micota Stipp" userId="7d8a6ee1e82349c3" providerId="LiveId" clId="{0FABF606-D300-430D-9EDA-5646555D3512}" dt="2021-08-16T13:00:09.154" v="36" actId="478"/>
          <ac:picMkLst>
            <pc:docMk/>
            <pc:sldMk cId="1259924771" sldId="299"/>
            <ac:picMk id="11" creationId="{D69F430A-BE1E-4FEC-875E-34824D3E7699}"/>
          </ac:picMkLst>
        </pc:picChg>
        <pc:picChg chg="add mod">
          <ac:chgData name="Guilherme Micota Stipp" userId="7d8a6ee1e82349c3" providerId="LiveId" clId="{0FABF606-D300-430D-9EDA-5646555D3512}" dt="2021-08-16T13:00:58.317" v="56" actId="14100"/>
          <ac:picMkLst>
            <pc:docMk/>
            <pc:sldMk cId="1259924771" sldId="299"/>
            <ac:picMk id="13" creationId="{21B52C20-70F2-420D-903C-2D38A7AF706A}"/>
          </ac:picMkLst>
        </pc:picChg>
      </pc:sldChg>
      <pc:sldChg chg="del">
        <pc:chgData name="Guilherme Micota Stipp" userId="7d8a6ee1e82349c3" providerId="LiveId" clId="{0FABF606-D300-430D-9EDA-5646555D3512}" dt="2021-08-16T12:58:47.211" v="0" actId="47"/>
        <pc:sldMkLst>
          <pc:docMk/>
          <pc:sldMk cId="3761255242" sldId="302"/>
        </pc:sldMkLst>
      </pc:sldChg>
      <pc:sldChg chg="addSp delSp modSp mod">
        <pc:chgData name="Guilherme Micota Stipp" userId="7d8a6ee1e82349c3" providerId="LiveId" clId="{0FABF606-D300-430D-9EDA-5646555D3512}" dt="2021-08-16T14:07:57.030" v="234" actId="14100"/>
        <pc:sldMkLst>
          <pc:docMk/>
          <pc:sldMk cId="3799452706" sldId="303"/>
        </pc:sldMkLst>
        <pc:spChg chg="mod">
          <ac:chgData name="Guilherme Micota Stipp" userId="7d8a6ee1e82349c3" providerId="LiveId" clId="{0FABF606-D300-430D-9EDA-5646555D3512}" dt="2021-08-16T13:02:08.555" v="101" actId="20577"/>
          <ac:spMkLst>
            <pc:docMk/>
            <pc:sldMk cId="3799452706" sldId="303"/>
            <ac:spMk id="10" creationId="{0DC30F15-2778-418E-A2EF-BEAEC6F95C4E}"/>
          </ac:spMkLst>
        </pc:spChg>
        <pc:picChg chg="add del mod">
          <ac:chgData name="Guilherme Micota Stipp" userId="7d8a6ee1e82349c3" providerId="LiveId" clId="{0FABF606-D300-430D-9EDA-5646555D3512}" dt="2021-08-16T12:59:45.612" v="20" actId="478"/>
          <ac:picMkLst>
            <pc:docMk/>
            <pc:sldMk cId="3799452706" sldId="303"/>
            <ac:picMk id="8" creationId="{E9D5184F-0214-4E88-895C-28A496C595DE}"/>
          </ac:picMkLst>
        </pc:picChg>
        <pc:picChg chg="del">
          <ac:chgData name="Guilherme Micota Stipp" userId="7d8a6ee1e82349c3" providerId="LiveId" clId="{0FABF606-D300-430D-9EDA-5646555D3512}" dt="2021-08-16T12:58:58.701" v="6" actId="478"/>
          <ac:picMkLst>
            <pc:docMk/>
            <pc:sldMk cId="3799452706" sldId="303"/>
            <ac:picMk id="11" creationId="{710CAE9C-4DD7-4751-820B-4EFE0021B6C0}"/>
          </ac:picMkLst>
        </pc:picChg>
        <pc:picChg chg="add del mod">
          <ac:chgData name="Guilherme Micota Stipp" userId="7d8a6ee1e82349c3" providerId="LiveId" clId="{0FABF606-D300-430D-9EDA-5646555D3512}" dt="2021-08-16T13:02:10.222" v="102" actId="478"/>
          <ac:picMkLst>
            <pc:docMk/>
            <pc:sldMk cId="3799452706" sldId="303"/>
            <ac:picMk id="13" creationId="{3BE7FDFD-ECC9-4329-8C05-9DFC46E0E7F5}"/>
          </ac:picMkLst>
        </pc:picChg>
        <pc:picChg chg="add del mod">
          <ac:chgData name="Guilherme Micota Stipp" userId="7d8a6ee1e82349c3" providerId="LiveId" clId="{0FABF606-D300-430D-9EDA-5646555D3512}" dt="2021-08-16T13:41:46.593" v="114" actId="478"/>
          <ac:picMkLst>
            <pc:docMk/>
            <pc:sldMk cId="3799452706" sldId="303"/>
            <ac:picMk id="15" creationId="{0BD448B6-7A9A-4EB2-A1C3-215DD6FA216F}"/>
          </ac:picMkLst>
        </pc:picChg>
        <pc:picChg chg="add del mod">
          <ac:chgData name="Guilherme Micota Stipp" userId="7d8a6ee1e82349c3" providerId="LiveId" clId="{0FABF606-D300-430D-9EDA-5646555D3512}" dt="2021-08-16T13:44:13.419" v="126" actId="478"/>
          <ac:picMkLst>
            <pc:docMk/>
            <pc:sldMk cId="3799452706" sldId="303"/>
            <ac:picMk id="17" creationId="{FDF18A58-4A41-4D33-9025-CB3D239B0ACA}"/>
          </ac:picMkLst>
        </pc:picChg>
        <pc:picChg chg="add del mod">
          <ac:chgData name="Guilherme Micota Stipp" userId="7d8a6ee1e82349c3" providerId="LiveId" clId="{0FABF606-D300-430D-9EDA-5646555D3512}" dt="2021-08-16T14:07:01.984" v="220" actId="478"/>
          <ac:picMkLst>
            <pc:docMk/>
            <pc:sldMk cId="3799452706" sldId="303"/>
            <ac:picMk id="19" creationId="{DD90A830-ABB5-437A-873F-0D8DC31FAB93}"/>
          </ac:picMkLst>
        </pc:picChg>
        <pc:picChg chg="add del mod">
          <ac:chgData name="Guilherme Micota Stipp" userId="7d8a6ee1e82349c3" providerId="LiveId" clId="{0FABF606-D300-430D-9EDA-5646555D3512}" dt="2021-08-16T14:07:07.569" v="225" actId="478"/>
          <ac:picMkLst>
            <pc:docMk/>
            <pc:sldMk cId="3799452706" sldId="303"/>
            <ac:picMk id="21" creationId="{56B8BD20-91D3-49CB-88A1-F8913E81F91D}"/>
          </ac:picMkLst>
        </pc:picChg>
        <pc:picChg chg="add mod">
          <ac:chgData name="Guilherme Micota Stipp" userId="7d8a6ee1e82349c3" providerId="LiveId" clId="{0FABF606-D300-430D-9EDA-5646555D3512}" dt="2021-08-16T14:07:57.030" v="234" actId="14100"/>
          <ac:picMkLst>
            <pc:docMk/>
            <pc:sldMk cId="3799452706" sldId="303"/>
            <ac:picMk id="23" creationId="{3B6578AC-60A4-4426-B67A-DB41E954F9F5}"/>
          </ac:picMkLst>
        </pc:picChg>
      </pc:sldChg>
      <pc:sldChg chg="del">
        <pc:chgData name="Guilherme Micota Stipp" userId="7d8a6ee1e82349c3" providerId="LiveId" clId="{0FABF606-D300-430D-9EDA-5646555D3512}" dt="2021-08-16T12:58:47.767" v="1" actId="47"/>
        <pc:sldMkLst>
          <pc:docMk/>
          <pc:sldMk cId="138916095" sldId="304"/>
        </pc:sldMkLst>
      </pc:sldChg>
      <pc:sldChg chg="modSp add mod">
        <pc:chgData name="Guilherme Micota Stipp" userId="7d8a6ee1e82349c3" providerId="LiveId" clId="{0FABF606-D300-430D-9EDA-5646555D3512}" dt="2021-08-16T14:00:31.293" v="162" actId="20577"/>
        <pc:sldMkLst>
          <pc:docMk/>
          <pc:sldMk cId="506162975" sldId="304"/>
        </pc:sldMkLst>
        <pc:spChg chg="mod">
          <ac:chgData name="Guilherme Micota Stipp" userId="7d8a6ee1e82349c3" providerId="LiveId" clId="{0FABF606-D300-430D-9EDA-5646555D3512}" dt="2021-08-16T14:00:31.293" v="162" actId="20577"/>
          <ac:spMkLst>
            <pc:docMk/>
            <pc:sldMk cId="506162975" sldId="304"/>
            <ac:spMk id="10" creationId="{0DC30F15-2778-418E-A2EF-BEAEC6F95C4E}"/>
          </ac:spMkLst>
        </pc:spChg>
      </pc:sldChg>
      <pc:sldChg chg="addSp delSp modSp add mod">
        <pc:chgData name="Guilherme Micota Stipp" userId="7d8a6ee1e82349c3" providerId="LiveId" clId="{0FABF606-D300-430D-9EDA-5646555D3512}" dt="2021-08-16T14:09:03.796" v="250" actId="14100"/>
        <pc:sldMkLst>
          <pc:docMk/>
          <pc:sldMk cId="2495933832" sldId="305"/>
        </pc:sldMkLst>
        <pc:spChg chg="mod">
          <ac:chgData name="Guilherme Micota Stipp" userId="7d8a6ee1e82349c3" providerId="LiveId" clId="{0FABF606-D300-430D-9EDA-5646555D3512}" dt="2021-08-16T14:01:42.477" v="219" actId="20577"/>
          <ac:spMkLst>
            <pc:docMk/>
            <pc:sldMk cId="2495933832" sldId="305"/>
            <ac:spMk id="10" creationId="{0DC30F15-2778-418E-A2EF-BEAEC6F95C4E}"/>
          </ac:spMkLst>
        </pc:spChg>
        <pc:picChg chg="add del mod">
          <ac:chgData name="Guilherme Micota Stipp" userId="7d8a6ee1e82349c3" providerId="LiveId" clId="{0FABF606-D300-430D-9EDA-5646555D3512}" dt="2021-08-16T14:08:06.607" v="239" actId="478"/>
          <ac:picMkLst>
            <pc:docMk/>
            <pc:sldMk cId="2495933832" sldId="305"/>
            <ac:picMk id="8" creationId="{320A5972-3974-4BA9-BA5D-0429358D8D85}"/>
          </ac:picMkLst>
        </pc:picChg>
        <pc:picChg chg="add mod">
          <ac:chgData name="Guilherme Micota Stipp" userId="7d8a6ee1e82349c3" providerId="LiveId" clId="{0FABF606-D300-430D-9EDA-5646555D3512}" dt="2021-08-16T14:09:03.796" v="250" actId="14100"/>
          <ac:picMkLst>
            <pc:docMk/>
            <pc:sldMk cId="2495933832" sldId="305"/>
            <ac:picMk id="12" creationId="{FB012291-9266-4949-935E-C9033E1139E1}"/>
          </ac:picMkLst>
        </pc:picChg>
        <pc:picChg chg="del">
          <ac:chgData name="Guilherme Micota Stipp" userId="7d8a6ee1e82349c3" providerId="LiveId" clId="{0FABF606-D300-430D-9EDA-5646555D3512}" dt="2021-08-16T14:01:18.142" v="164" actId="478"/>
          <ac:picMkLst>
            <pc:docMk/>
            <pc:sldMk cId="2495933832" sldId="305"/>
            <ac:picMk id="19" creationId="{DD90A830-ABB5-437A-873F-0D8DC31FAB93}"/>
          </ac:picMkLst>
        </pc:picChg>
      </pc:sldChg>
      <pc:sldChg chg="del">
        <pc:chgData name="Guilherme Micota Stipp" userId="7d8a6ee1e82349c3" providerId="LiveId" clId="{0FABF606-D300-430D-9EDA-5646555D3512}" dt="2021-08-16T12:58:50.712" v="2" actId="47"/>
        <pc:sldMkLst>
          <pc:docMk/>
          <pc:sldMk cId="3560387567" sldId="305"/>
        </pc:sldMkLst>
      </pc:sldChg>
      <pc:sldChg chg="del">
        <pc:chgData name="Guilherme Micota Stipp" userId="7d8a6ee1e82349c3" providerId="LiveId" clId="{0FABF606-D300-430D-9EDA-5646555D3512}" dt="2021-08-16T12:58:51.304" v="3" actId="47"/>
        <pc:sldMkLst>
          <pc:docMk/>
          <pc:sldMk cId="3185859433" sldId="306"/>
        </pc:sldMkLst>
      </pc:sldChg>
      <pc:sldChg chg="del">
        <pc:chgData name="Guilherme Micota Stipp" userId="7d8a6ee1e82349c3" providerId="LiveId" clId="{0FABF606-D300-430D-9EDA-5646555D3512}" dt="2021-08-16T12:58:52.098" v="4" actId="47"/>
        <pc:sldMkLst>
          <pc:docMk/>
          <pc:sldMk cId="390152403" sldId="307"/>
        </pc:sldMkLst>
      </pc:sldChg>
      <pc:sldChg chg="del">
        <pc:chgData name="Guilherme Micota Stipp" userId="7d8a6ee1e82349c3" providerId="LiveId" clId="{0FABF606-D300-430D-9EDA-5646555D3512}" dt="2021-08-16T12:58:52.412" v="5" actId="47"/>
        <pc:sldMkLst>
          <pc:docMk/>
          <pc:sldMk cId="3637065003" sldId="308"/>
        </pc:sldMkLst>
      </pc:sldChg>
    </pc:docChg>
  </pc:docChgLst>
  <pc:docChgLst>
    <pc:chgData name="Guilherme Micota Stipp" userId="7d8a6ee1e82349c3" providerId="LiveId" clId="{12575345-B4A6-48DB-8BD4-331D079849C0}"/>
    <pc:docChg chg="undo custSel addSld delSld modSld sldOrd">
      <pc:chgData name="Guilherme Micota Stipp" userId="7d8a6ee1e82349c3" providerId="LiveId" clId="{12575345-B4A6-48DB-8BD4-331D079849C0}" dt="2021-12-13T16:23:54.412" v="329" actId="729"/>
      <pc:docMkLst>
        <pc:docMk/>
      </pc:docMkLst>
      <pc:sldChg chg="add del">
        <pc:chgData name="Guilherme Micota Stipp" userId="7d8a6ee1e82349c3" providerId="LiveId" clId="{12575345-B4A6-48DB-8BD4-331D079849C0}" dt="2021-12-10T14:49:15.131" v="12" actId="47"/>
        <pc:sldMkLst>
          <pc:docMk/>
          <pc:sldMk cId="4065182258" sldId="332"/>
        </pc:sldMkLst>
      </pc:sldChg>
      <pc:sldChg chg="del">
        <pc:chgData name="Guilherme Micota Stipp" userId="7d8a6ee1e82349c3" providerId="LiveId" clId="{12575345-B4A6-48DB-8BD4-331D079849C0}" dt="2021-12-10T21:05:31.290" v="321" actId="47"/>
        <pc:sldMkLst>
          <pc:docMk/>
          <pc:sldMk cId="2604897518" sldId="349"/>
        </pc:sldMkLst>
      </pc:sldChg>
      <pc:sldChg chg="add del">
        <pc:chgData name="Guilherme Micota Stipp" userId="7d8a6ee1e82349c3" providerId="LiveId" clId="{12575345-B4A6-48DB-8BD4-331D079849C0}" dt="2021-12-10T14:49:15.653" v="13" actId="47"/>
        <pc:sldMkLst>
          <pc:docMk/>
          <pc:sldMk cId="2218977444" sldId="350"/>
        </pc:sldMkLst>
      </pc:sldChg>
      <pc:sldChg chg="add del">
        <pc:chgData name="Guilherme Micota Stipp" userId="7d8a6ee1e82349c3" providerId="LiveId" clId="{12575345-B4A6-48DB-8BD4-331D079849C0}" dt="2021-12-10T14:49:18.333" v="16" actId="47"/>
        <pc:sldMkLst>
          <pc:docMk/>
          <pc:sldMk cId="1143514007" sldId="351"/>
        </pc:sldMkLst>
      </pc:sldChg>
      <pc:sldChg chg="add del">
        <pc:chgData name="Guilherme Micota Stipp" userId="7d8a6ee1e82349c3" providerId="LiveId" clId="{12575345-B4A6-48DB-8BD4-331D079849C0}" dt="2021-12-10T14:49:16.582" v="14" actId="47"/>
        <pc:sldMkLst>
          <pc:docMk/>
          <pc:sldMk cId="123692855" sldId="352"/>
        </pc:sldMkLst>
      </pc:sldChg>
      <pc:sldChg chg="add del">
        <pc:chgData name="Guilherme Micota Stipp" userId="7d8a6ee1e82349c3" providerId="LiveId" clId="{12575345-B4A6-48DB-8BD4-331D079849C0}" dt="2021-12-10T14:49:17.538" v="15" actId="47"/>
        <pc:sldMkLst>
          <pc:docMk/>
          <pc:sldMk cId="1849198346" sldId="353"/>
        </pc:sldMkLst>
      </pc:sldChg>
      <pc:sldChg chg="add del">
        <pc:chgData name="Guilherme Micota Stipp" userId="7d8a6ee1e82349c3" providerId="LiveId" clId="{12575345-B4A6-48DB-8BD4-331D079849C0}" dt="2021-12-10T14:49:19.181" v="17" actId="47"/>
        <pc:sldMkLst>
          <pc:docMk/>
          <pc:sldMk cId="2642692909" sldId="354"/>
        </pc:sldMkLst>
      </pc:sldChg>
      <pc:sldChg chg="addSp delSp modSp mod">
        <pc:chgData name="Guilherme Micota Stipp" userId="7d8a6ee1e82349c3" providerId="LiveId" clId="{12575345-B4A6-48DB-8BD4-331D079849C0}" dt="2021-12-10T20:32:38.588" v="307" actId="14100"/>
        <pc:sldMkLst>
          <pc:docMk/>
          <pc:sldMk cId="3535575626" sldId="355"/>
        </pc:sldMkLst>
        <pc:spChg chg="mod">
          <ac:chgData name="Guilherme Micota Stipp" userId="7d8a6ee1e82349c3" providerId="LiveId" clId="{12575345-B4A6-48DB-8BD4-331D079849C0}" dt="2021-12-10T19:40:13.921" v="272" actId="20577"/>
          <ac:spMkLst>
            <pc:docMk/>
            <pc:sldMk cId="3535575626" sldId="355"/>
            <ac:spMk id="10" creationId="{0DC30F15-2778-418E-A2EF-BEAEC6F95C4E}"/>
          </ac:spMkLst>
        </pc:spChg>
        <pc:picChg chg="add del mod">
          <ac:chgData name="Guilherme Micota Stipp" userId="7d8a6ee1e82349c3" providerId="LiveId" clId="{12575345-B4A6-48DB-8BD4-331D079849C0}" dt="2021-12-10T20:32:29.255" v="297" actId="478"/>
          <ac:picMkLst>
            <pc:docMk/>
            <pc:sldMk cId="3535575626" sldId="355"/>
            <ac:picMk id="8" creationId="{CD67D401-7B90-4AF3-A791-25D8FCE3114C}"/>
          </ac:picMkLst>
        </pc:picChg>
        <pc:picChg chg="add del mod">
          <ac:chgData name="Guilherme Micota Stipp" userId="7d8a6ee1e82349c3" providerId="LiveId" clId="{12575345-B4A6-48DB-8BD4-331D079849C0}" dt="2021-12-10T14:51:23.522" v="48" actId="478"/>
          <ac:picMkLst>
            <pc:docMk/>
            <pc:sldMk cId="3535575626" sldId="355"/>
            <ac:picMk id="8" creationId="{F2713E9A-1886-4153-82E1-25D09EBED60F}"/>
          </ac:picMkLst>
        </pc:picChg>
        <pc:picChg chg="del">
          <ac:chgData name="Guilherme Micota Stipp" userId="7d8a6ee1e82349c3" providerId="LiveId" clId="{12575345-B4A6-48DB-8BD4-331D079849C0}" dt="2021-12-10T14:49:23.226" v="18" actId="478"/>
          <ac:picMkLst>
            <pc:docMk/>
            <pc:sldMk cId="3535575626" sldId="355"/>
            <ac:picMk id="11" creationId="{1181C9BB-89F6-4BC9-9620-2F927C262910}"/>
          </ac:picMkLst>
        </pc:picChg>
        <pc:picChg chg="add mod">
          <ac:chgData name="Guilherme Micota Stipp" userId="7d8a6ee1e82349c3" providerId="LiveId" clId="{12575345-B4A6-48DB-8BD4-331D079849C0}" dt="2021-12-10T20:32:38.588" v="307" actId="14100"/>
          <ac:picMkLst>
            <pc:docMk/>
            <pc:sldMk cId="3535575626" sldId="355"/>
            <ac:picMk id="12" creationId="{4AF0337F-318A-4CD4-B7F2-9BFEBD49DCCD}"/>
          </ac:picMkLst>
        </pc:picChg>
        <pc:picChg chg="add del mod">
          <ac:chgData name="Guilherme Micota Stipp" userId="7d8a6ee1e82349c3" providerId="LiveId" clId="{12575345-B4A6-48DB-8BD4-331D079849C0}" dt="2021-12-10T19:40:04.717" v="252" actId="478"/>
          <ac:picMkLst>
            <pc:docMk/>
            <pc:sldMk cId="3535575626" sldId="355"/>
            <ac:picMk id="13" creationId="{2D851FA3-64AC-4EAE-A938-0AC2F55532A5}"/>
          </ac:picMkLst>
        </pc:picChg>
      </pc:sldChg>
      <pc:sldChg chg="addSp delSp modSp add mod">
        <pc:chgData name="Guilherme Micota Stipp" userId="7d8a6ee1e82349c3" providerId="LiveId" clId="{12575345-B4A6-48DB-8BD4-331D079849C0}" dt="2021-12-10T15:20:47.363" v="117" actId="14100"/>
        <pc:sldMkLst>
          <pc:docMk/>
          <pc:sldMk cId="3422678684" sldId="356"/>
        </pc:sldMkLst>
        <pc:picChg chg="add del mod">
          <ac:chgData name="Guilherme Micota Stipp" userId="7d8a6ee1e82349c3" providerId="LiveId" clId="{12575345-B4A6-48DB-8BD4-331D079849C0}" dt="2021-12-10T15:01:25.296" v="81" actId="478"/>
          <ac:picMkLst>
            <pc:docMk/>
            <pc:sldMk cId="3422678684" sldId="356"/>
            <ac:picMk id="8" creationId="{05C39281-99FE-40E3-8B48-5CB7A56840EB}"/>
          </ac:picMkLst>
        </pc:picChg>
        <pc:picChg chg="add del mod">
          <ac:chgData name="Guilherme Micota Stipp" userId="7d8a6ee1e82349c3" providerId="LiveId" clId="{12575345-B4A6-48DB-8BD4-331D079849C0}" dt="2021-12-10T15:19:21.041" v="97" actId="478"/>
          <ac:picMkLst>
            <pc:docMk/>
            <pc:sldMk cId="3422678684" sldId="356"/>
            <ac:picMk id="12" creationId="{340D12BC-64ED-4A61-A42F-C0815565687B}"/>
          </ac:picMkLst>
        </pc:picChg>
        <pc:picChg chg="del">
          <ac:chgData name="Guilherme Micota Stipp" userId="7d8a6ee1e82349c3" providerId="LiveId" clId="{12575345-B4A6-48DB-8BD4-331D079849C0}" dt="2021-12-10T14:51:45.020" v="70" actId="478"/>
          <ac:picMkLst>
            <pc:docMk/>
            <pc:sldMk cId="3422678684" sldId="356"/>
            <ac:picMk id="13" creationId="{2D851FA3-64AC-4EAE-A938-0AC2F55532A5}"/>
          </ac:picMkLst>
        </pc:picChg>
        <pc:picChg chg="add del mod">
          <ac:chgData name="Guilherme Micota Stipp" userId="7d8a6ee1e82349c3" providerId="LiveId" clId="{12575345-B4A6-48DB-8BD4-331D079849C0}" dt="2021-12-10T15:20:39.916" v="107" actId="478"/>
          <ac:picMkLst>
            <pc:docMk/>
            <pc:sldMk cId="3422678684" sldId="356"/>
            <ac:picMk id="15" creationId="{92B3199D-3A25-4BB8-BADD-DE0F5B04D286}"/>
          </ac:picMkLst>
        </pc:picChg>
        <pc:picChg chg="add mod">
          <ac:chgData name="Guilherme Micota Stipp" userId="7d8a6ee1e82349c3" providerId="LiveId" clId="{12575345-B4A6-48DB-8BD4-331D079849C0}" dt="2021-12-10T15:20:47.363" v="117" actId="14100"/>
          <ac:picMkLst>
            <pc:docMk/>
            <pc:sldMk cId="3422678684" sldId="356"/>
            <ac:picMk id="17" creationId="{B9B9E2EA-57D8-47F2-8B80-B01ECBFB94C7}"/>
          </ac:picMkLst>
        </pc:picChg>
      </pc:sldChg>
      <pc:sldChg chg="addSp delSp modSp add mod">
        <pc:chgData name="Guilherme Micota Stipp" userId="7d8a6ee1e82349c3" providerId="LiveId" clId="{12575345-B4A6-48DB-8BD4-331D079849C0}" dt="2021-12-10T15:21:25.255" v="127" actId="14100"/>
        <pc:sldMkLst>
          <pc:docMk/>
          <pc:sldMk cId="2844299126" sldId="357"/>
        </pc:sldMkLst>
        <pc:picChg chg="add mod">
          <ac:chgData name="Guilherme Micota Stipp" userId="7d8a6ee1e82349c3" providerId="LiveId" clId="{12575345-B4A6-48DB-8BD4-331D079849C0}" dt="2021-12-10T15:21:25.255" v="127" actId="14100"/>
          <ac:picMkLst>
            <pc:docMk/>
            <pc:sldMk cId="2844299126" sldId="357"/>
            <ac:picMk id="8" creationId="{09D0B80C-95AE-4606-9E19-6B1CFD2AFFED}"/>
          </ac:picMkLst>
        </pc:picChg>
        <pc:picChg chg="del">
          <ac:chgData name="Guilherme Micota Stipp" userId="7d8a6ee1e82349c3" providerId="LiveId" clId="{12575345-B4A6-48DB-8BD4-331D079849C0}" dt="2021-12-10T15:02:14.254" v="96" actId="478"/>
          <ac:picMkLst>
            <pc:docMk/>
            <pc:sldMk cId="2844299126" sldId="357"/>
            <ac:picMk id="12" creationId="{340D12BC-64ED-4A61-A42F-C0815565687B}"/>
          </ac:picMkLst>
        </pc:picChg>
      </pc:sldChg>
      <pc:sldChg chg="addSp delSp modSp add mod">
        <pc:chgData name="Guilherme Micota Stipp" userId="7d8a6ee1e82349c3" providerId="LiveId" clId="{12575345-B4A6-48DB-8BD4-331D079849C0}" dt="2021-12-10T19:09:16.273" v="193" actId="14100"/>
        <pc:sldMkLst>
          <pc:docMk/>
          <pc:sldMk cId="2798714657" sldId="358"/>
        </pc:sldMkLst>
        <pc:spChg chg="add del mod">
          <ac:chgData name="Guilherme Micota Stipp" userId="7d8a6ee1e82349c3" providerId="LiveId" clId="{12575345-B4A6-48DB-8BD4-331D079849C0}" dt="2021-12-10T19:02:50.948" v="168" actId="478"/>
          <ac:spMkLst>
            <pc:docMk/>
            <pc:sldMk cId="2798714657" sldId="358"/>
            <ac:spMk id="2" creationId="{B604D0D8-E714-4D68-83EC-E9935F7C8578}"/>
          </ac:spMkLst>
        </pc:spChg>
        <pc:picChg chg="del">
          <ac:chgData name="Guilherme Micota Stipp" userId="7d8a6ee1e82349c3" providerId="LiveId" clId="{12575345-B4A6-48DB-8BD4-331D079849C0}" dt="2021-12-10T15:25:52.656" v="129" actId="478"/>
          <ac:picMkLst>
            <pc:docMk/>
            <pc:sldMk cId="2798714657" sldId="358"/>
            <ac:picMk id="8" creationId="{09D0B80C-95AE-4606-9E19-6B1CFD2AFFED}"/>
          </ac:picMkLst>
        </pc:picChg>
        <pc:picChg chg="add del mod">
          <ac:chgData name="Guilherme Micota Stipp" userId="7d8a6ee1e82349c3" providerId="LiveId" clId="{12575345-B4A6-48DB-8BD4-331D079849C0}" dt="2021-12-10T19:09:00.843" v="180" actId="478"/>
          <ac:picMkLst>
            <pc:docMk/>
            <pc:sldMk cId="2798714657" sldId="358"/>
            <ac:picMk id="11" creationId="{26439753-26C7-48E8-936F-364A0DABC78E}"/>
          </ac:picMkLst>
        </pc:picChg>
        <pc:picChg chg="add mod">
          <ac:chgData name="Guilherme Micota Stipp" userId="7d8a6ee1e82349c3" providerId="LiveId" clId="{12575345-B4A6-48DB-8BD4-331D079849C0}" dt="2021-12-10T19:09:16.273" v="193" actId="14100"/>
          <ac:picMkLst>
            <pc:docMk/>
            <pc:sldMk cId="2798714657" sldId="358"/>
            <ac:picMk id="13" creationId="{BDE81BCE-D31D-4E16-AF99-841000C51518}"/>
          </ac:picMkLst>
        </pc:picChg>
      </pc:sldChg>
      <pc:sldChg chg="addSp delSp modSp add mod">
        <pc:chgData name="Guilherme Micota Stipp" userId="7d8a6ee1e82349c3" providerId="LiveId" clId="{12575345-B4A6-48DB-8BD4-331D079849C0}" dt="2021-12-10T19:39:32.161" v="250" actId="14100"/>
        <pc:sldMkLst>
          <pc:docMk/>
          <pc:sldMk cId="2303623379" sldId="359"/>
        </pc:sldMkLst>
        <pc:picChg chg="add del mod">
          <ac:chgData name="Guilherme Micota Stipp" userId="7d8a6ee1e82349c3" providerId="LiveId" clId="{12575345-B4A6-48DB-8BD4-331D079849C0}" dt="2021-12-10T19:38:58.853" v="226" actId="478"/>
          <ac:picMkLst>
            <pc:docMk/>
            <pc:sldMk cId="2303623379" sldId="359"/>
            <ac:picMk id="8" creationId="{69E68802-66DE-4F4C-BFCE-7F4EAE1CB65E}"/>
          </ac:picMkLst>
        </pc:picChg>
        <pc:picChg chg="add del mod">
          <ac:chgData name="Guilherme Micota Stipp" userId="7d8a6ee1e82349c3" providerId="LiveId" clId="{12575345-B4A6-48DB-8BD4-331D079849C0}" dt="2021-12-10T19:39:10.223" v="240" actId="478"/>
          <ac:picMkLst>
            <pc:docMk/>
            <pc:sldMk cId="2303623379" sldId="359"/>
            <ac:picMk id="12" creationId="{E4A6A6B7-8E97-41D5-9659-09DAA6AA218D}"/>
          </ac:picMkLst>
        </pc:picChg>
        <pc:picChg chg="del">
          <ac:chgData name="Guilherme Micota Stipp" userId="7d8a6ee1e82349c3" providerId="LiveId" clId="{12575345-B4A6-48DB-8BD4-331D079849C0}" dt="2021-12-10T19:09:23.866" v="195" actId="478"/>
          <ac:picMkLst>
            <pc:docMk/>
            <pc:sldMk cId="2303623379" sldId="359"/>
            <ac:picMk id="13" creationId="{BDE81BCE-D31D-4E16-AF99-841000C51518}"/>
          </ac:picMkLst>
        </pc:picChg>
        <pc:picChg chg="add mod">
          <ac:chgData name="Guilherme Micota Stipp" userId="7d8a6ee1e82349c3" providerId="LiveId" clId="{12575345-B4A6-48DB-8BD4-331D079849C0}" dt="2021-12-10T19:39:32.161" v="250" actId="14100"/>
          <ac:picMkLst>
            <pc:docMk/>
            <pc:sldMk cId="2303623379" sldId="359"/>
            <ac:picMk id="15" creationId="{93F11076-24A3-4DE2-A346-B6003DFF2692}"/>
          </ac:picMkLst>
        </pc:picChg>
      </pc:sldChg>
      <pc:sldChg chg="addSp delSp modSp add mod">
        <pc:chgData name="Guilherme Micota Stipp" userId="7d8a6ee1e82349c3" providerId="LiveId" clId="{12575345-B4A6-48DB-8BD4-331D079849C0}" dt="2021-12-10T19:29:55.233" v="225" actId="14100"/>
        <pc:sldMkLst>
          <pc:docMk/>
          <pc:sldMk cId="3699925162" sldId="360"/>
        </pc:sldMkLst>
        <pc:picChg chg="del">
          <ac:chgData name="Guilherme Micota Stipp" userId="7d8a6ee1e82349c3" providerId="LiveId" clId="{12575345-B4A6-48DB-8BD4-331D079849C0}" dt="2021-12-10T19:13:30.756" v="207" actId="478"/>
          <ac:picMkLst>
            <pc:docMk/>
            <pc:sldMk cId="3699925162" sldId="360"/>
            <ac:picMk id="8" creationId="{09D0B80C-95AE-4606-9E19-6B1CFD2AFFED}"/>
          </ac:picMkLst>
        </pc:picChg>
        <pc:picChg chg="add mod">
          <ac:chgData name="Guilherme Micota Stipp" userId="7d8a6ee1e82349c3" providerId="LiveId" clId="{12575345-B4A6-48DB-8BD4-331D079849C0}" dt="2021-12-10T19:29:55.233" v="225" actId="14100"/>
          <ac:picMkLst>
            <pc:docMk/>
            <pc:sldMk cId="3699925162" sldId="360"/>
            <ac:picMk id="11" creationId="{D4EF1A15-AC69-4E66-A523-451A07663E52}"/>
          </ac:picMkLst>
        </pc:picChg>
      </pc:sldChg>
      <pc:sldChg chg="add ord">
        <pc:chgData name="Guilherme Micota Stipp" userId="7d8a6ee1e82349c3" providerId="LiveId" clId="{12575345-B4A6-48DB-8BD4-331D079849C0}" dt="2021-12-10T20:04:28.802" v="274"/>
        <pc:sldMkLst>
          <pc:docMk/>
          <pc:sldMk cId="2488373401" sldId="361"/>
        </pc:sldMkLst>
      </pc:sldChg>
      <pc:sldChg chg="addSp delSp modSp add mod">
        <pc:chgData name="Guilherme Micota Stipp" userId="7d8a6ee1e82349c3" providerId="LiveId" clId="{12575345-B4A6-48DB-8BD4-331D079849C0}" dt="2021-12-10T20:31:15.481" v="296" actId="14100"/>
        <pc:sldMkLst>
          <pc:docMk/>
          <pc:sldMk cId="3636613820" sldId="362"/>
        </pc:sldMkLst>
        <pc:picChg chg="add mod">
          <ac:chgData name="Guilherme Micota Stipp" userId="7d8a6ee1e82349c3" providerId="LiveId" clId="{12575345-B4A6-48DB-8BD4-331D079849C0}" dt="2021-12-10T20:31:15.481" v="296" actId="14100"/>
          <ac:picMkLst>
            <pc:docMk/>
            <pc:sldMk cId="3636613820" sldId="362"/>
            <ac:picMk id="8" creationId="{CE529AC1-525D-4451-8CBF-0BC9035A230E}"/>
          </ac:picMkLst>
        </pc:picChg>
        <pc:picChg chg="del">
          <ac:chgData name="Guilherme Micota Stipp" userId="7d8a6ee1e82349c3" providerId="LiveId" clId="{12575345-B4A6-48DB-8BD4-331D079849C0}" dt="2021-12-10T20:30:53.678" v="286" actId="478"/>
          <ac:picMkLst>
            <pc:docMk/>
            <pc:sldMk cId="3636613820" sldId="362"/>
            <ac:picMk id="11" creationId="{D4EF1A15-AC69-4E66-A523-451A07663E52}"/>
          </ac:picMkLst>
        </pc:picChg>
      </pc:sldChg>
      <pc:sldChg chg="addSp delSp modSp add mod modShow">
        <pc:chgData name="Guilherme Micota Stipp" userId="7d8a6ee1e82349c3" providerId="LiveId" clId="{12575345-B4A6-48DB-8BD4-331D079849C0}" dt="2021-12-13T16:23:54.412" v="329" actId="729"/>
        <pc:sldMkLst>
          <pc:docMk/>
          <pc:sldMk cId="4097677237" sldId="363"/>
        </pc:sldMkLst>
        <pc:spChg chg="mod">
          <ac:chgData name="Guilherme Micota Stipp" userId="7d8a6ee1e82349c3" providerId="LiveId" clId="{12575345-B4A6-48DB-8BD4-331D079849C0}" dt="2021-12-10T20:37:03.693" v="310"/>
          <ac:spMkLst>
            <pc:docMk/>
            <pc:sldMk cId="4097677237" sldId="363"/>
            <ac:spMk id="10" creationId="{0DC30F15-2778-418E-A2EF-BEAEC6F95C4E}"/>
          </ac:spMkLst>
        </pc:spChg>
        <pc:picChg chg="add mod">
          <ac:chgData name="Guilherme Micota Stipp" userId="7d8a6ee1e82349c3" providerId="LiveId" clId="{12575345-B4A6-48DB-8BD4-331D079849C0}" dt="2021-12-10T20:51:45.877" v="320" actId="14100"/>
          <ac:picMkLst>
            <pc:docMk/>
            <pc:sldMk cId="4097677237" sldId="363"/>
            <ac:picMk id="8" creationId="{4AF967E5-104A-4C2D-878F-2523E9E329DD}"/>
          </ac:picMkLst>
        </pc:picChg>
        <pc:picChg chg="del">
          <ac:chgData name="Guilherme Micota Stipp" userId="7d8a6ee1e82349c3" providerId="LiveId" clId="{12575345-B4A6-48DB-8BD4-331D079849C0}" dt="2021-12-10T20:36:59.815" v="309" actId="478"/>
          <ac:picMkLst>
            <pc:docMk/>
            <pc:sldMk cId="4097677237" sldId="363"/>
            <ac:picMk id="14" creationId="{A8BB0B96-D530-49C9-9115-6926F61B5FA0}"/>
          </ac:picMkLst>
        </pc:picChg>
      </pc:sldChg>
      <pc:sldChg chg="addSp delSp add del mod">
        <pc:chgData name="Guilherme Micota Stipp" userId="7d8a6ee1e82349c3" providerId="LiveId" clId="{12575345-B4A6-48DB-8BD4-331D079849C0}" dt="2021-12-10T21:07:08.836" v="327" actId="47"/>
        <pc:sldMkLst>
          <pc:docMk/>
          <pc:sldMk cId="1270223685" sldId="364"/>
        </pc:sldMkLst>
        <pc:picChg chg="add del">
          <ac:chgData name="Guilherme Micota Stipp" userId="7d8a6ee1e82349c3" providerId="LiveId" clId="{12575345-B4A6-48DB-8BD4-331D079849C0}" dt="2021-12-10T21:07:07.296" v="326" actId="478"/>
          <ac:picMkLst>
            <pc:docMk/>
            <pc:sldMk cId="1270223685" sldId="364"/>
            <ac:picMk id="11" creationId="{D4EF1A15-AC69-4E66-A523-451A07663E52}"/>
          </ac:picMkLst>
        </pc:picChg>
      </pc:sldChg>
    </pc:docChg>
  </pc:docChgLst>
  <pc:docChgLst>
    <pc:chgData name="Guilherme Micota Stipp" userId="7d8a6ee1e82349c3" providerId="LiveId" clId="{135F189D-BB58-4607-9F1E-AB87A77F0DED}"/>
    <pc:docChg chg="custSel addSld modSld sldOrd">
      <pc:chgData name="Guilherme Micota Stipp" userId="7d8a6ee1e82349c3" providerId="LiveId" clId="{135F189D-BB58-4607-9F1E-AB87A77F0DED}" dt="2021-08-09T15:15:39.936" v="109" actId="14100"/>
      <pc:docMkLst>
        <pc:docMk/>
      </pc:docMkLst>
      <pc:sldChg chg="addSp delSp modSp add mod ord">
        <pc:chgData name="Guilherme Micota Stipp" userId="7d8a6ee1e82349c3" providerId="LiveId" clId="{135F189D-BB58-4607-9F1E-AB87A77F0DED}" dt="2021-08-09T15:15:39.936" v="109" actId="14100"/>
        <pc:sldMkLst>
          <pc:docMk/>
          <pc:sldMk cId="3637065003" sldId="308"/>
        </pc:sldMkLst>
        <pc:spChg chg="mod">
          <ac:chgData name="Guilherme Micota Stipp" userId="7d8a6ee1e82349c3" providerId="LiveId" clId="{135F189D-BB58-4607-9F1E-AB87A77F0DED}" dt="2021-08-09T15:14:37.674" v="66" actId="20577"/>
          <ac:spMkLst>
            <pc:docMk/>
            <pc:sldMk cId="3637065003" sldId="308"/>
            <ac:spMk id="10" creationId="{0DC30F15-2778-418E-A2EF-BEAEC6F95C4E}"/>
          </ac:spMkLst>
        </pc:spChg>
        <pc:picChg chg="add del mod">
          <ac:chgData name="Guilherme Micota Stipp" userId="7d8a6ee1e82349c3" providerId="LiveId" clId="{135F189D-BB58-4607-9F1E-AB87A77F0DED}" dt="2021-08-09T15:15:25.763" v="90" actId="478"/>
          <ac:picMkLst>
            <pc:docMk/>
            <pc:sldMk cId="3637065003" sldId="308"/>
            <ac:picMk id="8" creationId="{A8854BFB-1750-4794-86B4-3026FE51BF06}"/>
          </ac:picMkLst>
        </pc:picChg>
        <pc:picChg chg="del">
          <ac:chgData name="Guilherme Micota Stipp" userId="7d8a6ee1e82349c3" providerId="LiveId" clId="{135F189D-BB58-4607-9F1E-AB87A77F0DED}" dt="2021-08-09T15:14:39.072" v="67" actId="478"/>
          <ac:picMkLst>
            <pc:docMk/>
            <pc:sldMk cId="3637065003" sldId="308"/>
            <ac:picMk id="12" creationId="{BFB76A62-7EFA-4AF6-A7E4-DAA4F232836C}"/>
          </ac:picMkLst>
        </pc:picChg>
        <pc:picChg chg="add mod">
          <ac:chgData name="Guilherme Micota Stipp" userId="7d8a6ee1e82349c3" providerId="LiveId" clId="{135F189D-BB58-4607-9F1E-AB87A77F0DED}" dt="2021-08-09T15:15:39.936" v="109" actId="14100"/>
          <ac:picMkLst>
            <pc:docMk/>
            <pc:sldMk cId="3637065003" sldId="308"/>
            <ac:picMk id="13" creationId="{941FD49A-4596-446E-9F2C-477DDCC3E96E}"/>
          </ac:picMkLst>
        </pc:picChg>
      </pc:sldChg>
    </pc:docChg>
  </pc:docChgLst>
  <pc:docChgLst>
    <pc:chgData name="Guilherme Micota Stipp" userId="7d8a6ee1e82349c3" providerId="LiveId" clId="{C536B918-E364-4207-B958-B37028F8B714}"/>
    <pc:docChg chg="undo custSel addSld delSld modSld sldOrd">
      <pc:chgData name="Guilherme Micota Stipp" userId="7d8a6ee1e82349c3" providerId="LiveId" clId="{C536B918-E364-4207-B958-B37028F8B714}" dt="2021-12-06T17:54:48.419" v="251" actId="14100"/>
      <pc:docMkLst>
        <pc:docMk/>
      </pc:docMkLst>
      <pc:sldChg chg="modSp mod">
        <pc:chgData name="Guilherme Micota Stipp" userId="7d8a6ee1e82349c3" providerId="LiveId" clId="{C536B918-E364-4207-B958-B37028F8B714}" dt="2021-12-06T15:02:20.793" v="197" actId="20577"/>
        <pc:sldMkLst>
          <pc:docMk/>
          <pc:sldMk cId="3178680452" sldId="256"/>
        </pc:sldMkLst>
        <pc:spChg chg="mod">
          <ac:chgData name="Guilherme Micota Stipp" userId="7d8a6ee1e82349c3" providerId="LiveId" clId="{C536B918-E364-4207-B958-B37028F8B714}" dt="2021-12-06T15:02:20.793" v="197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C536B918-E364-4207-B958-B37028F8B714}" dt="2021-12-06T15:46:46.432" v="225" actId="14100"/>
        <pc:sldMkLst>
          <pc:docMk/>
          <pc:sldMk cId="498397642" sldId="331"/>
        </pc:sldMkLst>
        <pc:spChg chg="mod">
          <ac:chgData name="Guilherme Micota Stipp" userId="7d8a6ee1e82349c3" providerId="LiveId" clId="{C536B918-E364-4207-B958-B37028F8B714}" dt="2021-12-06T15:02:48.240" v="206"/>
          <ac:spMkLst>
            <pc:docMk/>
            <pc:sldMk cId="498397642" sldId="331"/>
            <ac:spMk id="4" creationId="{2A67854E-8517-42A3-8969-210A77F2C314}"/>
          </ac:spMkLst>
        </pc:spChg>
        <pc:picChg chg="add mod">
          <ac:chgData name="Guilherme Micota Stipp" userId="7d8a6ee1e82349c3" providerId="LiveId" clId="{C536B918-E364-4207-B958-B37028F8B714}" dt="2021-12-06T15:46:46.432" v="225" actId="14100"/>
          <ac:picMkLst>
            <pc:docMk/>
            <pc:sldMk cId="498397642" sldId="331"/>
            <ac:picMk id="8" creationId="{99B320A1-7EA9-4705-8F60-206B8764A827}"/>
          </ac:picMkLst>
        </pc:picChg>
        <pc:picChg chg="add mod">
          <ac:chgData name="Guilherme Micota Stipp" userId="7d8a6ee1e82349c3" providerId="LiveId" clId="{C536B918-E364-4207-B958-B37028F8B714}" dt="2021-12-06T15:46:38.087" v="221" actId="14100"/>
          <ac:picMkLst>
            <pc:docMk/>
            <pc:sldMk cId="498397642" sldId="331"/>
            <ac:picMk id="12" creationId="{B794AD24-5090-4E7B-8781-AC150D163BA1}"/>
          </ac:picMkLst>
        </pc:picChg>
        <pc:picChg chg="del">
          <ac:chgData name="Guilherme Micota Stipp" userId="7d8a6ee1e82349c3" providerId="LiveId" clId="{C536B918-E364-4207-B958-B37028F8B714}" dt="2021-12-06T15:46:21.410" v="207" actId="478"/>
          <ac:picMkLst>
            <pc:docMk/>
            <pc:sldMk cId="498397642" sldId="331"/>
            <ac:picMk id="25" creationId="{0D471F44-31F1-4570-A909-076926838EDE}"/>
          </ac:picMkLst>
        </pc:picChg>
        <pc:picChg chg="del">
          <ac:chgData name="Guilherme Micota Stipp" userId="7d8a6ee1e82349c3" providerId="LiveId" clId="{C536B918-E364-4207-B958-B37028F8B714}" dt="2021-12-06T15:46:22.299" v="209" actId="478"/>
          <ac:picMkLst>
            <pc:docMk/>
            <pc:sldMk cId="498397642" sldId="331"/>
            <ac:picMk id="27" creationId="{F8AFB9AE-4254-4AC1-A962-EC5DBF289492}"/>
          </ac:picMkLst>
        </pc:picChg>
        <pc:picChg chg="del">
          <ac:chgData name="Guilherme Micota Stipp" userId="7d8a6ee1e82349c3" providerId="LiveId" clId="{C536B918-E364-4207-B958-B37028F8B714}" dt="2021-12-06T15:46:21.803" v="208" actId="478"/>
          <ac:picMkLst>
            <pc:docMk/>
            <pc:sldMk cId="498397642" sldId="331"/>
            <ac:picMk id="29" creationId="{CD8D8FD8-D7E0-4BDE-9A28-679B2431E384}"/>
          </ac:picMkLst>
        </pc:picChg>
      </pc:sldChg>
      <pc:sldChg chg="addSp delSp modSp mod">
        <pc:chgData name="Guilherme Micota Stipp" userId="7d8a6ee1e82349c3" providerId="LiveId" clId="{C536B918-E364-4207-B958-B37028F8B714}" dt="2021-12-06T15:02:25.393" v="198"/>
        <pc:sldMkLst>
          <pc:docMk/>
          <pc:sldMk cId="4065182258" sldId="332"/>
        </pc:sldMkLst>
        <pc:spChg chg="mod">
          <ac:chgData name="Guilherme Micota Stipp" userId="7d8a6ee1e82349c3" providerId="LiveId" clId="{C536B918-E364-4207-B958-B37028F8B714}" dt="2021-12-06T15:02:25.393" v="198"/>
          <ac:spMkLst>
            <pc:docMk/>
            <pc:sldMk cId="4065182258" sldId="332"/>
            <ac:spMk id="4" creationId="{2A67854E-8517-42A3-8969-210A77F2C314}"/>
          </ac:spMkLst>
        </pc:spChg>
        <pc:spChg chg="mod">
          <ac:chgData name="Guilherme Micota Stipp" userId="7d8a6ee1e82349c3" providerId="LiveId" clId="{C536B918-E364-4207-B958-B37028F8B714}" dt="2021-12-06T13:22:50.121" v="44" actId="20577"/>
          <ac:spMkLst>
            <pc:docMk/>
            <pc:sldMk cId="4065182258" sldId="332"/>
            <ac:spMk id="10" creationId="{0DC30F15-2778-418E-A2EF-BEAEC6F95C4E}"/>
          </ac:spMkLst>
        </pc:spChg>
        <pc:picChg chg="add mod">
          <ac:chgData name="Guilherme Micota Stipp" userId="7d8a6ee1e82349c3" providerId="LiveId" clId="{C536B918-E364-4207-B958-B37028F8B714}" dt="2021-12-06T13:23:09.723" v="59" actId="14100"/>
          <ac:picMkLst>
            <pc:docMk/>
            <pc:sldMk cId="4065182258" sldId="332"/>
            <ac:picMk id="8" creationId="{CE534A71-87E9-4A47-96A4-762FB3A42631}"/>
          </ac:picMkLst>
        </pc:picChg>
        <pc:picChg chg="del">
          <ac:chgData name="Guilherme Micota Stipp" userId="7d8a6ee1e82349c3" providerId="LiveId" clId="{C536B918-E364-4207-B958-B37028F8B714}" dt="2021-12-06T13:22:52.157" v="45" actId="478"/>
          <ac:picMkLst>
            <pc:docMk/>
            <pc:sldMk cId="4065182258" sldId="332"/>
            <ac:picMk id="11" creationId="{BCA3E96B-596B-488F-84B5-E93A96D2C3DB}"/>
          </ac:picMkLst>
        </pc:picChg>
        <pc:picChg chg="add mod">
          <ac:chgData name="Guilherme Micota Stipp" userId="7d8a6ee1e82349c3" providerId="LiveId" clId="{C536B918-E364-4207-B958-B37028F8B714}" dt="2021-12-06T13:23:53.981" v="95" actId="1036"/>
          <ac:picMkLst>
            <pc:docMk/>
            <pc:sldMk cId="4065182258" sldId="332"/>
            <ac:picMk id="13" creationId="{A067D20F-40D7-4858-B59B-DFFDC76C7460}"/>
          </ac:picMkLst>
        </pc:picChg>
        <pc:picChg chg="add mod">
          <ac:chgData name="Guilherme Micota Stipp" userId="7d8a6ee1e82349c3" providerId="LiveId" clId="{C536B918-E364-4207-B958-B37028F8B714}" dt="2021-12-06T13:23:32.051" v="75" actId="14100"/>
          <ac:picMkLst>
            <pc:docMk/>
            <pc:sldMk cId="4065182258" sldId="332"/>
            <ac:picMk id="15" creationId="{34B3164A-3135-40B0-B06C-44D6DF04C5CD}"/>
          </ac:picMkLst>
        </pc:picChg>
      </pc:sldChg>
      <pc:sldChg chg="add del">
        <pc:chgData name="Guilherme Micota Stipp" userId="7d8a6ee1e82349c3" providerId="LiveId" clId="{C536B918-E364-4207-B958-B37028F8B714}" dt="2021-12-06T13:22:36.606" v="18" actId="47"/>
        <pc:sldMkLst>
          <pc:docMk/>
          <pc:sldMk cId="983633962" sldId="343"/>
        </pc:sldMkLst>
      </pc:sldChg>
      <pc:sldChg chg="add del">
        <pc:chgData name="Guilherme Micota Stipp" userId="7d8a6ee1e82349c3" providerId="LiveId" clId="{C536B918-E364-4207-B958-B37028F8B714}" dt="2021-12-06T13:22:37.419" v="19" actId="47"/>
        <pc:sldMkLst>
          <pc:docMk/>
          <pc:sldMk cId="238667493" sldId="344"/>
        </pc:sldMkLst>
      </pc:sldChg>
      <pc:sldChg chg="add del">
        <pc:chgData name="Guilherme Micota Stipp" userId="7d8a6ee1e82349c3" providerId="LiveId" clId="{C536B918-E364-4207-B958-B37028F8B714}" dt="2021-12-06T13:22:38.174" v="20" actId="47"/>
        <pc:sldMkLst>
          <pc:docMk/>
          <pc:sldMk cId="119279432" sldId="345"/>
        </pc:sldMkLst>
      </pc:sldChg>
      <pc:sldChg chg="del">
        <pc:chgData name="Guilherme Micota Stipp" userId="7d8a6ee1e82349c3" providerId="LiveId" clId="{C536B918-E364-4207-B958-B37028F8B714}" dt="2021-12-06T13:22:38.922" v="21" actId="47"/>
        <pc:sldMkLst>
          <pc:docMk/>
          <pc:sldMk cId="3320248493" sldId="346"/>
        </pc:sldMkLst>
      </pc:sldChg>
      <pc:sldChg chg="add del">
        <pc:chgData name="Guilherme Micota Stipp" userId="7d8a6ee1e82349c3" providerId="LiveId" clId="{C536B918-E364-4207-B958-B37028F8B714}" dt="2021-12-06T13:22:35.031" v="16" actId="47"/>
        <pc:sldMkLst>
          <pc:docMk/>
          <pc:sldMk cId="756101309" sldId="347"/>
        </pc:sldMkLst>
      </pc:sldChg>
      <pc:sldChg chg="add del">
        <pc:chgData name="Guilherme Micota Stipp" userId="7d8a6ee1e82349c3" providerId="LiveId" clId="{C536B918-E364-4207-B958-B37028F8B714}" dt="2021-12-06T13:22:35.809" v="17" actId="47"/>
        <pc:sldMkLst>
          <pc:docMk/>
          <pc:sldMk cId="992919487" sldId="348"/>
        </pc:sldMkLst>
      </pc:sldChg>
      <pc:sldChg chg="addSp delSp modSp mod">
        <pc:chgData name="Guilherme Micota Stipp" userId="7d8a6ee1e82349c3" providerId="LiveId" clId="{C536B918-E364-4207-B958-B37028F8B714}" dt="2021-12-06T17:54:48.419" v="251" actId="14100"/>
        <pc:sldMkLst>
          <pc:docMk/>
          <pc:sldMk cId="2604897518" sldId="349"/>
        </pc:sldMkLst>
        <pc:spChg chg="mod">
          <ac:chgData name="Guilherme Micota Stipp" userId="7d8a6ee1e82349c3" providerId="LiveId" clId="{C536B918-E364-4207-B958-B37028F8B714}" dt="2021-12-06T15:02:46.024" v="205"/>
          <ac:spMkLst>
            <pc:docMk/>
            <pc:sldMk cId="2604897518" sldId="349"/>
            <ac:spMk id="4" creationId="{2A67854E-8517-42A3-8969-210A77F2C314}"/>
          </ac:spMkLst>
        </pc:spChg>
        <pc:picChg chg="add del mod">
          <ac:chgData name="Guilherme Micota Stipp" userId="7d8a6ee1e82349c3" providerId="LiveId" clId="{C536B918-E364-4207-B958-B37028F8B714}" dt="2021-12-06T17:53:28.252" v="233" actId="478"/>
          <ac:picMkLst>
            <pc:docMk/>
            <pc:sldMk cId="2604897518" sldId="349"/>
            <ac:picMk id="8" creationId="{F70E82DF-2421-46CC-A160-04917EF7D71A}"/>
          </ac:picMkLst>
        </pc:picChg>
        <pc:picChg chg="add del mod">
          <ac:chgData name="Guilherme Micota Stipp" userId="7d8a6ee1e82349c3" providerId="LiveId" clId="{C536B918-E364-4207-B958-B37028F8B714}" dt="2021-12-06T17:54:37.286" v="242" actId="478"/>
          <ac:picMkLst>
            <pc:docMk/>
            <pc:sldMk cId="2604897518" sldId="349"/>
            <ac:picMk id="12" creationId="{394C9802-FCDB-4803-BD55-5B61563AB0D7}"/>
          </ac:picMkLst>
        </pc:picChg>
        <pc:picChg chg="add mod">
          <ac:chgData name="Guilherme Micota Stipp" userId="7d8a6ee1e82349c3" providerId="LiveId" clId="{C536B918-E364-4207-B958-B37028F8B714}" dt="2021-12-06T17:54:48.419" v="251" actId="14100"/>
          <ac:picMkLst>
            <pc:docMk/>
            <pc:sldMk cId="2604897518" sldId="349"/>
            <ac:picMk id="14" creationId="{A8BB0B96-D530-49C9-9115-6926F61B5FA0}"/>
          </ac:picMkLst>
        </pc:picChg>
        <pc:picChg chg="del">
          <ac:chgData name="Guilherme Micota Stipp" userId="7d8a6ee1e82349c3" providerId="LiveId" clId="{C536B918-E364-4207-B958-B37028F8B714}" dt="2021-12-06T17:18:40.445" v="226" actId="478"/>
          <ac:picMkLst>
            <pc:docMk/>
            <pc:sldMk cId="2604897518" sldId="349"/>
            <ac:picMk id="15" creationId="{1FDA41D0-189A-4C2D-B8E6-864331770536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27.691" v="199"/>
        <pc:sldMkLst>
          <pc:docMk/>
          <pc:sldMk cId="2218977444" sldId="350"/>
        </pc:sldMkLst>
        <pc:spChg chg="mod">
          <ac:chgData name="Guilherme Micota Stipp" userId="7d8a6ee1e82349c3" providerId="LiveId" clId="{C536B918-E364-4207-B958-B37028F8B714}" dt="2021-12-06T15:02:27.691" v="199"/>
          <ac:spMkLst>
            <pc:docMk/>
            <pc:sldMk cId="2218977444" sldId="350"/>
            <ac:spMk id="4" creationId="{2A67854E-8517-42A3-8969-210A77F2C314}"/>
          </ac:spMkLst>
        </pc:spChg>
        <pc:picChg chg="del">
          <ac:chgData name="Guilherme Micota Stipp" userId="7d8a6ee1e82349c3" providerId="LiveId" clId="{C536B918-E364-4207-B958-B37028F8B714}" dt="2021-12-06T13:24:11.023" v="97" actId="478"/>
          <ac:picMkLst>
            <pc:docMk/>
            <pc:sldMk cId="2218977444" sldId="350"/>
            <ac:picMk id="8" creationId="{CE534A71-87E9-4A47-96A4-762FB3A42631}"/>
          </ac:picMkLst>
        </pc:picChg>
        <pc:picChg chg="add mod">
          <ac:chgData name="Guilherme Micota Stipp" userId="7d8a6ee1e82349c3" providerId="LiveId" clId="{C536B918-E364-4207-B958-B37028F8B714}" dt="2021-12-06T13:24:29.574" v="113" actId="14100"/>
          <ac:picMkLst>
            <pc:docMk/>
            <pc:sldMk cId="2218977444" sldId="350"/>
            <ac:picMk id="11" creationId="{BE8EFE00-A4A7-4C75-902C-2C928890E822}"/>
          </ac:picMkLst>
        </pc:picChg>
        <pc:picChg chg="del">
          <ac:chgData name="Guilherme Micota Stipp" userId="7d8a6ee1e82349c3" providerId="LiveId" clId="{C536B918-E364-4207-B958-B37028F8B714}" dt="2021-12-06T13:24:12.006" v="99" actId="478"/>
          <ac:picMkLst>
            <pc:docMk/>
            <pc:sldMk cId="2218977444" sldId="350"/>
            <ac:picMk id="13" creationId="{A067D20F-40D7-4858-B59B-DFFDC76C7460}"/>
          </ac:picMkLst>
        </pc:picChg>
        <pc:picChg chg="del">
          <ac:chgData name="Guilherme Micota Stipp" userId="7d8a6ee1e82349c3" providerId="LiveId" clId="{C536B918-E364-4207-B958-B37028F8B714}" dt="2021-12-06T13:24:11.546" v="98" actId="478"/>
          <ac:picMkLst>
            <pc:docMk/>
            <pc:sldMk cId="2218977444" sldId="350"/>
            <ac:picMk id="15" creationId="{34B3164A-3135-40B0-B06C-44D6DF04C5CD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36.486" v="202"/>
        <pc:sldMkLst>
          <pc:docMk/>
          <pc:sldMk cId="1143514007" sldId="351"/>
        </pc:sldMkLst>
        <pc:spChg chg="mod">
          <ac:chgData name="Guilherme Micota Stipp" userId="7d8a6ee1e82349c3" providerId="LiveId" clId="{C536B918-E364-4207-B958-B37028F8B714}" dt="2021-12-06T15:02:36.486" v="202"/>
          <ac:spMkLst>
            <pc:docMk/>
            <pc:sldMk cId="1143514007" sldId="351"/>
            <ac:spMk id="4" creationId="{2A67854E-8517-42A3-8969-210A77F2C314}"/>
          </ac:spMkLst>
        </pc:spChg>
        <pc:picChg chg="add mod">
          <ac:chgData name="Guilherme Micota Stipp" userId="7d8a6ee1e82349c3" providerId="LiveId" clId="{C536B918-E364-4207-B958-B37028F8B714}" dt="2021-12-06T13:24:44.980" v="129" actId="14100"/>
          <ac:picMkLst>
            <pc:docMk/>
            <pc:sldMk cId="1143514007" sldId="351"/>
            <ac:picMk id="8" creationId="{10BBA631-951C-4A79-8088-F1FFEA3E7C0F}"/>
          </ac:picMkLst>
        </pc:picChg>
        <pc:picChg chg="del">
          <ac:chgData name="Guilherme Micota Stipp" userId="7d8a6ee1e82349c3" providerId="LiveId" clId="{C536B918-E364-4207-B958-B37028F8B714}" dt="2021-12-06T13:24:32.273" v="115" actId="478"/>
          <ac:picMkLst>
            <pc:docMk/>
            <pc:sldMk cId="1143514007" sldId="351"/>
            <ac:picMk id="11" creationId="{BE8EFE00-A4A7-4C75-902C-2C928890E822}"/>
          </ac:picMkLst>
        </pc:picChg>
      </pc:sldChg>
      <pc:sldChg chg="addSp delSp modSp add mod ord">
        <pc:chgData name="Guilherme Micota Stipp" userId="7d8a6ee1e82349c3" providerId="LiveId" clId="{C536B918-E364-4207-B958-B37028F8B714}" dt="2021-12-06T15:02:29.949" v="200"/>
        <pc:sldMkLst>
          <pc:docMk/>
          <pc:sldMk cId="123692855" sldId="352"/>
        </pc:sldMkLst>
        <pc:spChg chg="mod">
          <ac:chgData name="Guilherme Micota Stipp" userId="7d8a6ee1e82349c3" providerId="LiveId" clId="{C536B918-E364-4207-B958-B37028F8B714}" dt="2021-12-06T15:02:29.949" v="200"/>
          <ac:spMkLst>
            <pc:docMk/>
            <pc:sldMk cId="123692855" sldId="352"/>
            <ac:spMk id="4" creationId="{2A67854E-8517-42A3-8969-210A77F2C314}"/>
          </ac:spMkLst>
        </pc:spChg>
        <pc:picChg chg="del">
          <ac:chgData name="Guilherme Micota Stipp" userId="7d8a6ee1e82349c3" providerId="LiveId" clId="{C536B918-E364-4207-B958-B37028F8B714}" dt="2021-12-06T13:24:55.285" v="131" actId="478"/>
          <ac:picMkLst>
            <pc:docMk/>
            <pc:sldMk cId="123692855" sldId="352"/>
            <ac:picMk id="8" creationId="{10BBA631-951C-4A79-8088-F1FFEA3E7C0F}"/>
          </ac:picMkLst>
        </pc:picChg>
        <pc:picChg chg="add mod">
          <ac:chgData name="Guilherme Micota Stipp" userId="7d8a6ee1e82349c3" providerId="LiveId" clId="{C536B918-E364-4207-B958-B37028F8B714}" dt="2021-12-06T13:25:10.952" v="140" actId="14100"/>
          <ac:picMkLst>
            <pc:docMk/>
            <pc:sldMk cId="123692855" sldId="352"/>
            <ac:picMk id="11" creationId="{67E93AD8-EAE4-490E-A301-0CFC168D8434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33.768" v="201"/>
        <pc:sldMkLst>
          <pc:docMk/>
          <pc:sldMk cId="1849198346" sldId="353"/>
        </pc:sldMkLst>
        <pc:spChg chg="mod">
          <ac:chgData name="Guilherme Micota Stipp" userId="7d8a6ee1e82349c3" providerId="LiveId" clId="{C536B918-E364-4207-B958-B37028F8B714}" dt="2021-12-06T15:02:33.768" v="201"/>
          <ac:spMkLst>
            <pc:docMk/>
            <pc:sldMk cId="1849198346" sldId="353"/>
            <ac:spMk id="4" creationId="{2A67854E-8517-42A3-8969-210A77F2C314}"/>
          </ac:spMkLst>
        </pc:spChg>
        <pc:picChg chg="add mod">
          <ac:chgData name="Guilherme Micota Stipp" userId="7d8a6ee1e82349c3" providerId="LiveId" clId="{C536B918-E364-4207-B958-B37028F8B714}" dt="2021-12-06T13:25:31.506" v="154" actId="14100"/>
          <ac:picMkLst>
            <pc:docMk/>
            <pc:sldMk cId="1849198346" sldId="353"/>
            <ac:picMk id="8" creationId="{12F1D1BC-8EE1-4985-A670-B1D2E0CA756C}"/>
          </ac:picMkLst>
        </pc:picChg>
        <pc:picChg chg="del">
          <ac:chgData name="Guilherme Micota Stipp" userId="7d8a6ee1e82349c3" providerId="LiveId" clId="{C536B918-E364-4207-B958-B37028F8B714}" dt="2021-12-06T13:25:18.031" v="144" actId="478"/>
          <ac:picMkLst>
            <pc:docMk/>
            <pc:sldMk cId="1849198346" sldId="353"/>
            <ac:picMk id="11" creationId="{67E93AD8-EAE4-490E-A301-0CFC168D8434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40.113" v="203"/>
        <pc:sldMkLst>
          <pc:docMk/>
          <pc:sldMk cId="2642692909" sldId="354"/>
        </pc:sldMkLst>
        <pc:spChg chg="mod">
          <ac:chgData name="Guilherme Micota Stipp" userId="7d8a6ee1e82349c3" providerId="LiveId" clId="{C536B918-E364-4207-B958-B37028F8B714}" dt="2021-12-06T15:02:40.113" v="203"/>
          <ac:spMkLst>
            <pc:docMk/>
            <pc:sldMk cId="2642692909" sldId="354"/>
            <ac:spMk id="4" creationId="{2A67854E-8517-42A3-8969-210A77F2C314}"/>
          </ac:spMkLst>
        </pc:spChg>
        <pc:picChg chg="del">
          <ac:chgData name="Guilherme Micota Stipp" userId="7d8a6ee1e82349c3" providerId="LiveId" clId="{C536B918-E364-4207-B958-B37028F8B714}" dt="2021-12-06T13:25:45.287" v="156" actId="478"/>
          <ac:picMkLst>
            <pc:docMk/>
            <pc:sldMk cId="2642692909" sldId="354"/>
            <ac:picMk id="8" creationId="{10BBA631-951C-4A79-8088-F1FFEA3E7C0F}"/>
          </ac:picMkLst>
        </pc:picChg>
        <pc:picChg chg="add del mod">
          <ac:chgData name="Guilherme Micota Stipp" userId="7d8a6ee1e82349c3" providerId="LiveId" clId="{C536B918-E364-4207-B958-B37028F8B714}" dt="2021-12-06T13:26:35.125" v="168" actId="478"/>
          <ac:picMkLst>
            <pc:docMk/>
            <pc:sldMk cId="2642692909" sldId="354"/>
            <ac:picMk id="11" creationId="{1181C9BB-89F6-4BC9-9620-2F927C262910}"/>
          </ac:picMkLst>
        </pc:picChg>
        <pc:picChg chg="add del mod">
          <ac:chgData name="Guilherme Micota Stipp" userId="7d8a6ee1e82349c3" providerId="LiveId" clId="{C536B918-E364-4207-B958-B37028F8B714}" dt="2021-12-06T14:53:19.946" v="179" actId="478"/>
          <ac:picMkLst>
            <pc:docMk/>
            <pc:sldMk cId="2642692909" sldId="354"/>
            <ac:picMk id="13" creationId="{4B0B2811-5C9C-4952-B007-A29430BBF60D}"/>
          </ac:picMkLst>
        </pc:picChg>
        <pc:picChg chg="add mod">
          <ac:chgData name="Guilherme Micota Stipp" userId="7d8a6ee1e82349c3" providerId="LiveId" clId="{C536B918-E364-4207-B958-B37028F8B714}" dt="2021-12-06T14:53:29.200" v="189" actId="14100"/>
          <ac:picMkLst>
            <pc:docMk/>
            <pc:sldMk cId="2642692909" sldId="354"/>
            <ac:picMk id="15" creationId="{6A2ECC58-844E-4371-A1C8-11E861854908}"/>
          </ac:picMkLst>
        </pc:picChg>
      </pc:sldChg>
      <pc:sldChg chg="modSp add mod">
        <pc:chgData name="Guilherme Micota Stipp" userId="7d8a6ee1e82349c3" providerId="LiveId" clId="{C536B918-E364-4207-B958-B37028F8B714}" dt="2021-12-06T15:02:42.833" v="204"/>
        <pc:sldMkLst>
          <pc:docMk/>
          <pc:sldMk cId="3535575626" sldId="355"/>
        </pc:sldMkLst>
        <pc:spChg chg="mod">
          <ac:chgData name="Guilherme Micota Stipp" userId="7d8a6ee1e82349c3" providerId="LiveId" clId="{C536B918-E364-4207-B958-B37028F8B714}" dt="2021-12-06T15:02:42.833" v="204"/>
          <ac:spMkLst>
            <pc:docMk/>
            <pc:sldMk cId="3535575626" sldId="355"/>
            <ac:spMk id="4" creationId="{2A67854E-8517-42A3-8969-210A77F2C314}"/>
          </ac:spMkLst>
        </pc:spChg>
      </pc:sldChg>
    </pc:docChg>
  </pc:docChgLst>
  <pc:docChgLst>
    <pc:chgData name="Guilherme Micota Stipp" userId="7d8a6ee1e82349c3" providerId="LiveId" clId="{12215C4D-53DE-4B91-96A1-CE31F99F68D5}"/>
    <pc:docChg chg="undo custSel addSld delSld modSld sldOrd">
      <pc:chgData name="Guilherme Micota Stipp" userId="7d8a6ee1e82349c3" providerId="LiveId" clId="{12215C4D-53DE-4B91-96A1-CE31F99F68D5}" dt="2022-02-21T17:33:52.679" v="1602" actId="1036"/>
      <pc:docMkLst>
        <pc:docMk/>
      </pc:docMkLst>
      <pc:sldChg chg="modSp mod">
        <pc:chgData name="Guilherme Micota Stipp" userId="7d8a6ee1e82349c3" providerId="LiveId" clId="{12215C4D-53DE-4B91-96A1-CE31F99F68D5}" dt="2022-02-14T23:06:28.614" v="65" actId="20577"/>
        <pc:sldMkLst>
          <pc:docMk/>
          <pc:sldMk cId="3178680452" sldId="256"/>
        </pc:sldMkLst>
        <pc:spChg chg="mod">
          <ac:chgData name="Guilherme Micota Stipp" userId="7d8a6ee1e82349c3" providerId="LiveId" clId="{12215C4D-53DE-4B91-96A1-CE31F99F68D5}" dt="2022-02-14T23:06:28.614" v="65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12215C4D-53DE-4B91-96A1-CE31F99F68D5}" dt="2022-02-20T22:23:46.791" v="1401" actId="20577"/>
        <pc:sldMkLst>
          <pc:docMk/>
          <pc:sldMk cId="4068793934" sldId="391"/>
        </pc:sldMkLst>
        <pc:spChg chg="mod">
          <ac:chgData name="Guilherme Micota Stipp" userId="7d8a6ee1e82349c3" providerId="LiveId" clId="{12215C4D-53DE-4B91-96A1-CE31F99F68D5}" dt="2022-02-20T22:23:46.791" v="1401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delSp modSp mod">
        <pc:chgData name="Guilherme Micota Stipp" userId="7d8a6ee1e82349c3" providerId="LiveId" clId="{12215C4D-53DE-4B91-96A1-CE31F99F68D5}" dt="2022-02-18T18:50:31.029" v="476" actId="14100"/>
        <pc:sldMkLst>
          <pc:docMk/>
          <pc:sldMk cId="961888503" sldId="393"/>
        </pc:sldMkLst>
        <pc:spChg chg="mod">
          <ac:chgData name="Guilherme Micota Stipp" userId="7d8a6ee1e82349c3" providerId="LiveId" clId="{12215C4D-53DE-4B91-96A1-CE31F99F68D5}" dt="2022-02-18T18:26:47.307" v="360" actId="20577"/>
          <ac:spMkLst>
            <pc:docMk/>
            <pc:sldMk cId="961888503" sldId="393"/>
            <ac:spMk id="10" creationId="{0DC30F15-2778-418E-A2EF-BEAEC6F95C4E}"/>
          </ac:spMkLst>
        </pc:spChg>
        <pc:graphicFrameChg chg="add del mod">
          <ac:chgData name="Guilherme Micota Stipp" userId="7d8a6ee1e82349c3" providerId="LiveId" clId="{12215C4D-53DE-4B91-96A1-CE31F99F68D5}" dt="2022-02-18T13:50:13.345" v="83"/>
          <ac:graphicFrameMkLst>
            <pc:docMk/>
            <pc:sldMk cId="961888503" sldId="393"/>
            <ac:graphicFrameMk id="2" creationId="{71F4C172-E3F1-4A68-ABEB-54092D3F0CB8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3:50:49.076" v="89" actId="478"/>
          <ac:graphicFrameMkLst>
            <pc:docMk/>
            <pc:sldMk cId="961888503" sldId="393"/>
            <ac:graphicFrameMk id="8" creationId="{F2C92635-1599-40FD-BBA0-D59880845EE1}"/>
          </ac:graphicFrameMkLst>
        </pc:graphicFrameChg>
        <pc:graphicFrameChg chg="add del mod">
          <ac:chgData name="Guilherme Micota Stipp" userId="7d8a6ee1e82349c3" providerId="LiveId" clId="{12215C4D-53DE-4B91-96A1-CE31F99F68D5}" dt="2022-02-18T13:57:41.131" v="91"/>
          <ac:graphicFrameMkLst>
            <pc:docMk/>
            <pc:sldMk cId="961888503" sldId="393"/>
            <ac:graphicFrameMk id="11" creationId="{D0E113DD-CF42-474A-87EF-ACC2F7D6130C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3:58:40.527" v="101" actId="478"/>
          <ac:graphicFrameMkLst>
            <pc:docMk/>
            <pc:sldMk cId="961888503" sldId="393"/>
            <ac:graphicFrameMk id="12" creationId="{C2CFA551-B386-416E-9410-E254D1CC1FC1}"/>
          </ac:graphicFrameMkLst>
        </pc:graphicFrameChg>
        <pc:graphicFrameChg chg="add del mod">
          <ac:chgData name="Guilherme Micota Stipp" userId="7d8a6ee1e82349c3" providerId="LiveId" clId="{12215C4D-53DE-4B91-96A1-CE31F99F68D5}" dt="2022-02-18T14:00:56.139" v="103"/>
          <ac:graphicFrameMkLst>
            <pc:docMk/>
            <pc:sldMk cId="961888503" sldId="393"/>
            <ac:graphicFrameMk id="13" creationId="{A8636A40-4274-495C-BEE3-77BAE78B757D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4:22:13.041" v="147" actId="478"/>
          <ac:graphicFrameMkLst>
            <pc:docMk/>
            <pc:sldMk cId="961888503" sldId="393"/>
            <ac:graphicFrameMk id="14" creationId="{651C1B53-CBDD-4A64-A6AA-959882373D12}"/>
          </ac:graphicFrameMkLst>
        </pc:graphicFrameChg>
        <pc:graphicFrameChg chg="add del mod">
          <ac:chgData name="Guilherme Micota Stipp" userId="7d8a6ee1e82349c3" providerId="LiveId" clId="{12215C4D-53DE-4B91-96A1-CE31F99F68D5}" dt="2022-02-18T14:22:17.313" v="149"/>
          <ac:graphicFrameMkLst>
            <pc:docMk/>
            <pc:sldMk cId="961888503" sldId="393"/>
            <ac:graphicFrameMk id="15" creationId="{ED9F5272-E5A2-4D85-8664-AB510977D272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8:06:51.422" v="193" actId="478"/>
          <ac:graphicFrameMkLst>
            <pc:docMk/>
            <pc:sldMk cId="961888503" sldId="393"/>
            <ac:graphicFrameMk id="16" creationId="{79367A1A-201F-4E49-BDB9-38F26A8642FD}"/>
          </ac:graphicFrameMkLst>
        </pc:graphicFrameChg>
        <pc:picChg chg="add del mod">
          <ac:chgData name="Guilherme Micota Stipp" userId="7d8a6ee1e82349c3" providerId="LiveId" clId="{12215C4D-53DE-4B91-96A1-CE31F99F68D5}" dt="2022-02-18T18:26:33.111" v="328" actId="478"/>
          <ac:picMkLst>
            <pc:docMk/>
            <pc:sldMk cId="961888503" sldId="393"/>
            <ac:picMk id="8" creationId="{4A09E2BB-CACA-456B-9953-2012D5A49AEE}"/>
          </ac:picMkLst>
        </pc:picChg>
        <pc:picChg chg="add del mod">
          <ac:chgData name="Guilherme Micota Stipp" userId="7d8a6ee1e82349c3" providerId="LiveId" clId="{12215C4D-53DE-4B91-96A1-CE31F99F68D5}" dt="2022-02-18T18:47:42.889" v="405" actId="478"/>
          <ac:picMkLst>
            <pc:docMk/>
            <pc:sldMk cId="961888503" sldId="393"/>
            <ac:picMk id="12" creationId="{FE44AA8F-CF16-485C-ABFF-C4C5EB0A5F9B}"/>
          </ac:picMkLst>
        </pc:picChg>
        <pc:picChg chg="add del mod">
          <ac:chgData name="Guilherme Micota Stipp" userId="7d8a6ee1e82349c3" providerId="LiveId" clId="{12215C4D-53DE-4B91-96A1-CE31F99F68D5}" dt="2022-02-18T18:50:20.853" v="440" actId="478"/>
          <ac:picMkLst>
            <pc:docMk/>
            <pc:sldMk cId="961888503" sldId="393"/>
            <ac:picMk id="14" creationId="{6E9A9B30-AA89-48D0-8C8F-4A27CD0B8183}"/>
          </ac:picMkLst>
        </pc:picChg>
        <pc:picChg chg="del">
          <ac:chgData name="Guilherme Micota Stipp" userId="7d8a6ee1e82349c3" providerId="LiveId" clId="{12215C4D-53DE-4B91-96A1-CE31F99F68D5}" dt="2022-02-14T23:06:16.960" v="52" actId="478"/>
          <ac:picMkLst>
            <pc:docMk/>
            <pc:sldMk cId="961888503" sldId="393"/>
            <ac:picMk id="14" creationId="{90D5DCF8-5E63-4319-8755-B61F6AA9F318}"/>
          </ac:picMkLst>
        </pc:picChg>
        <pc:picChg chg="add mod">
          <ac:chgData name="Guilherme Micota Stipp" userId="7d8a6ee1e82349c3" providerId="LiveId" clId="{12215C4D-53DE-4B91-96A1-CE31F99F68D5}" dt="2022-02-18T18:50:31.029" v="476" actId="14100"/>
          <ac:picMkLst>
            <pc:docMk/>
            <pc:sldMk cId="961888503" sldId="393"/>
            <ac:picMk id="17" creationId="{D27CF244-6A0C-493D-B436-09767C01CD2B}"/>
          </ac:picMkLst>
        </pc:picChg>
      </pc:sldChg>
      <pc:sldChg chg="del">
        <pc:chgData name="Guilherme Micota Stipp" userId="7d8a6ee1e82349c3" providerId="LiveId" clId="{12215C4D-53DE-4B91-96A1-CE31F99F68D5}" dt="2022-02-14T23:06:19.638" v="54" actId="47"/>
        <pc:sldMkLst>
          <pc:docMk/>
          <pc:sldMk cId="2823821333" sldId="394"/>
        </pc:sldMkLst>
      </pc:sldChg>
      <pc:sldChg chg="addSp delSp modSp add mod ord">
        <pc:chgData name="Guilherme Micota Stipp" userId="7d8a6ee1e82349c3" providerId="LiveId" clId="{12215C4D-53DE-4B91-96A1-CE31F99F68D5}" dt="2022-02-20T22:16:29.269" v="1330" actId="14100"/>
        <pc:sldMkLst>
          <pc:docMk/>
          <pc:sldMk cId="3708193429" sldId="394"/>
        </pc:sldMkLst>
        <pc:spChg chg="mod">
          <ac:chgData name="Guilherme Micota Stipp" userId="7d8a6ee1e82349c3" providerId="LiveId" clId="{12215C4D-53DE-4B91-96A1-CE31F99F68D5}" dt="2022-02-20T14:01:47.188" v="881"/>
          <ac:spMkLst>
            <pc:docMk/>
            <pc:sldMk cId="3708193429" sldId="394"/>
            <ac:spMk id="10" creationId="{0DC30F15-2778-418E-A2EF-BEAEC6F95C4E}"/>
          </ac:spMkLst>
        </pc:spChg>
        <pc:spChg chg="add del mod">
          <ac:chgData name="Guilherme Micota Stipp" userId="7d8a6ee1e82349c3" providerId="LiveId" clId="{12215C4D-53DE-4B91-96A1-CE31F99F68D5}" dt="2022-02-20T22:15:08.413" v="1243" actId="478"/>
          <ac:spMkLst>
            <pc:docMk/>
            <pc:sldMk cId="3708193429" sldId="394"/>
            <ac:spMk id="11" creationId="{7899D6C6-3F93-401B-B08A-FB8C25390AD4}"/>
          </ac:spMkLst>
        </pc:spChg>
        <pc:picChg chg="add del mod">
          <ac:chgData name="Guilherme Micota Stipp" userId="7d8a6ee1e82349c3" providerId="LiveId" clId="{12215C4D-53DE-4B91-96A1-CE31F99F68D5}" dt="2022-02-18T19:15:47.518" v="512" actId="478"/>
          <ac:picMkLst>
            <pc:docMk/>
            <pc:sldMk cId="3708193429" sldId="394"/>
            <ac:picMk id="8" creationId="{47081A3A-4013-43DF-AFDA-1EF0B11E4733}"/>
          </ac:picMkLst>
        </pc:picChg>
        <pc:picChg chg="add del mod">
          <ac:chgData name="Guilherme Micota Stipp" userId="7d8a6ee1e82349c3" providerId="LiveId" clId="{12215C4D-53DE-4B91-96A1-CE31F99F68D5}" dt="2022-02-20T22:16:15.359" v="1282" actId="478"/>
          <ac:picMkLst>
            <pc:docMk/>
            <pc:sldMk cId="3708193429" sldId="394"/>
            <ac:picMk id="8" creationId="{73E435A0-B942-421E-B624-98EB16A8A148}"/>
          </ac:picMkLst>
        </pc:picChg>
        <pc:picChg chg="add del mod">
          <ac:chgData name="Guilherme Micota Stipp" userId="7d8a6ee1e82349c3" providerId="LiveId" clId="{12215C4D-53DE-4B91-96A1-CE31F99F68D5}" dt="2022-02-20T14:01:53.769" v="882" actId="478"/>
          <ac:picMkLst>
            <pc:docMk/>
            <pc:sldMk cId="3708193429" sldId="394"/>
            <ac:picMk id="12" creationId="{2DAE6DF7-EAB8-454A-A441-F5311F1FF4D3}"/>
          </ac:picMkLst>
        </pc:picChg>
        <pc:picChg chg="add mod">
          <ac:chgData name="Guilherme Micota Stipp" userId="7d8a6ee1e82349c3" providerId="LiveId" clId="{12215C4D-53DE-4B91-96A1-CE31F99F68D5}" dt="2022-02-20T22:16:29.269" v="1330" actId="14100"/>
          <ac:picMkLst>
            <pc:docMk/>
            <pc:sldMk cId="3708193429" sldId="394"/>
            <ac:picMk id="13" creationId="{43675C2F-D141-43B0-AC71-681B16059B75}"/>
          </ac:picMkLst>
        </pc:picChg>
        <pc:picChg chg="del">
          <ac:chgData name="Guilherme Micota Stipp" userId="7d8a6ee1e82349c3" providerId="LiveId" clId="{12215C4D-53DE-4B91-96A1-CE31F99F68D5}" dt="2022-02-18T19:11:56.166" v="478" actId="478"/>
          <ac:picMkLst>
            <pc:docMk/>
            <pc:sldMk cId="3708193429" sldId="394"/>
            <ac:picMk id="17" creationId="{D27CF244-6A0C-493D-B436-09767C01CD2B}"/>
          </ac:picMkLst>
        </pc:picChg>
      </pc:sldChg>
      <pc:sldChg chg="addSp delSp modSp add mod ord">
        <pc:chgData name="Guilherme Micota Stipp" userId="7d8a6ee1e82349c3" providerId="LiveId" clId="{12215C4D-53DE-4B91-96A1-CE31F99F68D5}" dt="2022-02-20T14:00:38.166" v="760" actId="20577"/>
        <pc:sldMkLst>
          <pc:docMk/>
          <pc:sldMk cId="312470006" sldId="395"/>
        </pc:sldMkLst>
        <pc:spChg chg="mod">
          <ac:chgData name="Guilherme Micota Stipp" userId="7d8a6ee1e82349c3" providerId="LiveId" clId="{12215C4D-53DE-4B91-96A1-CE31F99F68D5}" dt="2022-02-20T14:00:38.166" v="760" actId="20577"/>
          <ac:spMkLst>
            <pc:docMk/>
            <pc:sldMk cId="312470006" sldId="395"/>
            <ac:spMk id="10" creationId="{0DC30F15-2778-418E-A2EF-BEAEC6F95C4E}"/>
          </ac:spMkLst>
        </pc:spChg>
        <pc:picChg chg="add mod">
          <ac:chgData name="Guilherme Micota Stipp" userId="7d8a6ee1e82349c3" providerId="LiveId" clId="{12215C4D-53DE-4B91-96A1-CE31F99F68D5}" dt="2022-02-20T12:59:21.679" v="596" actId="14100"/>
          <ac:picMkLst>
            <pc:docMk/>
            <pc:sldMk cId="312470006" sldId="395"/>
            <ac:picMk id="8" creationId="{166610AB-A184-4D3F-8315-0E6DC43044C8}"/>
          </ac:picMkLst>
        </pc:picChg>
        <pc:picChg chg="del">
          <ac:chgData name="Guilherme Micota Stipp" userId="7d8a6ee1e82349c3" providerId="LiveId" clId="{12215C4D-53DE-4B91-96A1-CE31F99F68D5}" dt="2022-02-18T19:20:00.352" v="559" actId="478"/>
          <ac:picMkLst>
            <pc:docMk/>
            <pc:sldMk cId="312470006" sldId="395"/>
            <ac:picMk id="12" creationId="{2DAE6DF7-EAB8-454A-A441-F5311F1FF4D3}"/>
          </ac:picMkLst>
        </pc:picChg>
      </pc:sldChg>
      <pc:sldChg chg="del">
        <pc:chgData name="Guilherme Micota Stipp" userId="7d8a6ee1e82349c3" providerId="LiveId" clId="{12215C4D-53DE-4B91-96A1-CE31F99F68D5}" dt="2022-02-14T23:06:20.055" v="55" actId="47"/>
        <pc:sldMkLst>
          <pc:docMk/>
          <pc:sldMk cId="2332706512" sldId="395"/>
        </pc:sldMkLst>
      </pc:sldChg>
      <pc:sldChg chg="del">
        <pc:chgData name="Guilherme Micota Stipp" userId="7d8a6ee1e82349c3" providerId="LiveId" clId="{12215C4D-53DE-4B91-96A1-CE31F99F68D5}" dt="2022-02-14T23:06:21.770" v="59" actId="47"/>
        <pc:sldMkLst>
          <pc:docMk/>
          <pc:sldMk cId="822187012" sldId="396"/>
        </pc:sldMkLst>
      </pc:sldChg>
      <pc:sldChg chg="addSp delSp modSp add mod">
        <pc:chgData name="Guilherme Micota Stipp" userId="7d8a6ee1e82349c3" providerId="LiveId" clId="{12215C4D-53DE-4B91-96A1-CE31F99F68D5}" dt="2022-02-20T21:51:12.052" v="1207" actId="14100"/>
        <pc:sldMkLst>
          <pc:docMk/>
          <pc:sldMk cId="1916886176" sldId="396"/>
        </pc:sldMkLst>
        <pc:spChg chg="add del mod">
          <ac:chgData name="Guilherme Micota Stipp" userId="7d8a6ee1e82349c3" providerId="LiveId" clId="{12215C4D-53DE-4B91-96A1-CE31F99F68D5}" dt="2022-02-20T21:51:02.072" v="1169" actId="478"/>
          <ac:spMkLst>
            <pc:docMk/>
            <pc:sldMk cId="1916886176" sldId="396"/>
            <ac:spMk id="2" creationId="{AD4BF92D-27BB-4114-BC97-68A45A5473C4}"/>
          </ac:spMkLst>
        </pc:spChg>
        <pc:picChg chg="del">
          <ac:chgData name="Guilherme Micota Stipp" userId="7d8a6ee1e82349c3" providerId="LiveId" clId="{12215C4D-53DE-4B91-96A1-CE31F99F68D5}" dt="2022-02-20T14:00:50.249" v="764" actId="478"/>
          <ac:picMkLst>
            <pc:docMk/>
            <pc:sldMk cId="1916886176" sldId="396"/>
            <ac:picMk id="8" creationId="{166610AB-A184-4D3F-8315-0E6DC43044C8}"/>
          </ac:picMkLst>
        </pc:picChg>
        <pc:picChg chg="add mod">
          <ac:chgData name="Guilherme Micota Stipp" userId="7d8a6ee1e82349c3" providerId="LiveId" clId="{12215C4D-53DE-4B91-96A1-CE31F99F68D5}" dt="2022-02-20T21:51:12.052" v="1207" actId="14100"/>
          <ac:picMkLst>
            <pc:docMk/>
            <pc:sldMk cId="1916886176" sldId="396"/>
            <ac:picMk id="11" creationId="{6D86B9E2-B256-4513-8D16-8819B3E90A48}"/>
          </ac:picMkLst>
        </pc:picChg>
      </pc:sldChg>
      <pc:sldChg chg="del">
        <pc:chgData name="Guilherme Micota Stipp" userId="7d8a6ee1e82349c3" providerId="LiveId" clId="{12215C4D-53DE-4B91-96A1-CE31F99F68D5}" dt="2022-02-14T23:06:21.333" v="58" actId="47"/>
        <pc:sldMkLst>
          <pc:docMk/>
          <pc:sldMk cId="999006715" sldId="397"/>
        </pc:sldMkLst>
      </pc:sldChg>
      <pc:sldChg chg="addSp delSp modSp add mod">
        <pc:chgData name="Guilherme Micota Stipp" userId="7d8a6ee1e82349c3" providerId="LiveId" clId="{12215C4D-53DE-4B91-96A1-CE31F99F68D5}" dt="2022-02-20T16:32:47.350" v="1123" actId="14100"/>
        <pc:sldMkLst>
          <pc:docMk/>
          <pc:sldMk cId="1349606946" sldId="397"/>
        </pc:sldMkLst>
        <pc:spChg chg="add del mod">
          <ac:chgData name="Guilherme Micota Stipp" userId="7d8a6ee1e82349c3" providerId="LiveId" clId="{12215C4D-53DE-4B91-96A1-CE31F99F68D5}" dt="2022-02-20T16:32:35.235" v="1081" actId="478"/>
          <ac:spMkLst>
            <pc:docMk/>
            <pc:sldMk cId="1349606946" sldId="397"/>
            <ac:spMk id="11" creationId="{E46AEA60-EEA3-4715-B826-7A1F3524626A}"/>
          </ac:spMkLst>
        </pc:spChg>
        <pc:picChg chg="del">
          <ac:chgData name="Guilherme Micota Stipp" userId="7d8a6ee1e82349c3" providerId="LiveId" clId="{12215C4D-53DE-4B91-96A1-CE31F99F68D5}" dt="2022-02-20T14:00:48.735" v="763" actId="478"/>
          <ac:picMkLst>
            <pc:docMk/>
            <pc:sldMk cId="1349606946" sldId="397"/>
            <ac:picMk id="8" creationId="{166610AB-A184-4D3F-8315-0E6DC43044C8}"/>
          </ac:picMkLst>
        </pc:picChg>
        <pc:picChg chg="add mod">
          <ac:chgData name="Guilherme Micota Stipp" userId="7d8a6ee1e82349c3" providerId="LiveId" clId="{12215C4D-53DE-4B91-96A1-CE31F99F68D5}" dt="2022-02-20T16:32:47.350" v="1123" actId="14100"/>
          <ac:picMkLst>
            <pc:docMk/>
            <pc:sldMk cId="1349606946" sldId="397"/>
            <ac:picMk id="12" creationId="{C30C985D-EAA1-458A-B8DA-AC886628D0C3}"/>
          </ac:picMkLst>
        </pc:picChg>
      </pc:sldChg>
      <pc:sldChg chg="modSp add mod">
        <pc:chgData name="Guilherme Micota Stipp" userId="7d8a6ee1e82349c3" providerId="LiveId" clId="{12215C4D-53DE-4B91-96A1-CE31F99F68D5}" dt="2022-02-20T14:01:41.851" v="880" actId="20577"/>
        <pc:sldMkLst>
          <pc:docMk/>
          <pc:sldMk cId="1640118045" sldId="398"/>
        </pc:sldMkLst>
        <pc:spChg chg="mod">
          <ac:chgData name="Guilherme Micota Stipp" userId="7d8a6ee1e82349c3" providerId="LiveId" clId="{12215C4D-53DE-4B91-96A1-CE31F99F68D5}" dt="2022-02-20T14:01:41.851" v="880" actId="20577"/>
          <ac:spMkLst>
            <pc:docMk/>
            <pc:sldMk cId="1640118045" sldId="398"/>
            <ac:spMk id="10" creationId="{0DC30F15-2778-418E-A2EF-BEAEC6F95C4E}"/>
          </ac:spMkLst>
        </pc:spChg>
      </pc:sldChg>
      <pc:sldChg chg="del">
        <pc:chgData name="Guilherme Micota Stipp" userId="7d8a6ee1e82349c3" providerId="LiveId" clId="{12215C4D-53DE-4B91-96A1-CE31F99F68D5}" dt="2022-02-14T23:06:20.828" v="57" actId="47"/>
        <pc:sldMkLst>
          <pc:docMk/>
          <pc:sldMk cId="2517064219" sldId="398"/>
        </pc:sldMkLst>
      </pc:sldChg>
      <pc:sldChg chg="addSp delSp modSp add mod">
        <pc:chgData name="Guilherme Micota Stipp" userId="7d8a6ee1e82349c3" providerId="LiveId" clId="{12215C4D-53DE-4B91-96A1-CE31F99F68D5}" dt="2022-02-20T22:23:19.245" v="1375" actId="14100"/>
        <pc:sldMkLst>
          <pc:docMk/>
          <pc:sldMk cId="236232426" sldId="399"/>
        </pc:sldMkLst>
        <pc:spChg chg="mod">
          <ac:chgData name="Guilherme Micota Stipp" userId="7d8a6ee1e82349c3" providerId="LiveId" clId="{12215C4D-53DE-4B91-96A1-CE31F99F68D5}" dt="2022-02-20T14:02:47.386" v="945" actId="20577"/>
          <ac:spMkLst>
            <pc:docMk/>
            <pc:sldMk cId="236232426" sldId="399"/>
            <ac:spMk id="10" creationId="{0DC30F15-2778-418E-A2EF-BEAEC6F95C4E}"/>
          </ac:spMkLst>
        </pc:spChg>
        <pc:spChg chg="add del mod">
          <ac:chgData name="Guilherme Micota Stipp" userId="7d8a6ee1e82349c3" providerId="LiveId" clId="{12215C4D-53DE-4B91-96A1-CE31F99F68D5}" dt="2022-02-20T22:23:09.193" v="1331" actId="478"/>
          <ac:spMkLst>
            <pc:docMk/>
            <pc:sldMk cId="236232426" sldId="399"/>
            <ac:spMk id="11" creationId="{005204C6-779A-4335-9CE8-1A3C91B26E31}"/>
          </ac:spMkLst>
        </pc:spChg>
        <pc:picChg chg="add mod">
          <ac:chgData name="Guilherme Micota Stipp" userId="7d8a6ee1e82349c3" providerId="LiveId" clId="{12215C4D-53DE-4B91-96A1-CE31F99F68D5}" dt="2022-02-20T22:23:19.245" v="1375" actId="14100"/>
          <ac:picMkLst>
            <pc:docMk/>
            <pc:sldMk cId="236232426" sldId="399"/>
            <ac:picMk id="8" creationId="{522E2ECB-1BF4-444A-9254-FC7F2851870C}"/>
          </ac:picMkLst>
        </pc:picChg>
        <pc:picChg chg="del">
          <ac:chgData name="Guilherme Micota Stipp" userId="7d8a6ee1e82349c3" providerId="LiveId" clId="{12215C4D-53DE-4B91-96A1-CE31F99F68D5}" dt="2022-02-20T14:02:31.803" v="900" actId="478"/>
          <ac:picMkLst>
            <pc:docMk/>
            <pc:sldMk cId="236232426" sldId="399"/>
            <ac:picMk id="17" creationId="{D27CF244-6A0C-493D-B436-09767C01CD2B}"/>
          </ac:picMkLst>
        </pc:picChg>
      </pc:sldChg>
      <pc:sldChg chg="del">
        <pc:chgData name="Guilherme Micota Stipp" userId="7d8a6ee1e82349c3" providerId="LiveId" clId="{12215C4D-53DE-4B91-96A1-CE31F99F68D5}" dt="2022-02-14T23:06:20.427" v="56" actId="47"/>
        <pc:sldMkLst>
          <pc:docMk/>
          <pc:sldMk cId="1938730161" sldId="399"/>
        </pc:sldMkLst>
      </pc:sldChg>
      <pc:sldChg chg="addSp delSp modSp add mod">
        <pc:chgData name="Guilherme Micota Stipp" userId="7d8a6ee1e82349c3" providerId="LiveId" clId="{12215C4D-53DE-4B91-96A1-CE31F99F68D5}" dt="2022-02-21T17:29:02.498" v="1476" actId="14100"/>
        <pc:sldMkLst>
          <pc:docMk/>
          <pc:sldMk cId="963751770" sldId="400"/>
        </pc:sldMkLst>
        <pc:spChg chg="mod">
          <ac:chgData name="Guilherme Micota Stipp" userId="7d8a6ee1e82349c3" providerId="LiveId" clId="{12215C4D-53DE-4B91-96A1-CE31F99F68D5}" dt="2022-02-20T14:03:28.053" v="1002" actId="20577"/>
          <ac:spMkLst>
            <pc:docMk/>
            <pc:sldMk cId="963751770" sldId="400"/>
            <ac:spMk id="10" creationId="{0DC30F15-2778-418E-A2EF-BEAEC6F95C4E}"/>
          </ac:spMkLst>
        </pc:spChg>
        <pc:spChg chg="del mod">
          <ac:chgData name="Guilherme Micota Stipp" userId="7d8a6ee1e82349c3" providerId="LiveId" clId="{12215C4D-53DE-4B91-96A1-CE31F99F68D5}" dt="2022-02-20T22:38:42.455" v="1402" actId="478"/>
          <ac:spMkLst>
            <pc:docMk/>
            <pc:sldMk cId="963751770" sldId="400"/>
            <ac:spMk id="11" creationId="{005204C6-779A-4335-9CE8-1A3C91B26E31}"/>
          </ac:spMkLst>
        </pc:spChg>
        <pc:picChg chg="add del mod">
          <ac:chgData name="Guilherme Micota Stipp" userId="7d8a6ee1e82349c3" providerId="LiveId" clId="{12215C4D-53DE-4B91-96A1-CE31F99F68D5}" dt="2022-02-21T17:28:52.843" v="1437" actId="478"/>
          <ac:picMkLst>
            <pc:docMk/>
            <pc:sldMk cId="963751770" sldId="400"/>
            <ac:picMk id="8" creationId="{120DFFE5-6A37-4FE7-AA37-9B2BDE5D791B}"/>
          </ac:picMkLst>
        </pc:picChg>
        <pc:picChg chg="add mod">
          <ac:chgData name="Guilherme Micota Stipp" userId="7d8a6ee1e82349c3" providerId="LiveId" clId="{12215C4D-53DE-4B91-96A1-CE31F99F68D5}" dt="2022-02-21T17:29:02.498" v="1476" actId="14100"/>
          <ac:picMkLst>
            <pc:docMk/>
            <pc:sldMk cId="963751770" sldId="400"/>
            <ac:picMk id="11" creationId="{84A348FE-A319-4CA7-A0E3-5C5C69F34EFB}"/>
          </ac:picMkLst>
        </pc:picChg>
      </pc:sldChg>
      <pc:sldChg chg="del">
        <pc:chgData name="Guilherme Micota Stipp" userId="7d8a6ee1e82349c3" providerId="LiveId" clId="{12215C4D-53DE-4B91-96A1-CE31F99F68D5}" dt="2022-02-14T23:06:22.169" v="60" actId="47"/>
        <pc:sldMkLst>
          <pc:docMk/>
          <pc:sldMk cId="3071426572" sldId="400"/>
        </pc:sldMkLst>
      </pc:sldChg>
      <pc:sldChg chg="addSp delSp modSp add mod">
        <pc:chgData name="Guilherme Micota Stipp" userId="7d8a6ee1e82349c3" providerId="LiveId" clId="{12215C4D-53DE-4B91-96A1-CE31F99F68D5}" dt="2022-02-21T17:33:52.679" v="1602" actId="1036"/>
        <pc:sldMkLst>
          <pc:docMk/>
          <pc:sldMk cId="1221778533" sldId="401"/>
        </pc:sldMkLst>
        <pc:spChg chg="mod">
          <ac:chgData name="Guilherme Micota Stipp" userId="7d8a6ee1e82349c3" providerId="LiveId" clId="{12215C4D-53DE-4B91-96A1-CE31F99F68D5}" dt="2022-02-20T14:03:48.303" v="1032"/>
          <ac:spMkLst>
            <pc:docMk/>
            <pc:sldMk cId="1221778533" sldId="401"/>
            <ac:spMk id="10" creationId="{0DC30F15-2778-418E-A2EF-BEAEC6F95C4E}"/>
          </ac:spMkLst>
        </pc:spChg>
        <pc:spChg chg="del mod">
          <ac:chgData name="Guilherme Micota Stipp" userId="7d8a6ee1e82349c3" providerId="LiveId" clId="{12215C4D-53DE-4B91-96A1-CE31F99F68D5}" dt="2022-02-21T17:33:10.104" v="1477" actId="478"/>
          <ac:spMkLst>
            <pc:docMk/>
            <pc:sldMk cId="1221778533" sldId="401"/>
            <ac:spMk id="11" creationId="{005204C6-779A-4335-9CE8-1A3C91B26E31}"/>
          </ac:spMkLst>
        </pc:spChg>
        <pc:picChg chg="add mod">
          <ac:chgData name="Guilherme Micota Stipp" userId="7d8a6ee1e82349c3" providerId="LiveId" clId="{12215C4D-53DE-4B91-96A1-CE31F99F68D5}" dt="2022-02-21T17:33:31.612" v="1530" actId="14100"/>
          <ac:picMkLst>
            <pc:docMk/>
            <pc:sldMk cId="1221778533" sldId="401"/>
            <ac:picMk id="8" creationId="{DB60620D-9CA9-4DD1-9829-529D8EE82670}"/>
          </ac:picMkLst>
        </pc:picChg>
        <pc:picChg chg="add mod">
          <ac:chgData name="Guilherme Micota Stipp" userId="7d8a6ee1e82349c3" providerId="LiveId" clId="{12215C4D-53DE-4B91-96A1-CE31F99F68D5}" dt="2022-02-21T17:33:40.927" v="1558" actId="1038"/>
          <ac:picMkLst>
            <pc:docMk/>
            <pc:sldMk cId="1221778533" sldId="401"/>
            <ac:picMk id="13" creationId="{5C0DFFAA-B6AA-4983-AD06-3C7A7626D92F}"/>
          </ac:picMkLst>
        </pc:picChg>
        <pc:picChg chg="add mod">
          <ac:chgData name="Guilherme Micota Stipp" userId="7d8a6ee1e82349c3" providerId="LiveId" clId="{12215C4D-53DE-4B91-96A1-CE31F99F68D5}" dt="2022-02-21T17:33:52.679" v="1602" actId="1036"/>
          <ac:picMkLst>
            <pc:docMk/>
            <pc:sldMk cId="1221778533" sldId="401"/>
            <ac:picMk id="15" creationId="{CFDEE0EF-CF75-409E-B7F4-ACEB7005BABE}"/>
          </ac:picMkLst>
        </pc:picChg>
      </pc:sldChg>
      <pc:sldChg chg="del">
        <pc:chgData name="Guilherme Micota Stipp" userId="7d8a6ee1e82349c3" providerId="LiveId" clId="{12215C4D-53DE-4B91-96A1-CE31F99F68D5}" dt="2022-02-14T23:06:22.844" v="61" actId="47"/>
        <pc:sldMkLst>
          <pc:docMk/>
          <pc:sldMk cId="1748101202" sldId="401"/>
        </pc:sldMkLst>
      </pc:sldChg>
      <pc:sldChg chg="add del">
        <pc:chgData name="Guilherme Micota Stipp" userId="7d8a6ee1e82349c3" providerId="LiveId" clId="{12215C4D-53DE-4B91-96A1-CE31F99F68D5}" dt="2022-02-20T16:46:09.904" v="1125" actId="2890"/>
        <pc:sldMkLst>
          <pc:docMk/>
          <pc:sldMk cId="675396865" sldId="402"/>
        </pc:sldMkLst>
      </pc:sldChg>
      <pc:sldChg chg="addSp delSp modSp add mod ord">
        <pc:chgData name="Guilherme Micota Stipp" userId="7d8a6ee1e82349c3" providerId="LiveId" clId="{12215C4D-53DE-4B91-96A1-CE31F99F68D5}" dt="2022-02-20T22:00:28.386" v="1242" actId="14100"/>
        <pc:sldMkLst>
          <pc:docMk/>
          <pc:sldMk cId="3685065780" sldId="402"/>
        </pc:sldMkLst>
        <pc:spChg chg="mod">
          <ac:chgData name="Guilherme Micota Stipp" userId="7d8a6ee1e82349c3" providerId="LiveId" clId="{12215C4D-53DE-4B91-96A1-CE31F99F68D5}" dt="2022-02-20T16:51:09.088" v="1135" actId="20577"/>
          <ac:spMkLst>
            <pc:docMk/>
            <pc:sldMk cId="3685065780" sldId="402"/>
            <ac:spMk id="10" creationId="{0DC30F15-2778-418E-A2EF-BEAEC6F95C4E}"/>
          </ac:spMkLst>
        </pc:spChg>
        <pc:spChg chg="add del mod">
          <ac:chgData name="Guilherme Micota Stipp" userId="7d8a6ee1e82349c3" providerId="LiveId" clId="{12215C4D-53DE-4B91-96A1-CE31F99F68D5}" dt="2022-02-20T22:00:15.673" v="1208" actId="478"/>
          <ac:spMkLst>
            <pc:docMk/>
            <pc:sldMk cId="3685065780" sldId="402"/>
            <ac:spMk id="11" creationId="{146D394F-A12C-4929-ABB0-A28B55464FD4}"/>
          </ac:spMkLst>
        </pc:spChg>
        <pc:picChg chg="add mod">
          <ac:chgData name="Guilherme Micota Stipp" userId="7d8a6ee1e82349c3" providerId="LiveId" clId="{12215C4D-53DE-4B91-96A1-CE31F99F68D5}" dt="2022-02-20T22:00:28.386" v="1242" actId="14100"/>
          <ac:picMkLst>
            <pc:docMk/>
            <pc:sldMk cId="3685065780" sldId="402"/>
            <ac:picMk id="8" creationId="{281ECDF8-DC4E-4ECC-A2C9-C95CA44E36DF}"/>
          </ac:picMkLst>
        </pc:picChg>
        <pc:picChg chg="del">
          <ac:chgData name="Guilherme Micota Stipp" userId="7d8a6ee1e82349c3" providerId="LiveId" clId="{12215C4D-53DE-4B91-96A1-CE31F99F68D5}" dt="2022-02-20T16:51:04.137" v="1127" actId="478"/>
          <ac:picMkLst>
            <pc:docMk/>
            <pc:sldMk cId="3685065780" sldId="402"/>
            <ac:picMk id="12" creationId="{C30C985D-EAA1-458A-B8DA-AC886628D0C3}"/>
          </ac:picMkLst>
        </pc:picChg>
      </pc:sldChg>
      <pc:sldChg chg="del">
        <pc:chgData name="Guilherme Micota Stipp" userId="7d8a6ee1e82349c3" providerId="LiveId" clId="{12215C4D-53DE-4B91-96A1-CE31F99F68D5}" dt="2022-02-14T23:06:19.168" v="53" actId="47"/>
        <pc:sldMkLst>
          <pc:docMk/>
          <pc:sldMk cId="161781008" sldId="403"/>
        </pc:sldMkLst>
      </pc:sldChg>
    </pc:docChg>
  </pc:docChgLst>
  <pc:docChgLst>
    <pc:chgData name="Guilherme Micota Stipp" userId="7d8a6ee1e82349c3" providerId="LiveId" clId="{090517CC-EB1F-4045-AFDD-6FA93BF90340}"/>
    <pc:docChg chg="custSel addSld modSld">
      <pc:chgData name="Guilherme Micota Stipp" userId="7d8a6ee1e82349c3" providerId="LiveId" clId="{090517CC-EB1F-4045-AFDD-6FA93BF90340}" dt="2021-08-16T18:00:15.661" v="103" actId="20577"/>
      <pc:docMkLst>
        <pc:docMk/>
      </pc:docMkLst>
      <pc:sldChg chg="addSp delSp modSp add mod">
        <pc:chgData name="Guilherme Micota Stipp" userId="7d8a6ee1e82349c3" providerId="LiveId" clId="{090517CC-EB1F-4045-AFDD-6FA93BF90340}" dt="2021-08-16T17:31:09.621" v="51" actId="20577"/>
        <pc:sldMkLst>
          <pc:docMk/>
          <pc:sldMk cId="3555568433" sldId="306"/>
        </pc:sldMkLst>
        <pc:spChg chg="mod">
          <ac:chgData name="Guilherme Micota Stipp" userId="7d8a6ee1e82349c3" providerId="LiveId" clId="{090517CC-EB1F-4045-AFDD-6FA93BF90340}" dt="2021-08-16T17:31:09.621" v="51" actId="20577"/>
          <ac:spMkLst>
            <pc:docMk/>
            <pc:sldMk cId="3555568433" sldId="306"/>
            <ac:spMk id="10" creationId="{0DC30F15-2778-418E-A2EF-BEAEC6F95C4E}"/>
          </ac:spMkLst>
        </pc:spChg>
        <pc:picChg chg="add del mod">
          <ac:chgData name="Guilherme Micota Stipp" userId="7d8a6ee1e82349c3" providerId="LiveId" clId="{090517CC-EB1F-4045-AFDD-6FA93BF90340}" dt="2021-08-16T17:29:53.479" v="6" actId="478"/>
          <ac:picMkLst>
            <pc:docMk/>
            <pc:sldMk cId="3555568433" sldId="306"/>
            <ac:picMk id="8" creationId="{BDD04D5F-2CE3-4B0F-97DA-13824A050A86}"/>
          </ac:picMkLst>
        </pc:picChg>
        <pc:picChg chg="add del mod">
          <ac:chgData name="Guilherme Micota Stipp" userId="7d8a6ee1e82349c3" providerId="LiveId" clId="{090517CC-EB1F-4045-AFDD-6FA93BF90340}" dt="2021-08-16T17:30:38.688" v="11" actId="478"/>
          <ac:picMkLst>
            <pc:docMk/>
            <pc:sldMk cId="3555568433" sldId="306"/>
            <ac:picMk id="12" creationId="{2886C657-F9B9-475C-9D98-FE2E8646006B}"/>
          </ac:picMkLst>
        </pc:picChg>
        <pc:picChg chg="add mod">
          <ac:chgData name="Guilherme Micota Stipp" userId="7d8a6ee1e82349c3" providerId="LiveId" clId="{090517CC-EB1F-4045-AFDD-6FA93BF90340}" dt="2021-08-16T17:30:59.794" v="24" actId="14100"/>
          <ac:picMkLst>
            <pc:docMk/>
            <pc:sldMk cId="3555568433" sldId="306"/>
            <ac:picMk id="14" creationId="{4722A593-5E93-4F23-B6AF-9F92990CC90C}"/>
          </ac:picMkLst>
        </pc:picChg>
        <pc:picChg chg="del">
          <ac:chgData name="Guilherme Micota Stipp" userId="7d8a6ee1e82349c3" providerId="LiveId" clId="{090517CC-EB1F-4045-AFDD-6FA93BF90340}" dt="2021-08-16T17:29:44.624" v="1" actId="478"/>
          <ac:picMkLst>
            <pc:docMk/>
            <pc:sldMk cId="3555568433" sldId="306"/>
            <ac:picMk id="23" creationId="{3B6578AC-60A4-4426-B67A-DB41E954F9F5}"/>
          </ac:picMkLst>
        </pc:picChg>
      </pc:sldChg>
      <pc:sldChg chg="addSp delSp modSp add mod">
        <pc:chgData name="Guilherme Micota Stipp" userId="7d8a6ee1e82349c3" providerId="LiveId" clId="{090517CC-EB1F-4045-AFDD-6FA93BF90340}" dt="2021-08-16T18:00:15.661" v="103" actId="20577"/>
        <pc:sldMkLst>
          <pc:docMk/>
          <pc:sldMk cId="1758400221" sldId="307"/>
        </pc:sldMkLst>
        <pc:spChg chg="mod">
          <ac:chgData name="Guilherme Micota Stipp" userId="7d8a6ee1e82349c3" providerId="LiveId" clId="{090517CC-EB1F-4045-AFDD-6FA93BF90340}" dt="2021-08-16T18:00:15.661" v="103" actId="20577"/>
          <ac:spMkLst>
            <pc:docMk/>
            <pc:sldMk cId="1758400221" sldId="307"/>
            <ac:spMk id="10" creationId="{0DC30F15-2778-418E-A2EF-BEAEC6F95C4E}"/>
          </ac:spMkLst>
        </pc:spChg>
        <pc:picChg chg="add mod">
          <ac:chgData name="Guilherme Micota Stipp" userId="7d8a6ee1e82349c3" providerId="LiveId" clId="{090517CC-EB1F-4045-AFDD-6FA93BF90340}" dt="2021-08-16T17:59:59.224" v="60" actId="14100"/>
          <ac:picMkLst>
            <pc:docMk/>
            <pc:sldMk cId="1758400221" sldId="307"/>
            <ac:picMk id="8" creationId="{9A4423F4-0F83-4551-BF03-EC6069140CFD}"/>
          </ac:picMkLst>
        </pc:picChg>
        <pc:picChg chg="del">
          <ac:chgData name="Guilherme Micota Stipp" userId="7d8a6ee1e82349c3" providerId="LiveId" clId="{090517CC-EB1F-4045-AFDD-6FA93BF90340}" dt="2021-08-16T17:59:51.910" v="53" actId="478"/>
          <ac:picMkLst>
            <pc:docMk/>
            <pc:sldMk cId="1758400221" sldId="307"/>
            <ac:picMk id="13" creationId="{3BE7FDFD-ECC9-4329-8C05-9DFC46E0E7F5}"/>
          </ac:picMkLst>
        </pc:picChg>
      </pc:sldChg>
    </pc:docChg>
  </pc:docChgLst>
  <pc:docChgLst>
    <pc:chgData name="Guilherme Micota Stipp" userId="7d8a6ee1e82349c3" providerId="LiveId" clId="{3D5A9367-0D1F-41BB-9D9F-6CD0F9094A7D}"/>
    <pc:docChg chg="custSel addSld modSld">
      <pc:chgData name="Guilherme Micota Stipp" userId="7d8a6ee1e82349c3" providerId="LiveId" clId="{3D5A9367-0D1F-41BB-9D9F-6CD0F9094A7D}" dt="2021-12-13T17:47:15.345" v="20" actId="14100"/>
      <pc:docMkLst>
        <pc:docMk/>
      </pc:docMkLst>
      <pc:sldChg chg="addSp delSp modSp mod">
        <pc:chgData name="Guilherme Micota Stipp" userId="7d8a6ee1e82349c3" providerId="LiveId" clId="{3D5A9367-0D1F-41BB-9D9F-6CD0F9094A7D}" dt="2021-12-13T17:47:15.345" v="20" actId="14100"/>
        <pc:sldMkLst>
          <pc:docMk/>
          <pc:sldMk cId="3535575626" sldId="355"/>
        </pc:sldMkLst>
        <pc:spChg chg="mod">
          <ac:chgData name="Guilherme Micota Stipp" userId="7d8a6ee1e82349c3" providerId="LiveId" clId="{3D5A9367-0D1F-41BB-9D9F-6CD0F9094A7D}" dt="2021-12-13T17:47:07.535" v="10" actId="20577"/>
          <ac:spMkLst>
            <pc:docMk/>
            <pc:sldMk cId="3535575626" sldId="355"/>
            <ac:spMk id="10" creationId="{0DC30F15-2778-418E-A2EF-BEAEC6F95C4E}"/>
          </ac:spMkLst>
        </pc:spChg>
        <pc:picChg chg="add mod">
          <ac:chgData name="Guilherme Micota Stipp" userId="7d8a6ee1e82349c3" providerId="LiveId" clId="{3D5A9367-0D1F-41BB-9D9F-6CD0F9094A7D}" dt="2021-12-13T17:47:15.345" v="20" actId="14100"/>
          <ac:picMkLst>
            <pc:docMk/>
            <pc:sldMk cId="3535575626" sldId="355"/>
            <ac:picMk id="8" creationId="{8488EBD1-8231-4FCF-B00A-3C0B4D90CA1A}"/>
          </ac:picMkLst>
        </pc:picChg>
        <pc:picChg chg="del">
          <ac:chgData name="Guilherme Micota Stipp" userId="7d8a6ee1e82349c3" providerId="LiveId" clId="{3D5A9367-0D1F-41BB-9D9F-6CD0F9094A7D}" dt="2021-12-13T17:47:05.006" v="1" actId="478"/>
          <ac:picMkLst>
            <pc:docMk/>
            <pc:sldMk cId="3535575626" sldId="355"/>
            <ac:picMk id="12" creationId="{4AF0337F-318A-4CD4-B7F2-9BFEBD49DCCD}"/>
          </ac:picMkLst>
        </pc:picChg>
      </pc:sldChg>
      <pc:sldChg chg="add">
        <pc:chgData name="Guilherme Micota Stipp" userId="7d8a6ee1e82349c3" providerId="LiveId" clId="{3D5A9367-0D1F-41BB-9D9F-6CD0F9094A7D}" dt="2021-12-13T17:47:03.070" v="0" actId="2890"/>
        <pc:sldMkLst>
          <pc:docMk/>
          <pc:sldMk cId="2812180357" sldId="364"/>
        </pc:sldMkLst>
      </pc:sldChg>
    </pc:docChg>
  </pc:docChgLst>
  <pc:docChgLst>
    <pc:chgData name="Guilherme Micota Stipp" userId="7d8a6ee1e82349c3" providerId="LiveId" clId="{1072410D-34AE-4AFE-8307-26712F0EC26D}"/>
    <pc:docChg chg="custSel delSld modSld">
      <pc:chgData name="Guilherme Micota Stipp" userId="7d8a6ee1e82349c3" providerId="LiveId" clId="{1072410D-34AE-4AFE-8307-26712F0EC26D}" dt="2021-11-08T17:41:56.221" v="2139" actId="47"/>
      <pc:docMkLst>
        <pc:docMk/>
      </pc:docMkLst>
      <pc:sldChg chg="addSp delSp modSp mod">
        <pc:chgData name="Guilherme Micota Stipp" userId="7d8a6ee1e82349c3" providerId="LiveId" clId="{1072410D-34AE-4AFE-8307-26712F0EC26D}" dt="2021-11-08T17:34:19.683" v="418" actId="113"/>
        <pc:sldMkLst>
          <pc:docMk/>
          <pc:sldMk cId="3026180355" sldId="328"/>
        </pc:sldMkLst>
        <pc:spChg chg="add mod">
          <ac:chgData name="Guilherme Micota Stipp" userId="7d8a6ee1e82349c3" providerId="LiveId" clId="{1072410D-34AE-4AFE-8307-26712F0EC26D}" dt="2021-11-08T17:34:19.683" v="418" actId="113"/>
          <ac:spMkLst>
            <pc:docMk/>
            <pc:sldMk cId="3026180355" sldId="328"/>
            <ac:spMk id="12" creationId="{DAE97195-993A-4507-9F4B-C5F3BE2EBA2C}"/>
          </ac:spMkLst>
        </pc:spChg>
        <pc:picChg chg="del">
          <ac:chgData name="Guilherme Micota Stipp" userId="7d8a6ee1e82349c3" providerId="LiveId" clId="{1072410D-34AE-4AFE-8307-26712F0EC26D}" dt="2021-11-08T17:29:53.291" v="0" actId="478"/>
          <ac:picMkLst>
            <pc:docMk/>
            <pc:sldMk cId="3026180355" sldId="328"/>
            <ac:picMk id="8" creationId="{D7014247-DF54-4E10-802C-3302C2B23E81}"/>
          </ac:picMkLst>
        </pc:picChg>
        <pc:picChg chg="add mod">
          <ac:chgData name="Guilherme Micota Stipp" userId="7d8a6ee1e82349c3" providerId="LiveId" clId="{1072410D-34AE-4AFE-8307-26712F0EC26D}" dt="2021-11-08T17:30:07.725" v="16" actId="14100"/>
          <ac:picMkLst>
            <pc:docMk/>
            <pc:sldMk cId="3026180355" sldId="328"/>
            <ac:picMk id="11" creationId="{BDF73F9D-20D9-4425-B957-E94AF7371B92}"/>
          </ac:picMkLst>
        </pc:picChg>
      </pc:sldChg>
      <pc:sldChg chg="addSp delSp modSp mod">
        <pc:chgData name="Guilherme Micota Stipp" userId="7d8a6ee1e82349c3" providerId="LiveId" clId="{1072410D-34AE-4AFE-8307-26712F0EC26D}" dt="2021-11-08T17:41:52.872" v="2137" actId="20577"/>
        <pc:sldMkLst>
          <pc:docMk/>
          <pc:sldMk cId="498397642" sldId="331"/>
        </pc:sldMkLst>
        <pc:spChg chg="add mod">
          <ac:chgData name="Guilherme Micota Stipp" userId="7d8a6ee1e82349c3" providerId="LiveId" clId="{1072410D-34AE-4AFE-8307-26712F0EC26D}" dt="2021-11-08T17:41:52.872" v="2137" actId="20577"/>
          <ac:spMkLst>
            <pc:docMk/>
            <pc:sldMk cId="498397642" sldId="331"/>
            <ac:spMk id="15" creationId="{094FD604-E72C-4E2E-949B-E4561741F2BC}"/>
          </ac:spMkLst>
        </pc:spChg>
        <pc:picChg chg="add mod">
          <ac:chgData name="Guilherme Micota Stipp" userId="7d8a6ee1e82349c3" providerId="LiveId" clId="{1072410D-34AE-4AFE-8307-26712F0EC26D}" dt="2021-11-08T17:32:01.979" v="85" actId="1037"/>
          <ac:picMkLst>
            <pc:docMk/>
            <pc:sldMk cId="498397642" sldId="331"/>
            <ac:picMk id="8" creationId="{9D44CE68-70AC-4EE8-940A-B76EA6E80CD6}"/>
          </ac:picMkLst>
        </pc:picChg>
        <pc:picChg chg="add mod">
          <ac:chgData name="Guilherme Micota Stipp" userId="7d8a6ee1e82349c3" providerId="LiveId" clId="{1072410D-34AE-4AFE-8307-26712F0EC26D}" dt="2021-11-08T17:31:58.089" v="84" actId="1037"/>
          <ac:picMkLst>
            <pc:docMk/>
            <pc:sldMk cId="498397642" sldId="331"/>
            <ac:picMk id="12" creationId="{49AF15D2-FE2D-4757-A1B3-F21C09A2BCC1}"/>
          </ac:picMkLst>
        </pc:picChg>
        <pc:picChg chg="del">
          <ac:chgData name="Guilherme Micota Stipp" userId="7d8a6ee1e82349c3" providerId="LiveId" clId="{1072410D-34AE-4AFE-8307-26712F0EC26D}" dt="2021-11-08T17:31:28.734" v="61" actId="478"/>
          <ac:picMkLst>
            <pc:docMk/>
            <pc:sldMk cId="498397642" sldId="331"/>
            <ac:picMk id="20" creationId="{148472DA-DE0B-4816-B0F2-D2506C55EB7B}"/>
          </ac:picMkLst>
        </pc:picChg>
        <pc:picChg chg="del">
          <ac:chgData name="Guilherme Micota Stipp" userId="7d8a6ee1e82349c3" providerId="LiveId" clId="{1072410D-34AE-4AFE-8307-26712F0EC26D}" dt="2021-11-08T17:31:29.110" v="62" actId="478"/>
          <ac:picMkLst>
            <pc:docMk/>
            <pc:sldMk cId="498397642" sldId="331"/>
            <ac:picMk id="22" creationId="{90414FC7-64A1-4E38-A916-BBD8EEDC0B96}"/>
          </ac:picMkLst>
        </pc:picChg>
      </pc:sldChg>
      <pc:sldChg chg="addSp delSp modSp mod">
        <pc:chgData name="Guilherme Micota Stipp" userId="7d8a6ee1e82349c3" providerId="LiveId" clId="{1072410D-34AE-4AFE-8307-26712F0EC26D}" dt="2021-11-08T17:40:38.604" v="1837" actId="20577"/>
        <pc:sldMkLst>
          <pc:docMk/>
          <pc:sldMk cId="4065182258" sldId="332"/>
        </pc:sldMkLst>
        <pc:spChg chg="add mod">
          <ac:chgData name="Guilherme Micota Stipp" userId="7d8a6ee1e82349c3" providerId="LiveId" clId="{1072410D-34AE-4AFE-8307-26712F0EC26D}" dt="2021-11-08T17:40:38.604" v="1837" actId="20577"/>
          <ac:spMkLst>
            <pc:docMk/>
            <pc:sldMk cId="4065182258" sldId="332"/>
            <ac:spMk id="12" creationId="{C2AF14C4-1C61-4A64-97F3-1957D60198A9}"/>
          </ac:spMkLst>
        </pc:spChg>
        <pc:picChg chg="del">
          <ac:chgData name="Guilherme Micota Stipp" userId="7d8a6ee1e82349c3" providerId="LiveId" clId="{1072410D-34AE-4AFE-8307-26712F0EC26D}" dt="2021-11-08T17:31:09.339" v="51" actId="478"/>
          <ac:picMkLst>
            <pc:docMk/>
            <pc:sldMk cId="4065182258" sldId="332"/>
            <ac:picMk id="8" creationId="{8D5BD9D3-BBFB-42F4-9F5B-267344AF8E4B}"/>
          </ac:picMkLst>
        </pc:picChg>
        <pc:picChg chg="add mod">
          <ac:chgData name="Guilherme Micota Stipp" userId="7d8a6ee1e82349c3" providerId="LiveId" clId="{1072410D-34AE-4AFE-8307-26712F0EC26D}" dt="2021-11-08T17:31:23.549" v="60" actId="14100"/>
          <ac:picMkLst>
            <pc:docMk/>
            <pc:sldMk cId="4065182258" sldId="332"/>
            <ac:picMk id="11" creationId="{B447749B-2D7F-4975-AEC6-2F7AC9C50E99}"/>
          </ac:picMkLst>
        </pc:picChg>
      </pc:sldChg>
      <pc:sldChg chg="addSp delSp modSp mod">
        <pc:chgData name="Guilherme Micota Stipp" userId="7d8a6ee1e82349c3" providerId="LiveId" clId="{1072410D-34AE-4AFE-8307-26712F0EC26D}" dt="2021-11-08T17:35:44.317" v="690" actId="20577"/>
        <pc:sldMkLst>
          <pc:docMk/>
          <pc:sldMk cId="1244231830" sldId="335"/>
        </pc:sldMkLst>
        <pc:spChg chg="add mod">
          <ac:chgData name="Guilherme Micota Stipp" userId="7d8a6ee1e82349c3" providerId="LiveId" clId="{1072410D-34AE-4AFE-8307-26712F0EC26D}" dt="2021-11-08T17:35:44.317" v="690" actId="20577"/>
          <ac:spMkLst>
            <pc:docMk/>
            <pc:sldMk cId="1244231830" sldId="335"/>
            <ac:spMk id="12" creationId="{E13B9464-8041-4A2A-83C3-53A663E6BD13}"/>
          </ac:spMkLst>
        </pc:spChg>
        <pc:picChg chg="add mod">
          <ac:chgData name="Guilherme Micota Stipp" userId="7d8a6ee1e82349c3" providerId="LiveId" clId="{1072410D-34AE-4AFE-8307-26712F0EC26D}" dt="2021-11-08T17:30:21.176" v="24" actId="14100"/>
          <ac:picMkLst>
            <pc:docMk/>
            <pc:sldMk cId="1244231830" sldId="335"/>
            <ac:picMk id="8" creationId="{DF9AE39B-A7F7-4B28-8C40-CB7FDC3790C5}"/>
          </ac:picMkLst>
        </pc:picChg>
        <pc:picChg chg="del">
          <ac:chgData name="Guilherme Micota Stipp" userId="7d8a6ee1e82349c3" providerId="LiveId" clId="{1072410D-34AE-4AFE-8307-26712F0EC26D}" dt="2021-11-08T17:30:10.899" v="17" actId="478"/>
          <ac:picMkLst>
            <pc:docMk/>
            <pc:sldMk cId="1244231830" sldId="335"/>
            <ac:picMk id="11" creationId="{C359A203-6A4E-4CBE-8D25-0B42F9635F61}"/>
          </ac:picMkLst>
        </pc:picChg>
      </pc:sldChg>
      <pc:sldChg chg="addSp delSp modSp mod">
        <pc:chgData name="Guilherme Micota Stipp" userId="7d8a6ee1e82349c3" providerId="LiveId" clId="{1072410D-34AE-4AFE-8307-26712F0EC26D}" dt="2021-11-08T17:36:59.017" v="989" actId="20577"/>
        <pc:sldMkLst>
          <pc:docMk/>
          <pc:sldMk cId="1388573534" sldId="336"/>
        </pc:sldMkLst>
        <pc:spChg chg="add mod">
          <ac:chgData name="Guilherme Micota Stipp" userId="7d8a6ee1e82349c3" providerId="LiveId" clId="{1072410D-34AE-4AFE-8307-26712F0EC26D}" dt="2021-11-08T17:36:59.017" v="989" actId="20577"/>
          <ac:spMkLst>
            <pc:docMk/>
            <pc:sldMk cId="1388573534" sldId="336"/>
            <ac:spMk id="12" creationId="{362E5E64-6DCC-4578-BA13-0E93EE537F33}"/>
          </ac:spMkLst>
        </pc:spChg>
        <pc:picChg chg="del">
          <ac:chgData name="Guilherme Micota Stipp" userId="7d8a6ee1e82349c3" providerId="LiveId" clId="{1072410D-34AE-4AFE-8307-26712F0EC26D}" dt="2021-11-08T17:30:23.565" v="25" actId="478"/>
          <ac:picMkLst>
            <pc:docMk/>
            <pc:sldMk cId="1388573534" sldId="336"/>
            <ac:picMk id="8" creationId="{7C124D04-4440-4821-A078-FC8B796393C8}"/>
          </ac:picMkLst>
        </pc:picChg>
        <pc:picChg chg="add mod">
          <ac:chgData name="Guilherme Micota Stipp" userId="7d8a6ee1e82349c3" providerId="LiveId" clId="{1072410D-34AE-4AFE-8307-26712F0EC26D}" dt="2021-11-08T17:30:34.381" v="34" actId="14100"/>
          <ac:picMkLst>
            <pc:docMk/>
            <pc:sldMk cId="1388573534" sldId="336"/>
            <ac:picMk id="11" creationId="{CBB44610-1E3B-4300-B703-065819551933}"/>
          </ac:picMkLst>
        </pc:picChg>
      </pc:sldChg>
      <pc:sldChg chg="addSp delSp modSp mod">
        <pc:chgData name="Guilherme Micota Stipp" userId="7d8a6ee1e82349c3" providerId="LiveId" clId="{1072410D-34AE-4AFE-8307-26712F0EC26D}" dt="2021-11-08T17:37:57.789" v="1256" actId="20577"/>
        <pc:sldMkLst>
          <pc:docMk/>
          <pc:sldMk cId="601019487" sldId="337"/>
        </pc:sldMkLst>
        <pc:spChg chg="add mod">
          <ac:chgData name="Guilherme Micota Stipp" userId="7d8a6ee1e82349c3" providerId="LiveId" clId="{1072410D-34AE-4AFE-8307-26712F0EC26D}" dt="2021-11-08T17:37:57.789" v="1256" actId="20577"/>
          <ac:spMkLst>
            <pc:docMk/>
            <pc:sldMk cId="601019487" sldId="337"/>
            <ac:spMk id="12" creationId="{5C443180-256A-443B-8146-65BA182890AD}"/>
          </ac:spMkLst>
        </pc:spChg>
        <pc:picChg chg="del">
          <ac:chgData name="Guilherme Micota Stipp" userId="7d8a6ee1e82349c3" providerId="LiveId" clId="{1072410D-34AE-4AFE-8307-26712F0EC26D}" dt="2021-11-08T17:30:36.345" v="35" actId="478"/>
          <ac:picMkLst>
            <pc:docMk/>
            <pc:sldMk cId="601019487" sldId="337"/>
            <ac:picMk id="8" creationId="{D865AB3C-11E3-40F4-8550-86B9FF3078E6}"/>
          </ac:picMkLst>
        </pc:picChg>
        <pc:picChg chg="add mod">
          <ac:chgData name="Guilherme Micota Stipp" userId="7d8a6ee1e82349c3" providerId="LiveId" clId="{1072410D-34AE-4AFE-8307-26712F0EC26D}" dt="2021-11-08T17:30:50.739" v="42" actId="14100"/>
          <ac:picMkLst>
            <pc:docMk/>
            <pc:sldMk cId="601019487" sldId="337"/>
            <ac:picMk id="11" creationId="{3E7DB398-5FBB-4A9B-BB95-B090DEA8EF7B}"/>
          </ac:picMkLst>
        </pc:picChg>
      </pc:sldChg>
      <pc:sldChg chg="addSp delSp modSp mod">
        <pc:chgData name="Guilherme Micota Stipp" userId="7d8a6ee1e82349c3" providerId="LiveId" clId="{1072410D-34AE-4AFE-8307-26712F0EC26D}" dt="2021-11-08T17:39:36.446" v="1576" actId="20577"/>
        <pc:sldMkLst>
          <pc:docMk/>
          <pc:sldMk cId="94601103" sldId="338"/>
        </pc:sldMkLst>
        <pc:spChg chg="add mod">
          <ac:chgData name="Guilherme Micota Stipp" userId="7d8a6ee1e82349c3" providerId="LiveId" clId="{1072410D-34AE-4AFE-8307-26712F0EC26D}" dt="2021-11-08T17:39:36.446" v="1576" actId="20577"/>
          <ac:spMkLst>
            <pc:docMk/>
            <pc:sldMk cId="94601103" sldId="338"/>
            <ac:spMk id="12" creationId="{69F562D4-B65F-4813-B444-C89066B0CD6F}"/>
          </ac:spMkLst>
        </pc:spChg>
        <pc:picChg chg="del">
          <ac:chgData name="Guilherme Micota Stipp" userId="7d8a6ee1e82349c3" providerId="LiveId" clId="{1072410D-34AE-4AFE-8307-26712F0EC26D}" dt="2021-11-08T17:30:55.316" v="43" actId="478"/>
          <ac:picMkLst>
            <pc:docMk/>
            <pc:sldMk cId="94601103" sldId="338"/>
            <ac:picMk id="8" creationId="{D0F1F5F6-F5E7-463A-B66D-2669232F866D}"/>
          </ac:picMkLst>
        </pc:picChg>
        <pc:picChg chg="add mod">
          <ac:chgData name="Guilherme Micota Stipp" userId="7d8a6ee1e82349c3" providerId="LiveId" clId="{1072410D-34AE-4AFE-8307-26712F0EC26D}" dt="2021-11-08T17:31:04.648" v="50" actId="14100"/>
          <ac:picMkLst>
            <pc:docMk/>
            <pc:sldMk cId="94601103" sldId="338"/>
            <ac:picMk id="11" creationId="{EC097A40-5DB5-4349-B883-26320F9F7FEF}"/>
          </ac:picMkLst>
        </pc:picChg>
      </pc:sldChg>
      <pc:sldChg chg="addSp delSp modSp del mod">
        <pc:chgData name="Guilherme Micota Stipp" userId="7d8a6ee1e82349c3" providerId="LiveId" clId="{1072410D-34AE-4AFE-8307-26712F0EC26D}" dt="2021-11-08T17:41:55.682" v="2138" actId="47"/>
        <pc:sldMkLst>
          <pc:docMk/>
          <pc:sldMk cId="933669556" sldId="339"/>
        </pc:sldMkLst>
        <pc:picChg chg="del">
          <ac:chgData name="Guilherme Micota Stipp" userId="7d8a6ee1e82349c3" providerId="LiveId" clId="{1072410D-34AE-4AFE-8307-26712F0EC26D}" dt="2021-11-08T17:32:06.237" v="86" actId="478"/>
          <ac:picMkLst>
            <pc:docMk/>
            <pc:sldMk cId="933669556" sldId="339"/>
            <ac:picMk id="8" creationId="{76807576-EF31-4AE1-9635-80D4B8569BBD}"/>
          </ac:picMkLst>
        </pc:picChg>
        <pc:picChg chg="add mod">
          <ac:chgData name="Guilherme Micota Stipp" userId="7d8a6ee1e82349c3" providerId="LiveId" clId="{1072410D-34AE-4AFE-8307-26712F0EC26D}" dt="2021-11-08T17:32:14.931" v="92" actId="14100"/>
          <ac:picMkLst>
            <pc:docMk/>
            <pc:sldMk cId="933669556" sldId="339"/>
            <ac:picMk id="11" creationId="{6EEA94E6-2C99-4A01-8AFF-CA4F0D0232C3}"/>
          </ac:picMkLst>
        </pc:picChg>
      </pc:sldChg>
      <pc:sldChg chg="addSp delSp modSp del mod">
        <pc:chgData name="Guilherme Micota Stipp" userId="7d8a6ee1e82349c3" providerId="LiveId" clId="{1072410D-34AE-4AFE-8307-26712F0EC26D}" dt="2021-11-08T17:41:56.221" v="2139" actId="47"/>
        <pc:sldMkLst>
          <pc:docMk/>
          <pc:sldMk cId="882770135" sldId="340"/>
        </pc:sldMkLst>
        <pc:picChg chg="del">
          <ac:chgData name="Guilherme Micota Stipp" userId="7d8a6ee1e82349c3" providerId="LiveId" clId="{1072410D-34AE-4AFE-8307-26712F0EC26D}" dt="2021-11-08T17:32:21.422" v="93" actId="478"/>
          <ac:picMkLst>
            <pc:docMk/>
            <pc:sldMk cId="882770135" sldId="340"/>
            <ac:picMk id="8" creationId="{D5BB0791-1FFB-4A19-BDE5-1F743E4FFC73}"/>
          </ac:picMkLst>
        </pc:picChg>
        <pc:picChg chg="add mod">
          <ac:chgData name="Guilherme Micota Stipp" userId="7d8a6ee1e82349c3" providerId="LiveId" clId="{1072410D-34AE-4AFE-8307-26712F0EC26D}" dt="2021-11-08T17:32:31.967" v="100" actId="14100"/>
          <ac:picMkLst>
            <pc:docMk/>
            <pc:sldMk cId="882770135" sldId="340"/>
            <ac:picMk id="11" creationId="{F721E953-5D80-4338-810C-5FC7B919650B}"/>
          </ac:picMkLst>
        </pc:picChg>
      </pc:sldChg>
    </pc:docChg>
  </pc:docChgLst>
  <pc:docChgLst>
    <pc:chgData name="Guilherme Micota Stipp" userId="7d8a6ee1e82349c3" providerId="LiveId" clId="{12C8F47E-5306-463A-BBF1-E6ABA3CADC1A}"/>
    <pc:docChg chg="undo custSel addSld delSld modSld sldOrd">
      <pc:chgData name="Guilherme Micota Stipp" userId="7d8a6ee1e82349c3" providerId="LiveId" clId="{12C8F47E-5306-463A-BBF1-E6ABA3CADC1A}" dt="2021-09-13T14:23:39.992" v="446" actId="14100"/>
      <pc:docMkLst>
        <pc:docMk/>
      </pc:docMkLst>
      <pc:sldChg chg="del">
        <pc:chgData name="Guilherme Micota Stipp" userId="7d8a6ee1e82349c3" providerId="LiveId" clId="{12C8F47E-5306-463A-BBF1-E6ABA3CADC1A}" dt="2021-09-13T12:16:26.184" v="0" actId="47"/>
        <pc:sldMkLst>
          <pc:docMk/>
          <pc:sldMk cId="1259924771" sldId="299"/>
        </pc:sldMkLst>
      </pc:sldChg>
      <pc:sldChg chg="del">
        <pc:chgData name="Guilherme Micota Stipp" userId="7d8a6ee1e82349c3" providerId="LiveId" clId="{12C8F47E-5306-463A-BBF1-E6ABA3CADC1A}" dt="2021-09-13T12:16:26.503" v="1" actId="47"/>
        <pc:sldMkLst>
          <pc:docMk/>
          <pc:sldMk cId="550815515" sldId="300"/>
        </pc:sldMkLst>
      </pc:sldChg>
      <pc:sldChg chg="del">
        <pc:chgData name="Guilherme Micota Stipp" userId="7d8a6ee1e82349c3" providerId="LiveId" clId="{12C8F47E-5306-463A-BBF1-E6ABA3CADC1A}" dt="2021-09-13T12:16:26.856" v="2" actId="47"/>
        <pc:sldMkLst>
          <pc:docMk/>
          <pc:sldMk cId="3645013298" sldId="301"/>
        </pc:sldMkLst>
      </pc:sldChg>
      <pc:sldChg chg="addSp delSp modSp mod">
        <pc:chgData name="Guilherme Micota Stipp" userId="7d8a6ee1e82349c3" providerId="LiveId" clId="{12C8F47E-5306-463A-BBF1-E6ABA3CADC1A}" dt="2021-09-13T14:02:51.772" v="384" actId="14100"/>
        <pc:sldMkLst>
          <pc:docMk/>
          <pc:sldMk cId="2822430471" sldId="302"/>
        </pc:sldMkLst>
        <pc:picChg chg="del">
          <ac:chgData name="Guilherme Micota Stipp" userId="7d8a6ee1e82349c3" providerId="LiveId" clId="{12C8F47E-5306-463A-BBF1-E6ABA3CADC1A}" dt="2021-09-13T12:17:06.336" v="57" actId="478"/>
          <ac:picMkLst>
            <pc:docMk/>
            <pc:sldMk cId="2822430471" sldId="302"/>
            <ac:picMk id="8" creationId="{8C678845-BD86-4D69-95D1-692591B251CB}"/>
          </ac:picMkLst>
        </pc:picChg>
        <pc:picChg chg="add del mod">
          <ac:chgData name="Guilherme Micota Stipp" userId="7d8a6ee1e82349c3" providerId="LiveId" clId="{12C8F47E-5306-463A-BBF1-E6ABA3CADC1A}" dt="2021-09-13T13:51:27.170" v="373" actId="478"/>
          <ac:picMkLst>
            <pc:docMk/>
            <pc:sldMk cId="2822430471" sldId="302"/>
            <ac:picMk id="11" creationId="{03E79D20-0A3B-4777-BE63-2585BF342C79}"/>
          </ac:picMkLst>
        </pc:picChg>
        <pc:picChg chg="add mod">
          <ac:chgData name="Guilherme Micota Stipp" userId="7d8a6ee1e82349c3" providerId="LiveId" clId="{12C8F47E-5306-463A-BBF1-E6ABA3CADC1A}" dt="2021-09-13T14:02:51.772" v="384" actId="14100"/>
          <ac:picMkLst>
            <pc:docMk/>
            <pc:sldMk cId="2822430471" sldId="302"/>
            <ac:picMk id="13" creationId="{5E6104C7-78E0-4FD3-B792-1938D4994619}"/>
          </ac:picMkLst>
        </pc:picChg>
      </pc:sldChg>
      <pc:sldChg chg="addSp delSp modSp mod">
        <pc:chgData name="Guilherme Micota Stipp" userId="7d8a6ee1e82349c3" providerId="LiveId" clId="{12C8F47E-5306-463A-BBF1-E6ABA3CADC1A}" dt="2021-09-13T14:14:10.067" v="425" actId="14100"/>
        <pc:sldMkLst>
          <pc:docMk/>
          <pc:sldMk cId="3186628704" sldId="303"/>
        </pc:sldMkLst>
        <pc:picChg chg="add mod">
          <ac:chgData name="Guilherme Micota Stipp" userId="7d8a6ee1e82349c3" providerId="LiveId" clId="{12C8F47E-5306-463A-BBF1-E6ABA3CADC1A}" dt="2021-09-13T14:13:57.709" v="422" actId="14100"/>
          <ac:picMkLst>
            <pc:docMk/>
            <pc:sldMk cId="3186628704" sldId="303"/>
            <ac:picMk id="8" creationId="{524DAD0A-565B-4118-8CF1-32C84B0D8DFB}"/>
          </ac:picMkLst>
        </pc:picChg>
        <pc:picChg chg="add del mod">
          <ac:chgData name="Guilherme Micota Stipp" userId="7d8a6ee1e82349c3" providerId="LiveId" clId="{12C8F47E-5306-463A-BBF1-E6ABA3CADC1A}" dt="2021-09-13T14:13:12.830" v="407" actId="478"/>
          <ac:picMkLst>
            <pc:docMk/>
            <pc:sldMk cId="3186628704" sldId="303"/>
            <ac:picMk id="12" creationId="{B2E58387-F057-4294-962A-990D18090E2F}"/>
          </ac:picMkLst>
        </pc:picChg>
        <pc:picChg chg="add mod">
          <ac:chgData name="Guilherme Micota Stipp" userId="7d8a6ee1e82349c3" providerId="LiveId" clId="{12C8F47E-5306-463A-BBF1-E6ABA3CADC1A}" dt="2021-09-13T14:14:10.067" v="425" actId="14100"/>
          <ac:picMkLst>
            <pc:docMk/>
            <pc:sldMk cId="3186628704" sldId="303"/>
            <ac:picMk id="14" creationId="{C797B9F2-4F9B-4927-BFF5-9B57D0577A28}"/>
          </ac:picMkLst>
        </pc:picChg>
        <pc:picChg chg="add mod">
          <ac:chgData name="Guilherme Micota Stipp" userId="7d8a6ee1e82349c3" providerId="LiveId" clId="{12C8F47E-5306-463A-BBF1-E6ABA3CADC1A}" dt="2021-09-13T14:14:02.971" v="423" actId="14100"/>
          <ac:picMkLst>
            <pc:docMk/>
            <pc:sldMk cId="3186628704" sldId="303"/>
            <ac:picMk id="16" creationId="{DDBC9755-3870-41E1-8FC3-3BC490E75057}"/>
          </ac:picMkLst>
        </pc:picChg>
        <pc:picChg chg="del">
          <ac:chgData name="Guilherme Micota Stipp" userId="7d8a6ee1e82349c3" providerId="LiveId" clId="{12C8F47E-5306-463A-BBF1-E6ABA3CADC1A}" dt="2021-09-13T14:12:56.521" v="385" actId="478"/>
          <ac:picMkLst>
            <pc:docMk/>
            <pc:sldMk cId="3186628704" sldId="303"/>
            <ac:picMk id="18" creationId="{77148799-5FC2-48E2-B9B7-4D233A04A06A}"/>
          </ac:picMkLst>
        </pc:picChg>
        <pc:picChg chg="del">
          <ac:chgData name="Guilherme Micota Stipp" userId="7d8a6ee1e82349c3" providerId="LiveId" clId="{12C8F47E-5306-463A-BBF1-E6ABA3CADC1A}" dt="2021-09-13T14:12:56.843" v="386" actId="478"/>
          <ac:picMkLst>
            <pc:docMk/>
            <pc:sldMk cId="3186628704" sldId="303"/>
            <ac:picMk id="24" creationId="{74A670E6-6FBD-4062-BB00-0C58C5721DC9}"/>
          </ac:picMkLst>
        </pc:picChg>
      </pc:sldChg>
      <pc:sldChg chg="delSp del mod">
        <pc:chgData name="Guilherme Micota Stipp" userId="7d8a6ee1e82349c3" providerId="LiveId" clId="{12C8F47E-5306-463A-BBF1-E6ABA3CADC1A}" dt="2021-09-13T13:46:12.137" v="372" actId="47"/>
        <pc:sldMkLst>
          <pc:docMk/>
          <pc:sldMk cId="2830057271" sldId="304"/>
        </pc:sldMkLst>
        <pc:picChg chg="del">
          <ac:chgData name="Guilherme Micota Stipp" userId="7d8a6ee1e82349c3" providerId="LiveId" clId="{12C8F47E-5306-463A-BBF1-E6ABA3CADC1A}" dt="2021-09-13T12:16:34.054" v="4" actId="478"/>
          <ac:picMkLst>
            <pc:docMk/>
            <pc:sldMk cId="2830057271" sldId="304"/>
            <ac:picMk id="13" creationId="{9989EBEA-6A9B-4166-A4BF-A98A316DADC1}"/>
          </ac:picMkLst>
        </pc:picChg>
      </pc:sldChg>
      <pc:sldChg chg="addSp delSp modSp add mod">
        <pc:chgData name="Guilherme Micota Stipp" userId="7d8a6ee1e82349c3" providerId="LiveId" clId="{12C8F47E-5306-463A-BBF1-E6ABA3CADC1A}" dt="2021-09-13T12:19:44.201" v="101" actId="14100"/>
        <pc:sldMkLst>
          <pc:docMk/>
          <pc:sldMk cId="2297184321" sldId="305"/>
        </pc:sldMkLst>
        <pc:spChg chg="mod">
          <ac:chgData name="Guilherme Micota Stipp" userId="7d8a6ee1e82349c3" providerId="LiveId" clId="{12C8F47E-5306-463A-BBF1-E6ABA3CADC1A}" dt="2021-09-13T12:16:56.296" v="56" actId="20577"/>
          <ac:spMkLst>
            <pc:docMk/>
            <pc:sldMk cId="2297184321" sldId="305"/>
            <ac:spMk id="11" creationId="{B94966AA-2C97-4101-BDEA-BAFBBDAE8AA9}"/>
          </ac:spMkLst>
        </pc:spChg>
        <pc:picChg chg="add del mod">
          <ac:chgData name="Guilherme Micota Stipp" userId="7d8a6ee1e82349c3" providerId="LiveId" clId="{12C8F47E-5306-463A-BBF1-E6ABA3CADC1A}" dt="2021-09-13T12:17:44.817" v="82" actId="478"/>
          <ac:picMkLst>
            <pc:docMk/>
            <pc:sldMk cId="2297184321" sldId="305"/>
            <ac:picMk id="8" creationId="{5FE61356-08E3-43CF-A086-AC0596F35F20}"/>
          </ac:picMkLst>
        </pc:picChg>
        <pc:picChg chg="add del mod">
          <ac:chgData name="Guilherme Micota Stipp" userId="7d8a6ee1e82349c3" providerId="LiveId" clId="{12C8F47E-5306-463A-BBF1-E6ABA3CADC1A}" dt="2021-09-13T12:19:13.146" v="92" actId="478"/>
          <ac:picMkLst>
            <pc:docMk/>
            <pc:sldMk cId="2297184321" sldId="305"/>
            <ac:picMk id="12" creationId="{A48C670D-AE1A-4E2D-BA89-D391523530C6}"/>
          </ac:picMkLst>
        </pc:picChg>
        <pc:picChg chg="add mod">
          <ac:chgData name="Guilherme Micota Stipp" userId="7d8a6ee1e82349c3" providerId="LiveId" clId="{12C8F47E-5306-463A-BBF1-E6ABA3CADC1A}" dt="2021-09-13T12:19:44.201" v="101" actId="14100"/>
          <ac:picMkLst>
            <pc:docMk/>
            <pc:sldMk cId="2297184321" sldId="305"/>
            <ac:picMk id="14" creationId="{6BB30597-D42B-43F2-B2C6-AD0EA9126E3B}"/>
          </ac:picMkLst>
        </pc:picChg>
      </pc:sldChg>
      <pc:sldChg chg="del">
        <pc:chgData name="Guilherme Micota Stipp" userId="7d8a6ee1e82349c3" providerId="LiveId" clId="{12C8F47E-5306-463A-BBF1-E6ABA3CADC1A}" dt="2021-09-13T12:16:27.199" v="3" actId="47"/>
        <pc:sldMkLst>
          <pc:docMk/>
          <pc:sldMk cId="3101097049" sldId="305"/>
        </pc:sldMkLst>
      </pc:sldChg>
      <pc:sldChg chg="addSp delSp modSp add mod">
        <pc:chgData name="Guilherme Micota Stipp" userId="7d8a6ee1e82349c3" providerId="LiveId" clId="{12C8F47E-5306-463A-BBF1-E6ABA3CADC1A}" dt="2021-09-13T12:26:22.583" v="112" actId="14100"/>
        <pc:sldMkLst>
          <pc:docMk/>
          <pc:sldMk cId="1350734038" sldId="306"/>
        </pc:sldMkLst>
        <pc:picChg chg="add mod">
          <ac:chgData name="Guilherme Micota Stipp" userId="7d8a6ee1e82349c3" providerId="LiveId" clId="{12C8F47E-5306-463A-BBF1-E6ABA3CADC1A}" dt="2021-09-13T12:26:22.583" v="112" actId="14100"/>
          <ac:picMkLst>
            <pc:docMk/>
            <pc:sldMk cId="1350734038" sldId="306"/>
            <ac:picMk id="8" creationId="{3B5D6EEB-E643-4D25-8CA8-79E21FA4A93E}"/>
          </ac:picMkLst>
        </pc:picChg>
        <pc:picChg chg="del">
          <ac:chgData name="Guilherme Micota Stipp" userId="7d8a6ee1e82349c3" providerId="LiveId" clId="{12C8F47E-5306-463A-BBF1-E6ABA3CADC1A}" dt="2021-09-13T12:26:10.406" v="103" actId="478"/>
          <ac:picMkLst>
            <pc:docMk/>
            <pc:sldMk cId="1350734038" sldId="306"/>
            <ac:picMk id="14" creationId="{6BB30597-D42B-43F2-B2C6-AD0EA9126E3B}"/>
          </ac:picMkLst>
        </pc:picChg>
      </pc:sldChg>
      <pc:sldChg chg="addSp delSp modSp add mod">
        <pc:chgData name="Guilherme Micota Stipp" userId="7d8a6ee1e82349c3" providerId="LiveId" clId="{12C8F47E-5306-463A-BBF1-E6ABA3CADC1A}" dt="2021-09-13T13:34:39.283" v="354" actId="1038"/>
        <pc:sldMkLst>
          <pc:docMk/>
          <pc:sldMk cId="3004624989" sldId="307"/>
        </pc:sldMkLst>
        <pc:picChg chg="add del mod">
          <ac:chgData name="Guilherme Micota Stipp" userId="7d8a6ee1e82349c3" providerId="LiveId" clId="{12C8F47E-5306-463A-BBF1-E6ABA3CADC1A}" dt="2021-09-13T12:54:15.547" v="128" actId="478"/>
          <ac:picMkLst>
            <pc:docMk/>
            <pc:sldMk cId="3004624989" sldId="307"/>
            <ac:picMk id="8" creationId="{1E31749B-6804-4FCB-9B1C-42A51A4F6466}"/>
          </ac:picMkLst>
        </pc:picChg>
        <pc:picChg chg="add del mod">
          <ac:chgData name="Guilherme Micota Stipp" userId="7d8a6ee1e82349c3" providerId="LiveId" clId="{12C8F47E-5306-463A-BBF1-E6ABA3CADC1A}" dt="2021-09-13T13:25:28.856" v="245" actId="478"/>
          <ac:picMkLst>
            <pc:docMk/>
            <pc:sldMk cId="3004624989" sldId="307"/>
            <ac:picMk id="12" creationId="{5EF64DBA-63BD-4EFB-B740-6BF99338643D}"/>
          </ac:picMkLst>
        </pc:picChg>
        <pc:picChg chg="del">
          <ac:chgData name="Guilherme Micota Stipp" userId="7d8a6ee1e82349c3" providerId="LiveId" clId="{12C8F47E-5306-463A-BBF1-E6ABA3CADC1A}" dt="2021-09-13T12:53:29.773" v="116" actId="478"/>
          <ac:picMkLst>
            <pc:docMk/>
            <pc:sldMk cId="3004624989" sldId="307"/>
            <ac:picMk id="14" creationId="{6BB30597-D42B-43F2-B2C6-AD0EA9126E3B}"/>
          </ac:picMkLst>
        </pc:picChg>
        <pc:picChg chg="add del mod">
          <ac:chgData name="Guilherme Micota Stipp" userId="7d8a6ee1e82349c3" providerId="LiveId" clId="{12C8F47E-5306-463A-BBF1-E6ABA3CADC1A}" dt="2021-09-13T13:26:01.050" v="255" actId="478"/>
          <ac:picMkLst>
            <pc:docMk/>
            <pc:sldMk cId="3004624989" sldId="307"/>
            <ac:picMk id="15" creationId="{FC948F63-8056-4714-9302-99FFFEA0A75D}"/>
          </ac:picMkLst>
        </pc:picChg>
        <pc:picChg chg="add del mod">
          <ac:chgData name="Guilherme Micota Stipp" userId="7d8a6ee1e82349c3" providerId="LiveId" clId="{12C8F47E-5306-463A-BBF1-E6ABA3CADC1A}" dt="2021-09-13T13:26:15.803" v="259" actId="478"/>
          <ac:picMkLst>
            <pc:docMk/>
            <pc:sldMk cId="3004624989" sldId="307"/>
            <ac:picMk id="17" creationId="{530F6866-266D-4DBB-8014-1F2CABDEC39C}"/>
          </ac:picMkLst>
        </pc:picChg>
        <pc:picChg chg="add mod">
          <ac:chgData name="Guilherme Micota Stipp" userId="7d8a6ee1e82349c3" providerId="LiveId" clId="{12C8F47E-5306-463A-BBF1-E6ABA3CADC1A}" dt="2021-09-13T13:34:39.283" v="354" actId="1038"/>
          <ac:picMkLst>
            <pc:docMk/>
            <pc:sldMk cId="3004624989" sldId="307"/>
            <ac:picMk id="19" creationId="{DD06415B-0718-4BE9-A450-22DF1A38FA5E}"/>
          </ac:picMkLst>
        </pc:picChg>
        <pc:picChg chg="add del mod">
          <ac:chgData name="Guilherme Micota Stipp" userId="7d8a6ee1e82349c3" providerId="LiveId" clId="{12C8F47E-5306-463A-BBF1-E6ABA3CADC1A}" dt="2021-09-13T13:33:54.351" v="277" actId="478"/>
          <ac:picMkLst>
            <pc:docMk/>
            <pc:sldMk cId="3004624989" sldId="307"/>
            <ac:picMk id="21" creationId="{8A7F25CA-AD37-4351-95CA-C99137037847}"/>
          </ac:picMkLst>
        </pc:picChg>
        <pc:picChg chg="add mod">
          <ac:chgData name="Guilherme Micota Stipp" userId="7d8a6ee1e82349c3" providerId="LiveId" clId="{12C8F47E-5306-463A-BBF1-E6ABA3CADC1A}" dt="2021-09-13T13:34:33.964" v="335" actId="1037"/>
          <ac:picMkLst>
            <pc:docMk/>
            <pc:sldMk cId="3004624989" sldId="307"/>
            <ac:picMk id="23" creationId="{C7A9EBC2-0028-4F2D-8C95-1DC121C4CB0D}"/>
          </ac:picMkLst>
        </pc:picChg>
      </pc:sldChg>
      <pc:sldChg chg="add del">
        <pc:chgData name="Guilherme Micota Stipp" userId="7d8a6ee1e82349c3" providerId="LiveId" clId="{12C8F47E-5306-463A-BBF1-E6ABA3CADC1A}" dt="2021-09-13T12:31:00.184" v="114" actId="2890"/>
        <pc:sldMkLst>
          <pc:docMk/>
          <pc:sldMk cId="4161134163" sldId="307"/>
        </pc:sldMkLst>
      </pc:sldChg>
      <pc:sldChg chg="addSp delSp modSp add mod ord">
        <pc:chgData name="Guilherme Micota Stipp" userId="7d8a6ee1e82349c3" providerId="LiveId" clId="{12C8F47E-5306-463A-BBF1-E6ABA3CADC1A}" dt="2021-09-13T13:16:50.818" v="242" actId="20577"/>
        <pc:sldMkLst>
          <pc:docMk/>
          <pc:sldMk cId="233878366" sldId="308"/>
        </pc:sldMkLst>
        <pc:spChg chg="mod">
          <ac:chgData name="Guilherme Micota Stipp" userId="7d8a6ee1e82349c3" providerId="LiveId" clId="{12C8F47E-5306-463A-BBF1-E6ABA3CADC1A}" dt="2021-09-13T13:16:50.818" v="242" actId="20577"/>
          <ac:spMkLst>
            <pc:docMk/>
            <pc:sldMk cId="233878366" sldId="308"/>
            <ac:spMk id="10" creationId="{0DC30F15-2778-418E-A2EF-BEAEC6F95C4E}"/>
          </ac:spMkLst>
        </pc:spChg>
        <pc:picChg chg="add del mod">
          <ac:chgData name="Guilherme Micota Stipp" userId="7d8a6ee1e82349c3" providerId="LiveId" clId="{12C8F47E-5306-463A-BBF1-E6ABA3CADC1A}" dt="2021-09-13T13:15:59.022" v="200" actId="478"/>
          <ac:picMkLst>
            <pc:docMk/>
            <pc:sldMk cId="233878366" sldId="308"/>
            <ac:picMk id="8" creationId="{D322623C-0ADF-4F98-8CFA-903D3C9DBEA3}"/>
          </ac:picMkLst>
        </pc:picChg>
        <pc:picChg chg="del">
          <ac:chgData name="Guilherme Micota Stipp" userId="7d8a6ee1e82349c3" providerId="LiveId" clId="{12C8F47E-5306-463A-BBF1-E6ABA3CADC1A}" dt="2021-09-13T13:15:28.760" v="174" actId="478"/>
          <ac:picMkLst>
            <pc:docMk/>
            <pc:sldMk cId="233878366" sldId="308"/>
            <ac:picMk id="11" creationId="{03E79D20-0A3B-4777-BE63-2585BF342C79}"/>
          </ac:picMkLst>
        </pc:picChg>
        <pc:picChg chg="add del mod">
          <ac:chgData name="Guilherme Micota Stipp" userId="7d8a6ee1e82349c3" providerId="LiveId" clId="{12C8F47E-5306-463A-BBF1-E6ABA3CADC1A}" dt="2021-09-13T13:16:15.722" v="206" actId="478"/>
          <ac:picMkLst>
            <pc:docMk/>
            <pc:sldMk cId="233878366" sldId="308"/>
            <ac:picMk id="13" creationId="{9EE15A65-5DF1-4CE6-8425-17E0B287FF4F}"/>
          </ac:picMkLst>
        </pc:picChg>
        <pc:picChg chg="add mod">
          <ac:chgData name="Guilherme Micota Stipp" userId="7d8a6ee1e82349c3" providerId="LiveId" clId="{12C8F47E-5306-463A-BBF1-E6ABA3CADC1A}" dt="2021-09-13T13:16:40.233" v="217" actId="14100"/>
          <ac:picMkLst>
            <pc:docMk/>
            <pc:sldMk cId="233878366" sldId="308"/>
            <ac:picMk id="15" creationId="{4DE792ED-2AA1-44FF-ADBA-A0CCBDE296E2}"/>
          </ac:picMkLst>
        </pc:picChg>
      </pc:sldChg>
      <pc:sldChg chg="addSp delSp modSp add mod">
        <pc:chgData name="Guilherme Micota Stipp" userId="7d8a6ee1e82349c3" providerId="LiveId" clId="{12C8F47E-5306-463A-BBF1-E6ABA3CADC1A}" dt="2021-09-13T13:44:34.881" v="371" actId="14100"/>
        <pc:sldMkLst>
          <pc:docMk/>
          <pc:sldMk cId="3677665713" sldId="309"/>
        </pc:sldMkLst>
        <pc:picChg chg="add del mod">
          <ac:chgData name="Guilherme Micota Stipp" userId="7d8a6ee1e82349c3" providerId="LiveId" clId="{12C8F47E-5306-463A-BBF1-E6ABA3CADC1A}" dt="2021-09-13T13:41:07.253" v="360" actId="478"/>
          <ac:picMkLst>
            <pc:docMk/>
            <pc:sldMk cId="3677665713" sldId="309"/>
            <ac:picMk id="8" creationId="{5976ABBE-FDAD-4B31-8419-1F21FB28E002}"/>
          </ac:picMkLst>
        </pc:picChg>
        <pc:picChg chg="add mod">
          <ac:chgData name="Guilherme Micota Stipp" userId="7d8a6ee1e82349c3" providerId="LiveId" clId="{12C8F47E-5306-463A-BBF1-E6ABA3CADC1A}" dt="2021-09-13T13:44:34.881" v="371" actId="14100"/>
          <ac:picMkLst>
            <pc:docMk/>
            <pc:sldMk cId="3677665713" sldId="309"/>
            <ac:picMk id="12" creationId="{721D86FE-5748-4A3A-9E32-35359A53EDA8}"/>
          </ac:picMkLst>
        </pc:picChg>
        <pc:picChg chg="del">
          <ac:chgData name="Guilherme Micota Stipp" userId="7d8a6ee1e82349c3" providerId="LiveId" clId="{12C8F47E-5306-463A-BBF1-E6ABA3CADC1A}" dt="2021-09-13T13:41:04.266" v="356" actId="478"/>
          <ac:picMkLst>
            <pc:docMk/>
            <pc:sldMk cId="3677665713" sldId="309"/>
            <ac:picMk id="14" creationId="{6BB30597-D42B-43F2-B2C6-AD0EA9126E3B}"/>
          </ac:picMkLst>
        </pc:picChg>
      </pc:sldChg>
      <pc:sldChg chg="addSp delSp modSp add mod">
        <pc:chgData name="Guilherme Micota Stipp" userId="7d8a6ee1e82349c3" providerId="LiveId" clId="{12C8F47E-5306-463A-BBF1-E6ABA3CADC1A}" dt="2021-09-13T14:23:39.992" v="446" actId="14100"/>
        <pc:sldMkLst>
          <pc:docMk/>
          <pc:sldMk cId="2820777525" sldId="310"/>
        </pc:sldMkLst>
        <pc:spChg chg="mod">
          <ac:chgData name="Guilherme Micota Stipp" userId="7d8a6ee1e82349c3" providerId="LiveId" clId="{12C8F47E-5306-463A-BBF1-E6ABA3CADC1A}" dt="2021-09-13T14:15:56.607" v="435" actId="20577"/>
          <ac:spMkLst>
            <pc:docMk/>
            <pc:sldMk cId="2820777525" sldId="310"/>
            <ac:spMk id="11" creationId="{B94966AA-2C97-4101-BDEA-BAFBBDAE8AA9}"/>
          </ac:spMkLst>
        </pc:spChg>
        <pc:picChg chg="del">
          <ac:chgData name="Guilherme Micota Stipp" userId="7d8a6ee1e82349c3" providerId="LiveId" clId="{12C8F47E-5306-463A-BBF1-E6ABA3CADC1A}" dt="2021-09-13T14:15:54.014" v="427" actId="478"/>
          <ac:picMkLst>
            <pc:docMk/>
            <pc:sldMk cId="2820777525" sldId="310"/>
            <ac:picMk id="8" creationId="{3B5D6EEB-E643-4D25-8CA8-79E21FA4A93E}"/>
          </ac:picMkLst>
        </pc:picChg>
        <pc:picChg chg="add mod">
          <ac:chgData name="Guilherme Micota Stipp" userId="7d8a6ee1e82349c3" providerId="LiveId" clId="{12C8F47E-5306-463A-BBF1-E6ABA3CADC1A}" dt="2021-09-13T14:23:39.992" v="446" actId="14100"/>
          <ac:picMkLst>
            <pc:docMk/>
            <pc:sldMk cId="2820777525" sldId="310"/>
            <ac:picMk id="10" creationId="{D2FEE8DB-1D12-4387-BD1D-FD9120360986}"/>
          </ac:picMkLst>
        </pc:picChg>
      </pc:sldChg>
    </pc:docChg>
  </pc:docChgLst>
  <pc:docChgLst>
    <pc:chgData name="Guilherme Micota Stipp" userId="7d8a6ee1e82349c3" providerId="LiveId" clId="{D0FE7477-1CBA-4457-A41C-FAABB1B1B4CD}"/>
    <pc:docChg chg="custSel addSld delSld modSld">
      <pc:chgData name="Guilherme Micota Stipp" userId="7d8a6ee1e82349c3" providerId="LiveId" clId="{D0FE7477-1CBA-4457-A41C-FAABB1B1B4CD}" dt="2021-08-08T14:44:27.987" v="337" actId="14100"/>
      <pc:docMkLst>
        <pc:docMk/>
      </pc:docMkLst>
      <pc:sldChg chg="addSp delSp modSp mod">
        <pc:chgData name="Guilherme Micota Stipp" userId="7d8a6ee1e82349c3" providerId="LiveId" clId="{D0FE7477-1CBA-4457-A41C-FAABB1B1B4CD}" dt="2021-08-08T02:36:00.248" v="159" actId="14100"/>
        <pc:sldMkLst>
          <pc:docMk/>
          <pc:sldMk cId="1259924771" sldId="299"/>
        </pc:sldMkLst>
        <pc:picChg chg="add mod">
          <ac:chgData name="Guilherme Micota Stipp" userId="7d8a6ee1e82349c3" providerId="LiveId" clId="{D0FE7477-1CBA-4457-A41C-FAABB1B1B4CD}" dt="2021-08-08T02:36:00.248" v="159" actId="14100"/>
          <ac:picMkLst>
            <pc:docMk/>
            <pc:sldMk cId="1259924771" sldId="299"/>
            <ac:picMk id="8" creationId="{5593F4D3-53C4-4376-B9A5-469D77CA4CF3}"/>
          </ac:picMkLst>
        </pc:picChg>
        <pc:picChg chg="del">
          <ac:chgData name="Guilherme Micota Stipp" userId="7d8a6ee1e82349c3" providerId="LiveId" clId="{D0FE7477-1CBA-4457-A41C-FAABB1B1B4CD}" dt="2021-08-08T02:35:52.857" v="155" actId="478"/>
          <ac:picMkLst>
            <pc:docMk/>
            <pc:sldMk cId="1259924771" sldId="299"/>
            <ac:picMk id="11" creationId="{A4586471-B521-486A-8718-4AFE16FD89B2}"/>
          </ac:picMkLst>
        </pc:picChg>
      </pc:sldChg>
      <pc:sldChg chg="del">
        <pc:chgData name="Guilherme Micota Stipp" userId="7d8a6ee1e82349c3" providerId="LiveId" clId="{D0FE7477-1CBA-4457-A41C-FAABB1B1B4CD}" dt="2021-08-06T20:36:39.313" v="0" actId="47"/>
        <pc:sldMkLst>
          <pc:docMk/>
          <pc:sldMk cId="2321114233" sldId="300"/>
        </pc:sldMkLst>
      </pc:sldChg>
      <pc:sldChg chg="del">
        <pc:chgData name="Guilherme Micota Stipp" userId="7d8a6ee1e82349c3" providerId="LiveId" clId="{D0FE7477-1CBA-4457-A41C-FAABB1B1B4CD}" dt="2021-08-06T20:36:42.820" v="5" actId="47"/>
        <pc:sldMkLst>
          <pc:docMk/>
          <pc:sldMk cId="2472622703" sldId="301"/>
        </pc:sldMkLst>
      </pc:sldChg>
      <pc:sldChg chg="addSp delSp modSp mod">
        <pc:chgData name="Guilherme Micota Stipp" userId="7d8a6ee1e82349c3" providerId="LiveId" clId="{D0FE7477-1CBA-4457-A41C-FAABB1B1B4CD}" dt="2021-08-08T14:11:54.120" v="242" actId="1036"/>
        <pc:sldMkLst>
          <pc:docMk/>
          <pc:sldMk cId="3761255242" sldId="302"/>
        </pc:sldMkLst>
        <pc:spChg chg="mod">
          <ac:chgData name="Guilherme Micota Stipp" userId="7d8a6ee1e82349c3" providerId="LiveId" clId="{D0FE7477-1CBA-4457-A41C-FAABB1B1B4CD}" dt="2021-08-06T20:37:16.753" v="59" actId="20577"/>
          <ac:spMkLst>
            <pc:docMk/>
            <pc:sldMk cId="3761255242" sldId="302"/>
            <ac:spMk id="10" creationId="{0DC30F15-2778-418E-A2EF-BEAEC6F95C4E}"/>
          </ac:spMkLst>
        </pc:spChg>
        <pc:picChg chg="del">
          <ac:chgData name="Guilherme Micota Stipp" userId="7d8a6ee1e82349c3" providerId="LiveId" clId="{D0FE7477-1CBA-4457-A41C-FAABB1B1B4CD}" dt="2021-08-06T20:37:25.394" v="60" actId="478"/>
          <ac:picMkLst>
            <pc:docMk/>
            <pc:sldMk cId="3761255242" sldId="302"/>
            <ac:picMk id="8" creationId="{53A85B68-3454-43CD-BE6F-95B4F42BCA1D}"/>
          </ac:picMkLst>
        </pc:picChg>
        <pc:picChg chg="add mod">
          <ac:chgData name="Guilherme Micota Stipp" userId="7d8a6ee1e82349c3" providerId="LiveId" clId="{D0FE7477-1CBA-4457-A41C-FAABB1B1B4CD}" dt="2021-08-08T14:11:54.120" v="242" actId="1036"/>
          <ac:picMkLst>
            <pc:docMk/>
            <pc:sldMk cId="3761255242" sldId="302"/>
            <ac:picMk id="11" creationId="{E32958CF-A7F7-41B1-9C63-AD681B6732EE}"/>
          </ac:picMkLst>
        </pc:picChg>
      </pc:sldChg>
      <pc:sldChg chg="del">
        <pc:chgData name="Guilherme Micota Stipp" userId="7d8a6ee1e82349c3" providerId="LiveId" clId="{D0FE7477-1CBA-4457-A41C-FAABB1B1B4CD}" dt="2021-08-06T20:36:40.180" v="2" actId="47"/>
        <pc:sldMkLst>
          <pc:docMk/>
          <pc:sldMk cId="3452283791" sldId="303"/>
        </pc:sldMkLst>
      </pc:sldChg>
      <pc:sldChg chg="addSp delSp modSp add mod">
        <pc:chgData name="Guilherme Micota Stipp" userId="7d8a6ee1e82349c3" providerId="LiveId" clId="{D0FE7477-1CBA-4457-A41C-FAABB1B1B4CD}" dt="2021-08-08T02:35:40.753" v="148" actId="14100"/>
        <pc:sldMkLst>
          <pc:docMk/>
          <pc:sldMk cId="3799452706" sldId="303"/>
        </pc:sldMkLst>
        <pc:picChg chg="del">
          <ac:chgData name="Guilherme Micota Stipp" userId="7d8a6ee1e82349c3" providerId="LiveId" clId="{D0FE7477-1CBA-4457-A41C-FAABB1B1B4CD}" dt="2021-08-08T02:35:30.110" v="137" actId="478"/>
          <ac:picMkLst>
            <pc:docMk/>
            <pc:sldMk cId="3799452706" sldId="303"/>
            <ac:picMk id="8" creationId="{53A85B68-3454-43CD-BE6F-95B4F42BCA1D}"/>
          </ac:picMkLst>
        </pc:picChg>
        <pc:picChg chg="add mod">
          <ac:chgData name="Guilherme Micota Stipp" userId="7d8a6ee1e82349c3" providerId="LiveId" clId="{D0FE7477-1CBA-4457-A41C-FAABB1B1B4CD}" dt="2021-08-08T02:35:40.753" v="148" actId="14100"/>
          <ac:picMkLst>
            <pc:docMk/>
            <pc:sldMk cId="3799452706" sldId="303"/>
            <ac:picMk id="11" creationId="{710CAE9C-4DD7-4751-820B-4EFE0021B6C0}"/>
          </ac:picMkLst>
        </pc:picChg>
      </pc:sldChg>
      <pc:sldChg chg="addSp delSp modSp add mod">
        <pc:chgData name="Guilherme Micota Stipp" userId="7d8a6ee1e82349c3" providerId="LiveId" clId="{D0FE7477-1CBA-4457-A41C-FAABB1B1B4CD}" dt="2021-08-08T02:29:10.887" v="136" actId="14100"/>
        <pc:sldMkLst>
          <pc:docMk/>
          <pc:sldMk cId="138916095" sldId="304"/>
        </pc:sldMkLst>
        <pc:picChg chg="add mod">
          <ac:chgData name="Guilherme Micota Stipp" userId="7d8a6ee1e82349c3" providerId="LiveId" clId="{D0FE7477-1CBA-4457-A41C-FAABB1B1B4CD}" dt="2021-08-08T02:29:10.887" v="136" actId="14100"/>
          <ac:picMkLst>
            <pc:docMk/>
            <pc:sldMk cId="138916095" sldId="304"/>
            <ac:picMk id="8" creationId="{4588474C-84EA-47B0-A2E4-B5E2ACF1941F}"/>
          </ac:picMkLst>
        </pc:picChg>
        <pc:picChg chg="add del mod">
          <ac:chgData name="Guilherme Micota Stipp" userId="7d8a6ee1e82349c3" providerId="LiveId" clId="{D0FE7477-1CBA-4457-A41C-FAABB1B1B4CD}" dt="2021-08-07T14:22:05.813" v="112" actId="478"/>
          <ac:picMkLst>
            <pc:docMk/>
            <pc:sldMk cId="138916095" sldId="304"/>
            <ac:picMk id="8" creationId="{4DFF659F-9A31-466D-BFC8-51D022720885}"/>
          </ac:picMkLst>
        </pc:picChg>
        <pc:picChg chg="add del mod">
          <ac:chgData name="Guilherme Micota Stipp" userId="7d8a6ee1e82349c3" providerId="LiveId" clId="{D0FE7477-1CBA-4457-A41C-FAABB1B1B4CD}" dt="2021-08-06T21:03:09.665" v="107" actId="478"/>
          <ac:picMkLst>
            <pc:docMk/>
            <pc:sldMk cId="138916095" sldId="304"/>
            <ac:picMk id="8" creationId="{EF2419FF-7307-482F-9BDC-5E38FD6AFBDE}"/>
          </ac:picMkLst>
        </pc:picChg>
        <pc:picChg chg="del">
          <ac:chgData name="Guilherme Micota Stipp" userId="7d8a6ee1e82349c3" providerId="LiveId" clId="{D0FE7477-1CBA-4457-A41C-FAABB1B1B4CD}" dt="2021-08-06T20:38:37.947" v="102" actId="478"/>
          <ac:picMkLst>
            <pc:docMk/>
            <pc:sldMk cId="138916095" sldId="304"/>
            <ac:picMk id="11" creationId="{E32958CF-A7F7-41B1-9C63-AD681B6732EE}"/>
          </ac:picMkLst>
        </pc:picChg>
      </pc:sldChg>
      <pc:sldChg chg="del">
        <pc:chgData name="Guilherme Micota Stipp" userId="7d8a6ee1e82349c3" providerId="LiveId" clId="{D0FE7477-1CBA-4457-A41C-FAABB1B1B4CD}" dt="2021-08-06T20:36:39.767" v="1" actId="47"/>
        <pc:sldMkLst>
          <pc:docMk/>
          <pc:sldMk cId="1479667808" sldId="304"/>
        </pc:sldMkLst>
      </pc:sldChg>
      <pc:sldChg chg="del">
        <pc:chgData name="Guilherme Micota Stipp" userId="7d8a6ee1e82349c3" providerId="LiveId" clId="{D0FE7477-1CBA-4457-A41C-FAABB1B1B4CD}" dt="2021-08-06T20:36:40.461" v="3" actId="47"/>
        <pc:sldMkLst>
          <pc:docMk/>
          <pc:sldMk cId="3545023104" sldId="305"/>
        </pc:sldMkLst>
      </pc:sldChg>
      <pc:sldChg chg="addSp delSp modSp add mod">
        <pc:chgData name="Guilherme Micota Stipp" userId="7d8a6ee1e82349c3" providerId="LiveId" clId="{D0FE7477-1CBA-4457-A41C-FAABB1B1B4CD}" dt="2021-08-08T14:24:17.164" v="310" actId="14100"/>
        <pc:sldMkLst>
          <pc:docMk/>
          <pc:sldMk cId="3560387567" sldId="305"/>
        </pc:sldMkLst>
        <pc:spChg chg="mod">
          <ac:chgData name="Guilherme Micota Stipp" userId="7d8a6ee1e82349c3" providerId="LiveId" clId="{D0FE7477-1CBA-4457-A41C-FAABB1B1B4CD}" dt="2021-08-08T14:23:08.351" v="287" actId="20577"/>
          <ac:spMkLst>
            <pc:docMk/>
            <pc:sldMk cId="3560387567" sldId="305"/>
            <ac:spMk id="10" creationId="{0DC30F15-2778-418E-A2EF-BEAEC6F95C4E}"/>
          </ac:spMkLst>
        </pc:spChg>
        <pc:picChg chg="add mod">
          <ac:chgData name="Guilherme Micota Stipp" userId="7d8a6ee1e82349c3" providerId="LiveId" clId="{D0FE7477-1CBA-4457-A41C-FAABB1B1B4CD}" dt="2021-08-08T14:24:17.164" v="310" actId="14100"/>
          <ac:picMkLst>
            <pc:docMk/>
            <pc:sldMk cId="3560387567" sldId="305"/>
            <ac:picMk id="8" creationId="{5E7687EF-96FF-4480-B9A5-CD7A7C156E6F}"/>
          </ac:picMkLst>
        </pc:picChg>
        <pc:picChg chg="add del mod">
          <ac:chgData name="Guilherme Micota Stipp" userId="7d8a6ee1e82349c3" providerId="LiveId" clId="{D0FE7477-1CBA-4457-A41C-FAABB1B1B4CD}" dt="2021-08-08T03:06:56.590" v="166" actId="478"/>
          <ac:picMkLst>
            <pc:docMk/>
            <pc:sldMk cId="3560387567" sldId="305"/>
            <ac:picMk id="8" creationId="{FF61EC5D-CFBB-4D7C-8C4A-08D47C23B288}"/>
          </ac:picMkLst>
        </pc:picChg>
        <pc:picChg chg="del">
          <ac:chgData name="Guilherme Micota Stipp" userId="7d8a6ee1e82349c3" providerId="LiveId" clId="{D0FE7477-1CBA-4457-A41C-FAABB1B1B4CD}" dt="2021-08-08T03:06:48.731" v="161" actId="478"/>
          <ac:picMkLst>
            <pc:docMk/>
            <pc:sldMk cId="3560387567" sldId="305"/>
            <ac:picMk id="11" creationId="{710CAE9C-4DD7-4751-820B-4EFE0021B6C0}"/>
          </ac:picMkLst>
        </pc:picChg>
        <pc:picChg chg="add del mod">
          <ac:chgData name="Guilherme Micota Stipp" userId="7d8a6ee1e82349c3" providerId="LiveId" clId="{D0FE7477-1CBA-4457-A41C-FAABB1B1B4CD}" dt="2021-08-08T14:24:06.302" v="294" actId="478"/>
          <ac:picMkLst>
            <pc:docMk/>
            <pc:sldMk cId="3560387567" sldId="305"/>
            <ac:picMk id="13" creationId="{39D7F0B7-1A63-4572-A498-39F7516DD9A8}"/>
          </ac:picMkLst>
        </pc:picChg>
      </pc:sldChg>
      <pc:sldChg chg="del">
        <pc:chgData name="Guilherme Micota Stipp" userId="7d8a6ee1e82349c3" providerId="LiveId" clId="{D0FE7477-1CBA-4457-A41C-FAABB1B1B4CD}" dt="2021-08-06T20:36:40.885" v="4" actId="47"/>
        <pc:sldMkLst>
          <pc:docMk/>
          <pc:sldMk cId="2937753791" sldId="306"/>
        </pc:sldMkLst>
      </pc:sldChg>
      <pc:sldChg chg="addSp delSp modSp add mod">
        <pc:chgData name="Guilherme Micota Stipp" userId="7d8a6ee1e82349c3" providerId="LiveId" clId="{D0FE7477-1CBA-4457-A41C-FAABB1B1B4CD}" dt="2021-08-08T14:23:13.865" v="293" actId="20577"/>
        <pc:sldMkLst>
          <pc:docMk/>
          <pc:sldMk cId="3185859433" sldId="306"/>
        </pc:sldMkLst>
        <pc:spChg chg="mod">
          <ac:chgData name="Guilherme Micota Stipp" userId="7d8a6ee1e82349c3" providerId="LiveId" clId="{D0FE7477-1CBA-4457-A41C-FAABB1B1B4CD}" dt="2021-08-08T14:23:13.865" v="293" actId="20577"/>
          <ac:spMkLst>
            <pc:docMk/>
            <pc:sldMk cId="3185859433" sldId="306"/>
            <ac:spMk id="10" creationId="{0DC30F15-2778-418E-A2EF-BEAEC6F95C4E}"/>
          </ac:spMkLst>
        </pc:spChg>
        <pc:picChg chg="add del mod">
          <ac:chgData name="Guilherme Micota Stipp" userId="7d8a6ee1e82349c3" providerId="LiveId" clId="{D0FE7477-1CBA-4457-A41C-FAABB1B1B4CD}" dt="2021-08-08T14:21:16.534" v="249" actId="478"/>
          <ac:picMkLst>
            <pc:docMk/>
            <pc:sldMk cId="3185859433" sldId="306"/>
            <ac:picMk id="8" creationId="{A0F04273-E068-469B-B2CF-4C5B6CFF54CD}"/>
          </ac:picMkLst>
        </pc:picChg>
        <pc:picChg chg="add del mod">
          <ac:chgData name="Guilherme Micota Stipp" userId="7d8a6ee1e82349c3" providerId="LiveId" clId="{D0FE7477-1CBA-4457-A41C-FAABB1B1B4CD}" dt="2021-08-08T14:22:12.866" v="261" actId="478"/>
          <ac:picMkLst>
            <pc:docMk/>
            <pc:sldMk cId="3185859433" sldId="306"/>
            <ac:picMk id="12" creationId="{B7798622-5159-4BD5-91DF-5C8583B729B1}"/>
          </ac:picMkLst>
        </pc:picChg>
        <pc:picChg chg="del">
          <ac:chgData name="Guilherme Micota Stipp" userId="7d8a6ee1e82349c3" providerId="LiveId" clId="{D0FE7477-1CBA-4457-A41C-FAABB1B1B4CD}" dt="2021-08-08T14:13:15.044" v="244" actId="478"/>
          <ac:picMkLst>
            <pc:docMk/>
            <pc:sldMk cId="3185859433" sldId="306"/>
            <ac:picMk id="13" creationId="{39D7F0B7-1A63-4572-A498-39F7516DD9A8}"/>
          </ac:picMkLst>
        </pc:picChg>
        <pc:picChg chg="add mod">
          <ac:chgData name="Guilherme Micota Stipp" userId="7d8a6ee1e82349c3" providerId="LiveId" clId="{D0FE7477-1CBA-4457-A41C-FAABB1B1B4CD}" dt="2021-08-08T14:22:32.138" v="278" actId="14100"/>
          <ac:picMkLst>
            <pc:docMk/>
            <pc:sldMk cId="3185859433" sldId="306"/>
            <ac:picMk id="15" creationId="{96406E5E-12FE-4998-A61D-D2616E62E91A}"/>
          </ac:picMkLst>
        </pc:picChg>
      </pc:sldChg>
      <pc:sldChg chg="addSp delSp modSp add mod">
        <pc:chgData name="Guilherme Micota Stipp" userId="7d8a6ee1e82349c3" providerId="LiveId" clId="{D0FE7477-1CBA-4457-A41C-FAABB1B1B4CD}" dt="2021-08-08T14:44:27.987" v="337" actId="14100"/>
        <pc:sldMkLst>
          <pc:docMk/>
          <pc:sldMk cId="390152403" sldId="307"/>
        </pc:sldMkLst>
        <pc:picChg chg="add del mod">
          <ac:chgData name="Guilherme Micota Stipp" userId="7d8a6ee1e82349c3" providerId="LiveId" clId="{D0FE7477-1CBA-4457-A41C-FAABB1B1B4CD}" dt="2021-08-08T14:44:02.133" v="315" actId="478"/>
          <ac:picMkLst>
            <pc:docMk/>
            <pc:sldMk cId="390152403" sldId="307"/>
            <ac:picMk id="8" creationId="{6D5B11D6-3FD1-43C9-A03F-12EF98CF2856}"/>
          </ac:picMkLst>
        </pc:picChg>
        <pc:picChg chg="add mod">
          <ac:chgData name="Guilherme Micota Stipp" userId="7d8a6ee1e82349c3" providerId="LiveId" clId="{D0FE7477-1CBA-4457-A41C-FAABB1B1B4CD}" dt="2021-08-08T14:44:27.987" v="337" actId="14100"/>
          <ac:picMkLst>
            <pc:docMk/>
            <pc:sldMk cId="390152403" sldId="307"/>
            <ac:picMk id="12" creationId="{BFB76A62-7EFA-4AF6-A7E4-DAA4F232836C}"/>
          </ac:picMkLst>
        </pc:picChg>
        <pc:picChg chg="del">
          <ac:chgData name="Guilherme Micota Stipp" userId="7d8a6ee1e82349c3" providerId="LiveId" clId="{D0FE7477-1CBA-4457-A41C-FAABB1B1B4CD}" dt="2021-08-08T14:23:00.938" v="280" actId="478"/>
          <ac:picMkLst>
            <pc:docMk/>
            <pc:sldMk cId="390152403" sldId="307"/>
            <ac:picMk id="15" creationId="{96406E5E-12FE-4998-A61D-D2616E62E91A}"/>
          </ac:picMkLst>
        </pc:picChg>
      </pc:sldChg>
      <pc:sldChg chg="del">
        <pc:chgData name="Guilherme Micota Stipp" userId="7d8a6ee1e82349c3" providerId="LiveId" clId="{D0FE7477-1CBA-4457-A41C-FAABB1B1B4CD}" dt="2021-08-06T20:36:44.357" v="6" actId="47"/>
        <pc:sldMkLst>
          <pc:docMk/>
          <pc:sldMk cId="3035102738" sldId="307"/>
        </pc:sldMkLst>
      </pc:sldChg>
    </pc:docChg>
  </pc:docChgLst>
  <pc:docChgLst>
    <pc:chgData name="Guilherme Micota Stipp" userId="7d8a6ee1e82349c3" providerId="LiveId" clId="{06234449-6686-41A5-AE54-767364A3BA9A}"/>
    <pc:docChg chg="undo custSel addSld delSld modSld sldOrd">
      <pc:chgData name="Guilherme Micota Stipp" userId="7d8a6ee1e82349c3" providerId="LiveId" clId="{06234449-6686-41A5-AE54-767364A3BA9A}" dt="2021-10-04T01:16:39.242" v="405" actId="47"/>
      <pc:docMkLst>
        <pc:docMk/>
      </pc:docMkLst>
      <pc:sldChg chg="modSp mod">
        <pc:chgData name="Guilherme Micota Stipp" userId="7d8a6ee1e82349c3" providerId="LiveId" clId="{06234449-6686-41A5-AE54-767364A3BA9A}" dt="2021-10-03T14:44:52.781" v="59" actId="20577"/>
        <pc:sldMkLst>
          <pc:docMk/>
          <pc:sldMk cId="3178680452" sldId="256"/>
        </pc:sldMkLst>
        <pc:spChg chg="mod">
          <ac:chgData name="Guilherme Micota Stipp" userId="7d8a6ee1e82349c3" providerId="LiveId" clId="{06234449-6686-41A5-AE54-767364A3BA9A}" dt="2021-10-03T14:44:52.781" v="59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06234449-6686-41A5-AE54-767364A3BA9A}" dt="2021-10-03T14:44:15.479" v="2" actId="47"/>
        <pc:sldMkLst>
          <pc:docMk/>
          <pc:sldMk cId="3186628704" sldId="303"/>
        </pc:sldMkLst>
      </pc:sldChg>
      <pc:sldChg chg="del">
        <pc:chgData name="Guilherme Micota Stipp" userId="7d8a6ee1e82349c3" providerId="LiveId" clId="{06234449-6686-41A5-AE54-767364A3BA9A}" dt="2021-10-03T14:44:18.690" v="5" actId="47"/>
        <pc:sldMkLst>
          <pc:docMk/>
          <pc:sldMk cId="2862134868" sldId="304"/>
        </pc:sldMkLst>
      </pc:sldChg>
      <pc:sldChg chg="addSp delSp modSp mod ord">
        <pc:chgData name="Guilherme Micota Stipp" userId="7d8a6ee1e82349c3" providerId="LiveId" clId="{06234449-6686-41A5-AE54-767364A3BA9A}" dt="2021-10-03T20:23:58.263" v="232"/>
        <pc:sldMkLst>
          <pc:docMk/>
          <pc:sldMk cId="2966454573" sldId="305"/>
        </pc:sldMkLst>
        <pc:spChg chg="mod">
          <ac:chgData name="Guilherme Micota Stipp" userId="7d8a6ee1e82349c3" providerId="LiveId" clId="{06234449-6686-41A5-AE54-767364A3BA9A}" dt="2021-10-03T14:45:05.115" v="73" actId="20577"/>
          <ac:spMkLst>
            <pc:docMk/>
            <pc:sldMk cId="2966454573" sldId="305"/>
            <ac:spMk id="4" creationId="{2A67854E-8517-42A3-8969-210A77F2C314}"/>
          </ac:spMkLst>
        </pc:spChg>
        <pc:picChg chg="add mod">
          <ac:chgData name="Guilherme Micota Stipp" userId="7d8a6ee1e82349c3" providerId="LiveId" clId="{06234449-6686-41A5-AE54-767364A3BA9A}" dt="2021-10-03T15:07:44.627" v="116" actId="1038"/>
          <ac:picMkLst>
            <pc:docMk/>
            <pc:sldMk cId="2966454573" sldId="305"/>
            <ac:picMk id="8" creationId="{BF4A521F-937C-4037-BDB8-14E256FE80C7}"/>
          </ac:picMkLst>
        </pc:picChg>
        <pc:picChg chg="del">
          <ac:chgData name="Guilherme Micota Stipp" userId="7d8a6ee1e82349c3" providerId="LiveId" clId="{06234449-6686-41A5-AE54-767364A3BA9A}" dt="2021-10-03T14:45:07.925" v="74" actId="478"/>
          <ac:picMkLst>
            <pc:docMk/>
            <pc:sldMk cId="2966454573" sldId="305"/>
            <ac:picMk id="11" creationId="{4EF77573-3362-419D-9FF7-66EFDDDA8D0F}"/>
          </ac:picMkLst>
        </pc:picChg>
        <pc:picChg chg="add mod">
          <ac:chgData name="Guilherme Micota Stipp" userId="7d8a6ee1e82349c3" providerId="LiveId" clId="{06234449-6686-41A5-AE54-767364A3BA9A}" dt="2021-10-03T15:07:34.885" v="105" actId="14100"/>
          <ac:picMkLst>
            <pc:docMk/>
            <pc:sldMk cId="2966454573" sldId="305"/>
            <ac:picMk id="12" creationId="{5C62B8F3-7C4C-4F0D-B224-B87F0F80966A}"/>
          </ac:picMkLst>
        </pc:picChg>
        <pc:picChg chg="del">
          <ac:chgData name="Guilherme Micota Stipp" userId="7d8a6ee1e82349c3" providerId="LiveId" clId="{06234449-6686-41A5-AE54-767364A3BA9A}" dt="2021-10-03T14:45:08.962" v="76" actId="478"/>
          <ac:picMkLst>
            <pc:docMk/>
            <pc:sldMk cId="2966454573" sldId="305"/>
            <ac:picMk id="13" creationId="{54CCEBC8-1B0E-4122-9D8D-E0F6525C94BF}"/>
          </ac:picMkLst>
        </pc:picChg>
        <pc:picChg chg="add mod">
          <ac:chgData name="Guilherme Micota Stipp" userId="7d8a6ee1e82349c3" providerId="LiveId" clId="{06234449-6686-41A5-AE54-767364A3BA9A}" dt="2021-10-03T15:08:00.879" v="161" actId="1037"/>
          <ac:picMkLst>
            <pc:docMk/>
            <pc:sldMk cId="2966454573" sldId="305"/>
            <ac:picMk id="14" creationId="{42F0A9C0-A11D-419F-80F2-37A9DC52B065}"/>
          </ac:picMkLst>
        </pc:picChg>
        <pc:picChg chg="del">
          <ac:chgData name="Guilherme Micota Stipp" userId="7d8a6ee1e82349c3" providerId="LiveId" clId="{06234449-6686-41A5-AE54-767364A3BA9A}" dt="2021-10-03T14:45:08.439" v="75" actId="478"/>
          <ac:picMkLst>
            <pc:docMk/>
            <pc:sldMk cId="2966454573" sldId="305"/>
            <ac:picMk id="15" creationId="{5E8B560B-5F69-4144-9DFE-93C55A841A7E}"/>
          </ac:picMkLst>
        </pc:picChg>
      </pc:sldChg>
      <pc:sldChg chg="del">
        <pc:chgData name="Guilherme Micota Stipp" userId="7d8a6ee1e82349c3" providerId="LiveId" clId="{06234449-6686-41A5-AE54-767364A3BA9A}" dt="2021-10-03T14:44:16.485" v="4" actId="47"/>
        <pc:sldMkLst>
          <pc:docMk/>
          <pc:sldMk cId="2872021883" sldId="306"/>
        </pc:sldMkLst>
      </pc:sldChg>
      <pc:sldChg chg="del">
        <pc:chgData name="Guilherme Micota Stipp" userId="7d8a6ee1e82349c3" providerId="LiveId" clId="{06234449-6686-41A5-AE54-767364A3BA9A}" dt="2021-10-03T14:44:15.917" v="3" actId="47"/>
        <pc:sldMkLst>
          <pc:docMk/>
          <pc:sldMk cId="159221905" sldId="307"/>
        </pc:sldMkLst>
      </pc:sldChg>
      <pc:sldChg chg="del">
        <pc:chgData name="Guilherme Micota Stipp" userId="7d8a6ee1e82349c3" providerId="LiveId" clId="{06234449-6686-41A5-AE54-767364A3BA9A}" dt="2021-10-03T14:44:13.780" v="0" actId="47"/>
        <pc:sldMkLst>
          <pc:docMk/>
          <pc:sldMk cId="3287126511" sldId="308"/>
        </pc:sldMkLst>
      </pc:sldChg>
      <pc:sldChg chg="del">
        <pc:chgData name="Guilherme Micota Stipp" userId="7d8a6ee1e82349c3" providerId="LiveId" clId="{06234449-6686-41A5-AE54-767364A3BA9A}" dt="2021-10-03T14:44:14.229" v="1" actId="47"/>
        <pc:sldMkLst>
          <pc:docMk/>
          <pc:sldMk cId="3380870506" sldId="309"/>
        </pc:sldMkLst>
      </pc:sldChg>
      <pc:sldChg chg="del">
        <pc:chgData name="Guilherme Micota Stipp" userId="7d8a6ee1e82349c3" providerId="LiveId" clId="{06234449-6686-41A5-AE54-767364A3BA9A}" dt="2021-10-03T14:44:19.190" v="6" actId="47"/>
        <pc:sldMkLst>
          <pc:docMk/>
          <pc:sldMk cId="610928405" sldId="311"/>
        </pc:sldMkLst>
      </pc:sldChg>
      <pc:sldChg chg="addSp delSp modSp mod ord">
        <pc:chgData name="Guilherme Micota Stipp" userId="7d8a6ee1e82349c3" providerId="LiveId" clId="{06234449-6686-41A5-AE54-767364A3BA9A}" dt="2021-10-03T23:46:56.809" v="326" actId="14100"/>
        <pc:sldMkLst>
          <pc:docMk/>
          <pc:sldMk cId="555539524" sldId="312"/>
        </pc:sldMkLst>
        <pc:spChg chg="mod">
          <ac:chgData name="Guilherme Micota Stipp" userId="7d8a6ee1e82349c3" providerId="LiveId" clId="{06234449-6686-41A5-AE54-767364A3BA9A}" dt="2021-10-03T14:44:58.514" v="66" actId="20577"/>
          <ac:spMkLst>
            <pc:docMk/>
            <pc:sldMk cId="555539524" sldId="312"/>
            <ac:spMk id="4" creationId="{2A67854E-8517-42A3-8969-210A77F2C314}"/>
          </ac:spMkLst>
        </pc:spChg>
        <pc:spChg chg="mod">
          <ac:chgData name="Guilherme Micota Stipp" userId="7d8a6ee1e82349c3" providerId="LiveId" clId="{06234449-6686-41A5-AE54-767364A3BA9A}" dt="2021-10-03T15:14:28.328" v="230" actId="20577"/>
          <ac:spMkLst>
            <pc:docMk/>
            <pc:sldMk cId="555539524" sldId="312"/>
            <ac:spMk id="10" creationId="{0DC30F15-2778-418E-A2EF-BEAEC6F95C4E}"/>
          </ac:spMkLst>
        </pc:spChg>
        <pc:picChg chg="add del mod">
          <ac:chgData name="Guilherme Micota Stipp" userId="7d8a6ee1e82349c3" providerId="LiveId" clId="{06234449-6686-41A5-AE54-767364A3BA9A}" dt="2021-10-03T15:08:20.254" v="163" actId="478"/>
          <ac:picMkLst>
            <pc:docMk/>
            <pc:sldMk cId="555539524" sldId="312"/>
            <ac:picMk id="8" creationId="{0700D037-ED74-46CF-AE4E-370E6E606545}"/>
          </ac:picMkLst>
        </pc:picChg>
        <pc:picChg chg="add del mod">
          <ac:chgData name="Guilherme Micota Stipp" userId="7d8a6ee1e82349c3" providerId="LiveId" clId="{06234449-6686-41A5-AE54-767364A3BA9A}" dt="2021-10-03T23:23:15.452" v="239" actId="478"/>
          <ac:picMkLst>
            <pc:docMk/>
            <pc:sldMk cId="555539524" sldId="312"/>
            <ac:picMk id="12" creationId="{2AC001DC-E336-4D17-8BF9-72075169746D}"/>
          </ac:picMkLst>
        </pc:picChg>
        <pc:picChg chg="add del mod">
          <ac:chgData name="Guilherme Micota Stipp" userId="7d8a6ee1e82349c3" providerId="LiveId" clId="{06234449-6686-41A5-AE54-767364A3BA9A}" dt="2021-10-03T23:30:02.517" v="253" actId="478"/>
          <ac:picMkLst>
            <pc:docMk/>
            <pc:sldMk cId="555539524" sldId="312"/>
            <ac:picMk id="14" creationId="{923E3546-08B3-4CB7-A263-C108EAEE3579}"/>
          </ac:picMkLst>
        </pc:picChg>
        <pc:picChg chg="del">
          <ac:chgData name="Guilherme Micota Stipp" userId="7d8a6ee1e82349c3" providerId="LiveId" clId="{06234449-6686-41A5-AE54-767364A3BA9A}" dt="2021-10-03T15:06:52.480" v="77" actId="478"/>
          <ac:picMkLst>
            <pc:docMk/>
            <pc:sldMk cId="555539524" sldId="312"/>
            <ac:picMk id="15" creationId="{2A761419-28DD-4C92-9273-E03F43FD66BE}"/>
          </ac:picMkLst>
        </pc:picChg>
        <pc:picChg chg="add del mod">
          <ac:chgData name="Guilherme Micota Stipp" userId="7d8a6ee1e82349c3" providerId="LiveId" clId="{06234449-6686-41A5-AE54-767364A3BA9A}" dt="2021-10-03T23:30:14.875" v="258"/>
          <ac:picMkLst>
            <pc:docMk/>
            <pc:sldMk cId="555539524" sldId="312"/>
            <ac:picMk id="17" creationId="{85F8B9AD-EC3A-4A98-A98B-DB2B088AF013}"/>
          </ac:picMkLst>
        </pc:picChg>
        <pc:picChg chg="add del mod">
          <ac:chgData name="Guilherme Micota Stipp" userId="7d8a6ee1e82349c3" providerId="LiveId" clId="{06234449-6686-41A5-AE54-767364A3BA9A}" dt="2021-10-03T23:30:20.564" v="263"/>
          <ac:picMkLst>
            <pc:docMk/>
            <pc:sldMk cId="555539524" sldId="312"/>
            <ac:picMk id="19" creationId="{3F056618-C3FA-438A-BAC9-A83C8615D1E1}"/>
          </ac:picMkLst>
        </pc:picChg>
        <pc:picChg chg="add del mod">
          <ac:chgData name="Guilherme Micota Stipp" userId="7d8a6ee1e82349c3" providerId="LiveId" clId="{06234449-6686-41A5-AE54-767364A3BA9A}" dt="2021-10-03T23:43:32.360" v="276" actId="478"/>
          <ac:picMkLst>
            <pc:docMk/>
            <pc:sldMk cId="555539524" sldId="312"/>
            <ac:picMk id="21" creationId="{866AF5B9-9CDE-4855-9024-6AE256D04760}"/>
          </ac:picMkLst>
        </pc:picChg>
        <pc:picChg chg="add del mod">
          <ac:chgData name="Guilherme Micota Stipp" userId="7d8a6ee1e82349c3" providerId="LiveId" clId="{06234449-6686-41A5-AE54-767364A3BA9A}" dt="2021-10-03T23:44:52.023" v="287" actId="478"/>
          <ac:picMkLst>
            <pc:docMk/>
            <pc:sldMk cId="555539524" sldId="312"/>
            <ac:picMk id="23" creationId="{3082A134-4D16-4750-8087-A326764800C4}"/>
          </ac:picMkLst>
        </pc:picChg>
        <pc:picChg chg="add del mod">
          <ac:chgData name="Guilherme Micota Stipp" userId="7d8a6ee1e82349c3" providerId="LiveId" clId="{06234449-6686-41A5-AE54-767364A3BA9A}" dt="2021-10-03T23:46:10.038" v="296" actId="478"/>
          <ac:picMkLst>
            <pc:docMk/>
            <pc:sldMk cId="555539524" sldId="312"/>
            <ac:picMk id="25" creationId="{2ECE53B6-D328-4767-B886-EEA77E673FEA}"/>
          </ac:picMkLst>
        </pc:picChg>
        <pc:picChg chg="add mod">
          <ac:chgData name="Guilherme Micota Stipp" userId="7d8a6ee1e82349c3" providerId="LiveId" clId="{06234449-6686-41A5-AE54-767364A3BA9A}" dt="2021-10-03T23:46:56.809" v="326" actId="14100"/>
          <ac:picMkLst>
            <pc:docMk/>
            <pc:sldMk cId="555539524" sldId="312"/>
            <ac:picMk id="27" creationId="{3E3B6ACA-6CAC-4290-8A81-CF0FE02B0DB5}"/>
          </ac:picMkLst>
        </pc:picChg>
      </pc:sldChg>
      <pc:sldChg chg="add">
        <pc:chgData name="Guilherme Micota Stipp" userId="7d8a6ee1e82349c3" providerId="LiveId" clId="{06234449-6686-41A5-AE54-767364A3BA9A}" dt="2021-10-03T15:08:18.607" v="162" actId="2890"/>
        <pc:sldMkLst>
          <pc:docMk/>
          <pc:sldMk cId="2357246368" sldId="313"/>
        </pc:sldMkLst>
      </pc:sldChg>
      <pc:sldChg chg="add del">
        <pc:chgData name="Guilherme Micota Stipp" userId="7d8a6ee1e82349c3" providerId="LiveId" clId="{06234449-6686-41A5-AE54-767364A3BA9A}" dt="2021-10-04T01:12:51.418" v="402" actId="47"/>
        <pc:sldMkLst>
          <pc:docMk/>
          <pc:sldMk cId="4186611951" sldId="314"/>
        </pc:sldMkLst>
      </pc:sldChg>
      <pc:sldChg chg="add">
        <pc:chgData name="Guilherme Micota Stipp" userId="7d8a6ee1e82349c3" providerId="LiveId" clId="{06234449-6686-41A5-AE54-767364A3BA9A}" dt="2021-10-03T23:27:47.885" v="252" actId="2890"/>
        <pc:sldMkLst>
          <pc:docMk/>
          <pc:sldMk cId="1029869431" sldId="315"/>
        </pc:sldMkLst>
      </pc:sldChg>
      <pc:sldChg chg="addSp delSp modSp add mod">
        <pc:chgData name="Guilherme Micota Stipp" userId="7d8a6ee1e82349c3" providerId="LiveId" clId="{06234449-6686-41A5-AE54-767364A3BA9A}" dt="2021-10-04T00:05:44.183" v="340" actId="14100"/>
        <pc:sldMkLst>
          <pc:docMk/>
          <pc:sldMk cId="736960992" sldId="316"/>
        </pc:sldMkLst>
        <pc:picChg chg="add mod">
          <ac:chgData name="Guilherme Micota Stipp" userId="7d8a6ee1e82349c3" providerId="LiveId" clId="{06234449-6686-41A5-AE54-767364A3BA9A}" dt="2021-10-04T00:05:44.183" v="340" actId="14100"/>
          <ac:picMkLst>
            <pc:docMk/>
            <pc:sldMk cId="736960992" sldId="316"/>
            <ac:picMk id="8" creationId="{DC920386-1CB8-43AE-A0F6-9CC37A174F8C}"/>
          </ac:picMkLst>
        </pc:picChg>
        <pc:picChg chg="del">
          <ac:chgData name="Guilherme Micota Stipp" userId="7d8a6ee1e82349c3" providerId="LiveId" clId="{06234449-6686-41A5-AE54-767364A3BA9A}" dt="2021-10-03T23:47:02.798" v="328" actId="478"/>
          <ac:picMkLst>
            <pc:docMk/>
            <pc:sldMk cId="736960992" sldId="316"/>
            <ac:picMk id="27" creationId="{3E3B6ACA-6CAC-4290-8A81-CF0FE02B0DB5}"/>
          </ac:picMkLst>
        </pc:picChg>
      </pc:sldChg>
      <pc:sldChg chg="addSp delSp modSp add mod">
        <pc:chgData name="Guilherme Micota Stipp" userId="7d8a6ee1e82349c3" providerId="LiveId" clId="{06234449-6686-41A5-AE54-767364A3BA9A}" dt="2021-10-04T00:49:44.554" v="359" actId="14100"/>
        <pc:sldMkLst>
          <pc:docMk/>
          <pc:sldMk cId="2346771574" sldId="317"/>
        </pc:sldMkLst>
        <pc:picChg chg="add mod">
          <ac:chgData name="Guilherme Micota Stipp" userId="7d8a6ee1e82349c3" providerId="LiveId" clId="{06234449-6686-41A5-AE54-767364A3BA9A}" dt="2021-10-04T00:49:44.554" v="359" actId="14100"/>
          <ac:picMkLst>
            <pc:docMk/>
            <pc:sldMk cId="2346771574" sldId="317"/>
            <ac:picMk id="8" creationId="{37F187BE-E1D1-483B-9AE4-0DA6CB2D7657}"/>
          </ac:picMkLst>
        </pc:picChg>
        <pc:picChg chg="add del mod">
          <ac:chgData name="Guilherme Micota Stipp" userId="7d8a6ee1e82349c3" providerId="LiveId" clId="{06234449-6686-41A5-AE54-767364A3BA9A}" dt="2021-10-04T00:49:33.515" v="351" actId="478"/>
          <ac:picMkLst>
            <pc:docMk/>
            <pc:sldMk cId="2346771574" sldId="317"/>
            <ac:picMk id="12" creationId="{DA5D3829-CFFA-4D03-91E3-7A4282AADAB7}"/>
          </ac:picMkLst>
        </pc:picChg>
        <pc:picChg chg="del">
          <ac:chgData name="Guilherme Micota Stipp" userId="7d8a6ee1e82349c3" providerId="LiveId" clId="{06234449-6686-41A5-AE54-767364A3BA9A}" dt="2021-10-04T00:49:23.604" v="342" actId="478"/>
          <ac:picMkLst>
            <pc:docMk/>
            <pc:sldMk cId="2346771574" sldId="317"/>
            <ac:picMk id="14" creationId="{923E3546-08B3-4CB7-A263-C108EAEE3579}"/>
          </ac:picMkLst>
        </pc:picChg>
        <pc:picChg chg="add del mod">
          <ac:chgData name="Guilherme Micota Stipp" userId="7d8a6ee1e82349c3" providerId="LiveId" clId="{06234449-6686-41A5-AE54-767364A3BA9A}" dt="2021-10-04T00:49:32.575" v="350" actId="478"/>
          <ac:picMkLst>
            <pc:docMk/>
            <pc:sldMk cId="2346771574" sldId="317"/>
            <ac:picMk id="15" creationId="{9C9CC1FE-F1B6-4B55-BE5E-EF7AB4C89398}"/>
          </ac:picMkLst>
        </pc:picChg>
      </pc:sldChg>
      <pc:sldChg chg="delSp modSp add mod">
        <pc:chgData name="Guilherme Micota Stipp" userId="7d8a6ee1e82349c3" providerId="LiveId" clId="{06234449-6686-41A5-AE54-767364A3BA9A}" dt="2021-10-04T00:50:00.544" v="369" actId="14100"/>
        <pc:sldMkLst>
          <pc:docMk/>
          <pc:sldMk cId="569468190" sldId="318"/>
        </pc:sldMkLst>
        <pc:picChg chg="del">
          <ac:chgData name="Guilherme Micota Stipp" userId="7d8a6ee1e82349c3" providerId="LiveId" clId="{06234449-6686-41A5-AE54-767364A3BA9A}" dt="2021-10-04T00:49:51.100" v="361" actId="478"/>
          <ac:picMkLst>
            <pc:docMk/>
            <pc:sldMk cId="569468190" sldId="318"/>
            <ac:picMk id="8" creationId="{37F187BE-E1D1-483B-9AE4-0DA6CB2D7657}"/>
          </ac:picMkLst>
        </pc:picChg>
        <pc:picChg chg="mod">
          <ac:chgData name="Guilherme Micota Stipp" userId="7d8a6ee1e82349c3" providerId="LiveId" clId="{06234449-6686-41A5-AE54-767364A3BA9A}" dt="2021-10-04T00:50:00.544" v="369" actId="14100"/>
          <ac:picMkLst>
            <pc:docMk/>
            <pc:sldMk cId="569468190" sldId="318"/>
            <ac:picMk id="12" creationId="{DA5D3829-CFFA-4D03-91E3-7A4282AADAB7}"/>
          </ac:picMkLst>
        </pc:picChg>
        <pc:picChg chg="del">
          <ac:chgData name="Guilherme Micota Stipp" userId="7d8a6ee1e82349c3" providerId="LiveId" clId="{06234449-6686-41A5-AE54-767364A3BA9A}" dt="2021-10-04T00:49:30.735" v="349" actId="478"/>
          <ac:picMkLst>
            <pc:docMk/>
            <pc:sldMk cId="569468190" sldId="318"/>
            <ac:picMk id="15" creationId="{9C9CC1FE-F1B6-4B55-BE5E-EF7AB4C89398}"/>
          </ac:picMkLst>
        </pc:picChg>
      </pc:sldChg>
      <pc:sldChg chg="addSp delSp modSp add mod">
        <pc:chgData name="Guilherme Micota Stipp" userId="7d8a6ee1e82349c3" providerId="LiveId" clId="{06234449-6686-41A5-AE54-767364A3BA9A}" dt="2021-10-04T00:50:56.965" v="394" actId="14100"/>
        <pc:sldMkLst>
          <pc:docMk/>
          <pc:sldMk cId="2858790055" sldId="319"/>
        </pc:sldMkLst>
        <pc:picChg chg="del">
          <ac:chgData name="Guilherme Micota Stipp" userId="7d8a6ee1e82349c3" providerId="LiveId" clId="{06234449-6686-41A5-AE54-767364A3BA9A}" dt="2021-10-04T00:50:06.844" v="372" actId="478"/>
          <ac:picMkLst>
            <pc:docMk/>
            <pc:sldMk cId="2858790055" sldId="319"/>
            <ac:picMk id="8" creationId="{37F187BE-E1D1-483B-9AE4-0DA6CB2D7657}"/>
          </ac:picMkLst>
        </pc:picChg>
        <pc:picChg chg="add mod">
          <ac:chgData name="Guilherme Micota Stipp" userId="7d8a6ee1e82349c3" providerId="LiveId" clId="{06234449-6686-41A5-AE54-767364A3BA9A}" dt="2021-10-04T00:50:56.965" v="394" actId="14100"/>
          <ac:picMkLst>
            <pc:docMk/>
            <pc:sldMk cId="2858790055" sldId="319"/>
            <ac:picMk id="11" creationId="{606C9F08-4FF8-4086-AC8A-C71B96AEE746}"/>
          </ac:picMkLst>
        </pc:picChg>
        <pc:picChg chg="del">
          <ac:chgData name="Guilherme Micota Stipp" userId="7d8a6ee1e82349c3" providerId="LiveId" clId="{06234449-6686-41A5-AE54-767364A3BA9A}" dt="2021-10-04T00:50:06.249" v="371" actId="478"/>
          <ac:picMkLst>
            <pc:docMk/>
            <pc:sldMk cId="2858790055" sldId="319"/>
            <ac:picMk id="12" creationId="{DA5D3829-CFFA-4D03-91E3-7A4282AADAB7}"/>
          </ac:picMkLst>
        </pc:picChg>
        <pc:picChg chg="del mod">
          <ac:chgData name="Guilherme Micota Stipp" userId="7d8a6ee1e82349c3" providerId="LiveId" clId="{06234449-6686-41A5-AE54-767364A3BA9A}" dt="2021-10-04T00:50:48.280" v="385" actId="478"/>
          <ac:picMkLst>
            <pc:docMk/>
            <pc:sldMk cId="2858790055" sldId="319"/>
            <ac:picMk id="15" creationId="{9C9CC1FE-F1B6-4B55-BE5E-EF7AB4C89398}"/>
          </ac:picMkLst>
        </pc:picChg>
      </pc:sldChg>
      <pc:sldChg chg="addSp delSp modSp add mod">
        <pc:chgData name="Guilherme Micota Stipp" userId="7d8a6ee1e82349c3" providerId="LiveId" clId="{06234449-6686-41A5-AE54-767364A3BA9A}" dt="2021-10-04T01:12:39.946" v="401" actId="1076"/>
        <pc:sldMkLst>
          <pc:docMk/>
          <pc:sldMk cId="3911989993" sldId="320"/>
        </pc:sldMkLst>
        <pc:picChg chg="add mod">
          <ac:chgData name="Guilherme Micota Stipp" userId="7d8a6ee1e82349c3" providerId="LiveId" clId="{06234449-6686-41A5-AE54-767364A3BA9A}" dt="2021-10-04T01:12:39.946" v="401" actId="1076"/>
          <ac:picMkLst>
            <pc:docMk/>
            <pc:sldMk cId="3911989993" sldId="320"/>
            <ac:picMk id="8" creationId="{502471B9-595C-403B-96B0-66945FF6D009}"/>
          </ac:picMkLst>
        </pc:picChg>
        <pc:picChg chg="del">
          <ac:chgData name="Guilherme Micota Stipp" userId="7d8a6ee1e82349c3" providerId="LiveId" clId="{06234449-6686-41A5-AE54-767364A3BA9A}" dt="2021-10-04T00:53:09.724" v="396" actId="478"/>
          <ac:picMkLst>
            <pc:docMk/>
            <pc:sldMk cId="3911989993" sldId="320"/>
            <ac:picMk id="12" creationId="{DA5D3829-CFFA-4D03-91E3-7A4282AADAB7}"/>
          </ac:picMkLst>
        </pc:picChg>
      </pc:sldChg>
      <pc:sldChg chg="delSp add del mod">
        <pc:chgData name="Guilherme Micota Stipp" userId="7d8a6ee1e82349c3" providerId="LiveId" clId="{06234449-6686-41A5-AE54-767364A3BA9A}" dt="2021-10-04T01:16:39.242" v="405" actId="47"/>
        <pc:sldMkLst>
          <pc:docMk/>
          <pc:sldMk cId="757416911" sldId="321"/>
        </pc:sldMkLst>
        <pc:picChg chg="del">
          <ac:chgData name="Guilherme Micota Stipp" userId="7d8a6ee1e82349c3" providerId="LiveId" clId="{06234449-6686-41A5-AE54-767364A3BA9A}" dt="2021-10-04T01:13:48.700" v="404" actId="478"/>
          <ac:picMkLst>
            <pc:docMk/>
            <pc:sldMk cId="757416911" sldId="321"/>
            <ac:picMk id="12" creationId="{DA5D3829-CFFA-4D03-91E3-7A4282AADAB7}"/>
          </ac:picMkLst>
        </pc:picChg>
      </pc:sldChg>
    </pc:docChg>
  </pc:docChgLst>
  <pc:docChgLst>
    <pc:chgData name="Guilherme Micota Stipp" userId="7d8a6ee1e82349c3" providerId="LiveId" clId="{3D27E967-7540-41C0-B007-D02292AE8A06}"/>
    <pc:docChg chg="custSel addSld delSld modSld sldOrd">
      <pc:chgData name="Guilherme Micota Stipp" userId="7d8a6ee1e82349c3" providerId="LiveId" clId="{3D27E967-7540-41C0-B007-D02292AE8A06}" dt="2021-10-11T15:21:39.760" v="262" actId="14100"/>
      <pc:docMkLst>
        <pc:docMk/>
      </pc:docMkLst>
      <pc:sldChg chg="addSp delSp modSp mod">
        <pc:chgData name="Guilherme Micota Stipp" userId="7d8a6ee1e82349c3" providerId="LiveId" clId="{3D27E967-7540-41C0-B007-D02292AE8A06}" dt="2021-10-11T01:57:54.739" v="146" actId="1036"/>
        <pc:sldMkLst>
          <pc:docMk/>
          <pc:sldMk cId="2966454573" sldId="305"/>
        </pc:sldMkLst>
        <pc:picChg chg="del">
          <ac:chgData name="Guilherme Micota Stipp" userId="7d8a6ee1e82349c3" providerId="LiveId" clId="{3D27E967-7540-41C0-B007-D02292AE8A06}" dt="2021-10-11T01:56:47.074" v="68" actId="478"/>
          <ac:picMkLst>
            <pc:docMk/>
            <pc:sldMk cId="2966454573" sldId="305"/>
            <ac:picMk id="8" creationId="{BF4A521F-937C-4037-BDB8-14E256FE80C7}"/>
          </ac:picMkLst>
        </pc:picChg>
        <pc:picChg chg="add mod">
          <ac:chgData name="Guilherme Micota Stipp" userId="7d8a6ee1e82349c3" providerId="LiveId" clId="{3D27E967-7540-41C0-B007-D02292AE8A06}" dt="2021-10-11T01:57:23.216" v="88" actId="14100"/>
          <ac:picMkLst>
            <pc:docMk/>
            <pc:sldMk cId="2966454573" sldId="305"/>
            <ac:picMk id="11" creationId="{3CB6683E-BF25-4090-8747-3B1E0894CF5B}"/>
          </ac:picMkLst>
        </pc:picChg>
        <pc:picChg chg="del">
          <ac:chgData name="Guilherme Micota Stipp" userId="7d8a6ee1e82349c3" providerId="LiveId" clId="{3D27E967-7540-41C0-B007-D02292AE8A06}" dt="2021-10-11T01:56:50.514" v="70" actId="478"/>
          <ac:picMkLst>
            <pc:docMk/>
            <pc:sldMk cId="2966454573" sldId="305"/>
            <ac:picMk id="12" creationId="{5C62B8F3-7C4C-4F0D-B224-B87F0F80966A}"/>
          </ac:picMkLst>
        </pc:picChg>
        <pc:picChg chg="del">
          <ac:chgData name="Guilherme Micota Stipp" userId="7d8a6ee1e82349c3" providerId="LiveId" clId="{3D27E967-7540-41C0-B007-D02292AE8A06}" dt="2021-10-11T01:56:48.548" v="69" actId="478"/>
          <ac:picMkLst>
            <pc:docMk/>
            <pc:sldMk cId="2966454573" sldId="305"/>
            <ac:picMk id="14" creationId="{42F0A9C0-A11D-419F-80F2-37A9DC52B065}"/>
          </ac:picMkLst>
        </pc:picChg>
        <pc:picChg chg="add mod">
          <ac:chgData name="Guilherme Micota Stipp" userId="7d8a6ee1e82349c3" providerId="LiveId" clId="{3D27E967-7540-41C0-B007-D02292AE8A06}" dt="2021-10-11T01:57:35.600" v="103" actId="1035"/>
          <ac:picMkLst>
            <pc:docMk/>
            <pc:sldMk cId="2966454573" sldId="305"/>
            <ac:picMk id="15" creationId="{73D7D7A7-FE8E-4D95-A8E0-BA511A499BFB}"/>
          </ac:picMkLst>
        </pc:picChg>
        <pc:picChg chg="add mod">
          <ac:chgData name="Guilherme Micota Stipp" userId="7d8a6ee1e82349c3" providerId="LiveId" clId="{3D27E967-7540-41C0-B007-D02292AE8A06}" dt="2021-10-11T01:57:54.739" v="146" actId="1036"/>
          <ac:picMkLst>
            <pc:docMk/>
            <pc:sldMk cId="2966454573" sldId="305"/>
            <ac:picMk id="17" creationId="{E64DA83F-DF43-4746-ACBB-1CF3C14E674B}"/>
          </ac:picMkLst>
        </pc:picChg>
      </pc:sldChg>
      <pc:sldChg chg="del">
        <pc:chgData name="Guilherme Micota Stipp" userId="7d8a6ee1e82349c3" providerId="LiveId" clId="{3D27E967-7540-41C0-B007-D02292AE8A06}" dt="2021-10-11T01:53:54.336" v="0" actId="47"/>
        <pc:sldMkLst>
          <pc:docMk/>
          <pc:sldMk cId="555539524" sldId="312"/>
        </pc:sldMkLst>
      </pc:sldChg>
      <pc:sldChg chg="addSp delSp modSp mod">
        <pc:chgData name="Guilherme Micota Stipp" userId="7d8a6ee1e82349c3" providerId="LiveId" clId="{3D27E967-7540-41C0-B007-D02292AE8A06}" dt="2021-10-11T02:39:09.488" v="211" actId="14100"/>
        <pc:sldMkLst>
          <pc:docMk/>
          <pc:sldMk cId="2357246368" sldId="313"/>
        </pc:sldMkLst>
        <pc:picChg chg="del">
          <ac:chgData name="Guilherme Micota Stipp" userId="7d8a6ee1e82349c3" providerId="LiveId" clId="{3D27E967-7540-41C0-B007-D02292AE8A06}" dt="2021-10-11T01:58:10.111" v="147" actId="478"/>
          <ac:picMkLst>
            <pc:docMk/>
            <pc:sldMk cId="2357246368" sldId="313"/>
            <ac:picMk id="8" creationId="{0700D037-ED74-46CF-AE4E-370E6E606545}"/>
          </ac:picMkLst>
        </pc:picChg>
        <pc:picChg chg="add del mod">
          <ac:chgData name="Guilherme Micota Stipp" userId="7d8a6ee1e82349c3" providerId="LiveId" clId="{3D27E967-7540-41C0-B007-D02292AE8A06}" dt="2021-10-11T02:21:30.697" v="180" actId="478"/>
          <ac:picMkLst>
            <pc:docMk/>
            <pc:sldMk cId="2357246368" sldId="313"/>
            <ac:picMk id="11" creationId="{6993405E-2E2A-49FE-B3FE-97713C9F8455}"/>
          </ac:picMkLst>
        </pc:picChg>
        <pc:picChg chg="add del mod">
          <ac:chgData name="Guilherme Micota Stipp" userId="7d8a6ee1e82349c3" providerId="LiveId" clId="{3D27E967-7540-41C0-B007-D02292AE8A06}" dt="2021-10-11T02:37:33.120" v="192" actId="478"/>
          <ac:picMkLst>
            <pc:docMk/>
            <pc:sldMk cId="2357246368" sldId="313"/>
            <ac:picMk id="13" creationId="{41955B04-52E7-4ABA-9774-9E8DBF178DD9}"/>
          </ac:picMkLst>
        </pc:picChg>
        <pc:picChg chg="add del mod">
          <ac:chgData name="Guilherme Micota Stipp" userId="7d8a6ee1e82349c3" providerId="LiveId" clId="{3D27E967-7540-41C0-B007-D02292AE8A06}" dt="2021-10-11T02:39:00.149" v="202" actId="478"/>
          <ac:picMkLst>
            <pc:docMk/>
            <pc:sldMk cId="2357246368" sldId="313"/>
            <ac:picMk id="15" creationId="{5F03DF1B-50EB-427A-BA78-844F1FB32E97}"/>
          </ac:picMkLst>
        </pc:picChg>
        <pc:picChg chg="add mod">
          <ac:chgData name="Guilherme Micota Stipp" userId="7d8a6ee1e82349c3" providerId="LiveId" clId="{3D27E967-7540-41C0-B007-D02292AE8A06}" dt="2021-10-11T02:39:09.488" v="211" actId="14100"/>
          <ac:picMkLst>
            <pc:docMk/>
            <pc:sldMk cId="2357246368" sldId="313"/>
            <ac:picMk id="17" creationId="{B817CCE9-E0BE-4A7C-B102-6AC8BBE8DB75}"/>
          </ac:picMkLst>
        </pc:picChg>
      </pc:sldChg>
      <pc:sldChg chg="del">
        <pc:chgData name="Guilherme Micota Stipp" userId="7d8a6ee1e82349c3" providerId="LiveId" clId="{3D27E967-7540-41C0-B007-D02292AE8A06}" dt="2021-10-11T01:53:55.246" v="2" actId="47"/>
        <pc:sldMkLst>
          <pc:docMk/>
          <pc:sldMk cId="1029869431" sldId="315"/>
        </pc:sldMkLst>
      </pc:sldChg>
      <pc:sldChg chg="del">
        <pc:chgData name="Guilherme Micota Stipp" userId="7d8a6ee1e82349c3" providerId="LiveId" clId="{3D27E967-7540-41C0-B007-D02292AE8A06}" dt="2021-10-11T01:53:54.791" v="1" actId="47"/>
        <pc:sldMkLst>
          <pc:docMk/>
          <pc:sldMk cId="736960992" sldId="316"/>
        </pc:sldMkLst>
      </pc:sldChg>
      <pc:sldChg chg="del">
        <pc:chgData name="Guilherme Micota Stipp" userId="7d8a6ee1e82349c3" providerId="LiveId" clId="{3D27E967-7540-41C0-B007-D02292AE8A06}" dt="2021-10-11T01:53:55.629" v="3" actId="47"/>
        <pc:sldMkLst>
          <pc:docMk/>
          <pc:sldMk cId="2346771574" sldId="317"/>
        </pc:sldMkLst>
      </pc:sldChg>
      <pc:sldChg chg="del">
        <pc:chgData name="Guilherme Micota Stipp" userId="7d8a6ee1e82349c3" providerId="LiveId" clId="{3D27E967-7540-41C0-B007-D02292AE8A06}" dt="2021-10-11T01:53:56.431" v="4" actId="47"/>
        <pc:sldMkLst>
          <pc:docMk/>
          <pc:sldMk cId="569468190" sldId="318"/>
        </pc:sldMkLst>
      </pc:sldChg>
      <pc:sldChg chg="addSp delSp modSp mod">
        <pc:chgData name="Guilherme Micota Stipp" userId="7d8a6ee1e82349c3" providerId="LiveId" clId="{3D27E967-7540-41C0-B007-D02292AE8A06}" dt="2021-10-11T15:21:39.760" v="262" actId="14100"/>
        <pc:sldMkLst>
          <pc:docMk/>
          <pc:sldMk cId="2858790055" sldId="319"/>
        </pc:sldMkLst>
        <pc:spChg chg="mod">
          <ac:chgData name="Guilherme Micota Stipp" userId="7d8a6ee1e82349c3" providerId="LiveId" clId="{3D27E967-7540-41C0-B007-D02292AE8A06}" dt="2021-10-11T15:20:52.012" v="233" actId="20577"/>
          <ac:spMkLst>
            <pc:docMk/>
            <pc:sldMk cId="2858790055" sldId="319"/>
            <ac:spMk id="10" creationId="{0DC30F15-2778-418E-A2EF-BEAEC6F95C4E}"/>
          </ac:spMkLst>
        </pc:spChg>
        <pc:picChg chg="add del mod">
          <ac:chgData name="Guilherme Micota Stipp" userId="7d8a6ee1e82349c3" providerId="LiveId" clId="{3D27E967-7540-41C0-B007-D02292AE8A06}" dt="2021-10-11T01:54:25.276" v="31" actId="478"/>
          <ac:picMkLst>
            <pc:docMk/>
            <pc:sldMk cId="2858790055" sldId="319"/>
            <ac:picMk id="8" creationId="{4626641D-A858-4A44-A605-43DD862502C4}"/>
          </ac:picMkLst>
        </pc:picChg>
        <pc:picChg chg="add del mod">
          <ac:chgData name="Guilherme Micota Stipp" userId="7d8a6ee1e82349c3" providerId="LiveId" clId="{3D27E967-7540-41C0-B007-D02292AE8A06}" dt="2021-10-11T15:21:03.014" v="240" actId="478"/>
          <ac:picMkLst>
            <pc:docMk/>
            <pc:sldMk cId="2858790055" sldId="319"/>
            <ac:picMk id="8" creationId="{9EA01172-4D6F-47E8-95EA-BFB099890B58}"/>
          </ac:picMkLst>
        </pc:picChg>
        <pc:picChg chg="del mod">
          <ac:chgData name="Guilherme Micota Stipp" userId="7d8a6ee1e82349c3" providerId="LiveId" clId="{3D27E967-7540-41C0-B007-D02292AE8A06}" dt="2021-10-11T01:54:14.267" v="24" actId="478"/>
          <ac:picMkLst>
            <pc:docMk/>
            <pc:sldMk cId="2858790055" sldId="319"/>
            <ac:picMk id="11" creationId="{606C9F08-4FF8-4086-AC8A-C71B96AEE746}"/>
          </ac:picMkLst>
        </pc:picChg>
        <pc:picChg chg="add mod">
          <ac:chgData name="Guilherme Micota Stipp" userId="7d8a6ee1e82349c3" providerId="LiveId" clId="{3D27E967-7540-41C0-B007-D02292AE8A06}" dt="2021-10-11T15:21:39.760" v="262" actId="14100"/>
          <ac:picMkLst>
            <pc:docMk/>
            <pc:sldMk cId="2858790055" sldId="319"/>
            <ac:picMk id="12" creationId="{4E45690B-EDBB-44BC-A272-03DB46B1A5CE}"/>
          </ac:picMkLst>
        </pc:picChg>
        <pc:picChg chg="add del mod">
          <ac:chgData name="Guilherme Micota Stipp" userId="7d8a6ee1e82349c3" providerId="LiveId" clId="{3D27E967-7540-41C0-B007-D02292AE8A06}" dt="2021-10-11T01:55:38.799" v="44" actId="478"/>
          <ac:picMkLst>
            <pc:docMk/>
            <pc:sldMk cId="2858790055" sldId="319"/>
            <ac:picMk id="13" creationId="{5B103093-0830-4A77-BC09-3943EA6AAC41}"/>
          </ac:picMkLst>
        </pc:picChg>
        <pc:picChg chg="add mod">
          <ac:chgData name="Guilherme Micota Stipp" userId="7d8a6ee1e82349c3" providerId="LiveId" clId="{3D27E967-7540-41C0-B007-D02292AE8A06}" dt="2021-10-11T15:21:32.436" v="257" actId="14100"/>
          <ac:picMkLst>
            <pc:docMk/>
            <pc:sldMk cId="2858790055" sldId="319"/>
            <ac:picMk id="14" creationId="{514EBC57-8CB0-45EB-82A4-38EC56E9D457}"/>
          </ac:picMkLst>
        </pc:picChg>
        <pc:picChg chg="add del mod">
          <ac:chgData name="Guilherme Micota Stipp" userId="7d8a6ee1e82349c3" providerId="LiveId" clId="{3D27E967-7540-41C0-B007-D02292AE8A06}" dt="2021-10-11T02:17:19.964" v="159" actId="478"/>
          <ac:picMkLst>
            <pc:docMk/>
            <pc:sldMk cId="2858790055" sldId="319"/>
            <ac:picMk id="15" creationId="{5724A10A-ED52-4FF7-9ADB-8F4536F16A4F}"/>
          </ac:picMkLst>
        </pc:picChg>
        <pc:picChg chg="add del mod">
          <ac:chgData name="Guilherme Micota Stipp" userId="7d8a6ee1e82349c3" providerId="LiveId" clId="{3D27E967-7540-41C0-B007-D02292AE8A06}" dt="2021-10-11T02:18:31.581" v="169" actId="478"/>
          <ac:picMkLst>
            <pc:docMk/>
            <pc:sldMk cId="2858790055" sldId="319"/>
            <ac:picMk id="17" creationId="{4C9B30FA-5828-4623-B2C0-045FDF1A12DA}"/>
          </ac:picMkLst>
        </pc:picChg>
        <pc:picChg chg="add del mod">
          <ac:chgData name="Guilherme Micota Stipp" userId="7d8a6ee1e82349c3" providerId="LiveId" clId="{3D27E967-7540-41C0-B007-D02292AE8A06}" dt="2021-10-11T15:20:40.098" v="213" actId="478"/>
          <ac:picMkLst>
            <pc:docMk/>
            <pc:sldMk cId="2858790055" sldId="319"/>
            <ac:picMk id="19" creationId="{41430D2F-7DE1-4B11-A46C-E047A5012E1F}"/>
          </ac:picMkLst>
        </pc:picChg>
      </pc:sldChg>
      <pc:sldChg chg="add">
        <pc:chgData name="Guilherme Micota Stipp" userId="7d8a6ee1e82349c3" providerId="LiveId" clId="{3D27E967-7540-41C0-B007-D02292AE8A06}" dt="2021-10-11T01:55:36.407" v="42" actId="2890"/>
        <pc:sldMkLst>
          <pc:docMk/>
          <pc:sldMk cId="2428610228" sldId="320"/>
        </pc:sldMkLst>
      </pc:sldChg>
      <pc:sldChg chg="del">
        <pc:chgData name="Guilherme Micota Stipp" userId="7d8a6ee1e82349c3" providerId="LiveId" clId="{3D27E967-7540-41C0-B007-D02292AE8A06}" dt="2021-10-11T01:53:57.249" v="5" actId="47"/>
        <pc:sldMkLst>
          <pc:docMk/>
          <pc:sldMk cId="3911989993" sldId="320"/>
        </pc:sldMkLst>
      </pc:sldChg>
      <pc:sldChg chg="addSp delSp modSp add mod ord">
        <pc:chgData name="Guilherme Micota Stipp" userId="7d8a6ee1e82349c3" providerId="LiveId" clId="{3D27E967-7540-41C0-B007-D02292AE8A06}" dt="2021-10-11T01:56:20.725" v="67" actId="14100"/>
        <pc:sldMkLst>
          <pc:docMk/>
          <pc:sldMk cId="208367571" sldId="321"/>
        </pc:sldMkLst>
        <pc:picChg chg="add mod">
          <ac:chgData name="Guilherme Micota Stipp" userId="7d8a6ee1e82349c3" providerId="LiveId" clId="{3D27E967-7540-41C0-B007-D02292AE8A06}" dt="2021-10-11T01:56:20.725" v="67" actId="14100"/>
          <ac:picMkLst>
            <pc:docMk/>
            <pc:sldMk cId="208367571" sldId="321"/>
            <ac:picMk id="8" creationId="{8A515E6F-ACD3-42CE-8EBC-DEC684A72215}"/>
          </ac:picMkLst>
        </pc:picChg>
        <pc:picChg chg="del">
          <ac:chgData name="Guilherme Micota Stipp" userId="7d8a6ee1e82349c3" providerId="LiveId" clId="{3D27E967-7540-41C0-B007-D02292AE8A06}" dt="2021-10-11T01:56:06.945" v="58" actId="478"/>
          <ac:picMkLst>
            <pc:docMk/>
            <pc:sldMk cId="208367571" sldId="321"/>
            <ac:picMk id="15" creationId="{5724A10A-ED52-4FF7-9ADB-8F4536F16A4F}"/>
          </ac:picMkLst>
        </pc:picChg>
      </pc:sldChg>
      <pc:sldChg chg="add">
        <pc:chgData name="Guilherme Micota Stipp" userId="7d8a6ee1e82349c3" providerId="LiveId" clId="{3D27E967-7540-41C0-B007-D02292AE8A06}" dt="2021-10-11T02:17:17.609" v="157" actId="2890"/>
        <pc:sldMkLst>
          <pc:docMk/>
          <pc:sldMk cId="484421625" sldId="322"/>
        </pc:sldMkLst>
      </pc:sldChg>
      <pc:sldChg chg="add del">
        <pc:chgData name="Guilherme Micota Stipp" userId="7d8a6ee1e82349c3" providerId="LiveId" clId="{3D27E967-7540-41C0-B007-D02292AE8A06}" dt="2021-10-11T02:39:19.696" v="212" actId="47"/>
        <pc:sldMkLst>
          <pc:docMk/>
          <pc:sldMk cId="2341697025" sldId="323"/>
        </pc:sldMkLst>
      </pc:sldChg>
    </pc:docChg>
  </pc:docChgLst>
  <pc:docChgLst>
    <pc:chgData name="Guilherme Micota Stipp" userId="7d8a6ee1e82349c3" providerId="LiveId" clId="{EB16C64B-3821-4F08-90F6-A66B4D7BBD5E}"/>
    <pc:docChg chg="undo custSel addSld delSld modSld">
      <pc:chgData name="Guilherme Micota Stipp" userId="7d8a6ee1e82349c3" providerId="LiveId" clId="{EB16C64B-3821-4F08-90F6-A66B4D7BBD5E}" dt="2022-01-10T16:48:12.161" v="441" actId="14100"/>
      <pc:docMkLst>
        <pc:docMk/>
      </pc:docMkLst>
      <pc:sldChg chg="del">
        <pc:chgData name="Guilherme Micota Stipp" userId="7d8a6ee1e82349c3" providerId="LiveId" clId="{EB16C64B-3821-4F08-90F6-A66B4D7BBD5E}" dt="2022-01-08T13:30:56.063" v="5" actId="47"/>
        <pc:sldMkLst>
          <pc:docMk/>
          <pc:sldMk cId="2303623379" sldId="359"/>
        </pc:sldMkLst>
      </pc:sldChg>
      <pc:sldChg chg="addSp delSp modSp mod">
        <pc:chgData name="Guilherme Micota Stipp" userId="7d8a6ee1e82349c3" providerId="LiveId" clId="{EB16C64B-3821-4F08-90F6-A66B4D7BBD5E}" dt="2022-01-09T00:45:10.099" v="195" actId="14100"/>
        <pc:sldMkLst>
          <pc:docMk/>
          <pc:sldMk cId="1205252436" sldId="360"/>
        </pc:sldMkLst>
        <pc:spChg chg="mod">
          <ac:chgData name="Guilherme Micota Stipp" userId="7d8a6ee1e82349c3" providerId="LiveId" clId="{EB16C64B-3821-4F08-90F6-A66B4D7BBD5E}" dt="2022-01-08T13:31:02.718" v="17" actId="20577"/>
          <ac:spMkLst>
            <pc:docMk/>
            <pc:sldMk cId="1205252436" sldId="360"/>
            <ac:spMk id="10" creationId="{0DC30F15-2778-418E-A2EF-BEAEC6F95C4E}"/>
          </ac:spMkLst>
        </pc:spChg>
        <pc:picChg chg="del">
          <ac:chgData name="Guilherme Micota Stipp" userId="7d8a6ee1e82349c3" providerId="LiveId" clId="{EB16C64B-3821-4F08-90F6-A66B4D7BBD5E}" dt="2022-01-08T13:31:04.561" v="18" actId="478"/>
          <ac:picMkLst>
            <pc:docMk/>
            <pc:sldMk cId="1205252436" sldId="360"/>
            <ac:picMk id="8" creationId="{B5710F19-262B-4DA5-BE59-3CCF29C2E6A0}"/>
          </ac:picMkLst>
        </pc:picChg>
        <pc:picChg chg="add mod">
          <ac:chgData name="Guilherme Micota Stipp" userId="7d8a6ee1e82349c3" providerId="LiveId" clId="{EB16C64B-3821-4F08-90F6-A66B4D7BBD5E}" dt="2022-01-09T00:45:10.099" v="195" actId="14100"/>
          <ac:picMkLst>
            <pc:docMk/>
            <pc:sldMk cId="1205252436" sldId="360"/>
            <ac:picMk id="11" creationId="{3DB5C0F9-E460-463F-9BAD-2A5D52FA4B04}"/>
          </ac:picMkLst>
        </pc:picChg>
      </pc:sldChg>
      <pc:sldChg chg="del">
        <pc:chgData name="Guilherme Micota Stipp" userId="7d8a6ee1e82349c3" providerId="LiveId" clId="{EB16C64B-3821-4F08-90F6-A66B4D7BBD5E}" dt="2022-01-08T13:30:53.845" v="0" actId="47"/>
        <pc:sldMkLst>
          <pc:docMk/>
          <pc:sldMk cId="2212600484" sldId="361"/>
        </pc:sldMkLst>
      </pc:sldChg>
      <pc:sldChg chg="addSp delSp modSp add mod">
        <pc:chgData name="Guilherme Micota Stipp" userId="7d8a6ee1e82349c3" providerId="LiveId" clId="{EB16C64B-3821-4F08-90F6-A66B4D7BBD5E}" dt="2022-01-08T21:21:13.439" v="102" actId="1076"/>
        <pc:sldMkLst>
          <pc:docMk/>
          <pc:sldMk cId="3125320457" sldId="361"/>
        </pc:sldMkLst>
        <pc:spChg chg="mod">
          <ac:chgData name="Guilherme Micota Stipp" userId="7d8a6ee1e82349c3" providerId="LiveId" clId="{EB16C64B-3821-4F08-90F6-A66B4D7BBD5E}" dt="2022-01-08T13:31:13.059" v="27" actId="20577"/>
          <ac:spMkLst>
            <pc:docMk/>
            <pc:sldMk cId="3125320457" sldId="361"/>
            <ac:spMk id="10" creationId="{0DC30F15-2778-418E-A2EF-BEAEC6F95C4E}"/>
          </ac:spMkLst>
        </pc:spChg>
        <pc:picChg chg="add del mod">
          <ac:chgData name="Guilherme Micota Stipp" userId="7d8a6ee1e82349c3" providerId="LiveId" clId="{EB16C64B-3821-4F08-90F6-A66B4D7BBD5E}" dt="2022-01-08T21:19:17.548" v="91" actId="478"/>
          <ac:picMkLst>
            <pc:docMk/>
            <pc:sldMk cId="3125320457" sldId="361"/>
            <ac:picMk id="8" creationId="{48524E3C-AA90-466E-84D5-40A333F6B504}"/>
          </ac:picMkLst>
        </pc:picChg>
        <pc:picChg chg="add mod">
          <ac:chgData name="Guilherme Micota Stipp" userId="7d8a6ee1e82349c3" providerId="LiveId" clId="{EB16C64B-3821-4F08-90F6-A66B4D7BBD5E}" dt="2022-01-08T21:21:13.439" v="102" actId="1076"/>
          <ac:picMkLst>
            <pc:docMk/>
            <pc:sldMk cId="3125320457" sldId="361"/>
            <ac:picMk id="12" creationId="{904F1AD7-C318-456F-9425-7DCCF5859B20}"/>
          </ac:picMkLst>
        </pc:picChg>
      </pc:sldChg>
      <pc:sldChg chg="del">
        <pc:chgData name="Guilherme Micota Stipp" userId="7d8a6ee1e82349c3" providerId="LiveId" clId="{EB16C64B-3821-4F08-90F6-A66B4D7BBD5E}" dt="2022-01-08T13:30:54.376" v="1" actId="47"/>
        <pc:sldMkLst>
          <pc:docMk/>
          <pc:sldMk cId="1906749985" sldId="362"/>
        </pc:sldMkLst>
      </pc:sldChg>
      <pc:sldChg chg="addSp modSp add mod">
        <pc:chgData name="Guilherme Micota Stipp" userId="7d8a6ee1e82349c3" providerId="LiveId" clId="{EB16C64B-3821-4F08-90F6-A66B4D7BBD5E}" dt="2022-01-09T00:54:43.749" v="221"/>
        <pc:sldMkLst>
          <pc:docMk/>
          <pc:sldMk cId="4105453421" sldId="362"/>
        </pc:sldMkLst>
        <pc:spChg chg="mod">
          <ac:chgData name="Guilherme Micota Stipp" userId="7d8a6ee1e82349c3" providerId="LiveId" clId="{EB16C64B-3821-4F08-90F6-A66B4D7BBD5E}" dt="2022-01-09T00:54:43.749" v="221"/>
          <ac:spMkLst>
            <pc:docMk/>
            <pc:sldMk cId="4105453421" sldId="362"/>
            <ac:spMk id="10" creationId="{0DC30F15-2778-418E-A2EF-BEAEC6F95C4E}"/>
          </ac:spMkLst>
        </pc:spChg>
        <pc:picChg chg="add mod">
          <ac:chgData name="Guilherme Micota Stipp" userId="7d8a6ee1e82349c3" providerId="LiveId" clId="{EB16C64B-3821-4F08-90F6-A66B4D7BBD5E}" dt="2022-01-09T00:54:30.190" v="218" actId="14100"/>
          <ac:picMkLst>
            <pc:docMk/>
            <pc:sldMk cId="4105453421" sldId="362"/>
            <ac:picMk id="8" creationId="{8AF6CC41-0D96-4EB0-AD0D-F3907534E063}"/>
          </ac:picMkLst>
        </pc:picChg>
      </pc:sldChg>
      <pc:sldChg chg="addSp modSp add mod">
        <pc:chgData name="Guilherme Micota Stipp" userId="7d8a6ee1e82349c3" providerId="LiveId" clId="{EB16C64B-3821-4F08-90F6-A66B4D7BBD5E}" dt="2022-01-08T13:42:34.593" v="62" actId="14100"/>
        <pc:sldMkLst>
          <pc:docMk/>
          <pc:sldMk cId="4099700318" sldId="363"/>
        </pc:sldMkLst>
        <pc:spChg chg="mod">
          <ac:chgData name="Guilherme Micota Stipp" userId="7d8a6ee1e82349c3" providerId="LiveId" clId="{EB16C64B-3821-4F08-90F6-A66B4D7BBD5E}" dt="2022-01-08T13:32:00.304" v="52" actId="20577"/>
          <ac:spMkLst>
            <pc:docMk/>
            <pc:sldMk cId="4099700318" sldId="363"/>
            <ac:spMk id="10" creationId="{0DC30F15-2778-418E-A2EF-BEAEC6F95C4E}"/>
          </ac:spMkLst>
        </pc:spChg>
        <pc:picChg chg="add mod">
          <ac:chgData name="Guilherme Micota Stipp" userId="7d8a6ee1e82349c3" providerId="LiveId" clId="{EB16C64B-3821-4F08-90F6-A66B4D7BBD5E}" dt="2022-01-08T13:42:34.593" v="62" actId="14100"/>
          <ac:picMkLst>
            <pc:docMk/>
            <pc:sldMk cId="4099700318" sldId="363"/>
            <ac:picMk id="8" creationId="{5D484766-978A-4DC5-8D18-B95B2BAA14BA}"/>
          </ac:picMkLst>
        </pc:picChg>
      </pc:sldChg>
      <pc:sldChg chg="addSp delSp modSp add mod">
        <pc:chgData name="Guilherme Micota Stipp" userId="7d8a6ee1e82349c3" providerId="LiveId" clId="{EB16C64B-3821-4F08-90F6-A66B4D7BBD5E}" dt="2022-01-09T00:39:33.621" v="175" actId="14100"/>
        <pc:sldMkLst>
          <pc:docMk/>
          <pc:sldMk cId="269120577" sldId="364"/>
        </pc:sldMkLst>
        <pc:picChg chg="del">
          <ac:chgData name="Guilherme Micota Stipp" userId="7d8a6ee1e82349c3" providerId="LiveId" clId="{EB16C64B-3821-4F08-90F6-A66B4D7BBD5E}" dt="2022-01-08T18:55:03.547" v="90" actId="478"/>
          <ac:picMkLst>
            <pc:docMk/>
            <pc:sldMk cId="269120577" sldId="364"/>
            <ac:picMk id="8" creationId="{48524E3C-AA90-466E-84D5-40A333F6B504}"/>
          </ac:picMkLst>
        </pc:picChg>
        <pc:picChg chg="add del mod">
          <ac:chgData name="Guilherme Micota Stipp" userId="7d8a6ee1e82349c3" providerId="LiveId" clId="{EB16C64B-3821-4F08-90F6-A66B4D7BBD5E}" dt="2022-01-08T22:03:32.789" v="132" actId="478"/>
          <ac:picMkLst>
            <pc:docMk/>
            <pc:sldMk cId="269120577" sldId="364"/>
            <ac:picMk id="11" creationId="{09B0ADE2-84B2-486F-837B-9392A8A9ECDF}"/>
          </ac:picMkLst>
        </pc:picChg>
        <pc:picChg chg="add del mod">
          <ac:chgData name="Guilherme Micota Stipp" userId="7d8a6ee1e82349c3" providerId="LiveId" clId="{EB16C64B-3821-4F08-90F6-A66B4D7BBD5E}" dt="2022-01-09T00:39:19.358" v="150" actId="478"/>
          <ac:picMkLst>
            <pc:docMk/>
            <pc:sldMk cId="269120577" sldId="364"/>
            <ac:picMk id="13" creationId="{C1234A12-FE14-4E4E-987F-99C965F954E4}"/>
          </ac:picMkLst>
        </pc:picChg>
        <pc:picChg chg="add mod">
          <ac:chgData name="Guilherme Micota Stipp" userId="7d8a6ee1e82349c3" providerId="LiveId" clId="{EB16C64B-3821-4F08-90F6-A66B4D7BBD5E}" dt="2022-01-09T00:39:33.621" v="175" actId="14100"/>
          <ac:picMkLst>
            <pc:docMk/>
            <pc:sldMk cId="269120577" sldId="364"/>
            <ac:picMk id="15" creationId="{433F7224-5F07-486C-B014-87836B3C3C78}"/>
          </ac:picMkLst>
        </pc:picChg>
      </pc:sldChg>
      <pc:sldChg chg="del">
        <pc:chgData name="Guilherme Micota Stipp" userId="7d8a6ee1e82349c3" providerId="LiveId" clId="{EB16C64B-3821-4F08-90F6-A66B4D7BBD5E}" dt="2022-01-08T13:30:54.766" v="2" actId="47"/>
        <pc:sldMkLst>
          <pc:docMk/>
          <pc:sldMk cId="1527682639" sldId="364"/>
        </pc:sldMkLst>
      </pc:sldChg>
      <pc:sldChg chg="addSp delSp modSp add mod">
        <pc:chgData name="Guilherme Micota Stipp" userId="7d8a6ee1e82349c3" providerId="LiveId" clId="{EB16C64B-3821-4F08-90F6-A66B4D7BBD5E}" dt="2022-01-09T01:11:36.244" v="245" actId="14100"/>
        <pc:sldMkLst>
          <pc:docMk/>
          <pc:sldMk cId="1455387462" sldId="365"/>
        </pc:sldMkLst>
        <pc:picChg chg="del">
          <ac:chgData name="Guilherme Micota Stipp" userId="7d8a6ee1e82349c3" providerId="LiveId" clId="{EB16C64B-3821-4F08-90F6-A66B4D7BBD5E}" dt="2022-01-09T00:54:34.626" v="220" actId="478"/>
          <ac:picMkLst>
            <pc:docMk/>
            <pc:sldMk cId="1455387462" sldId="365"/>
            <ac:picMk id="8" creationId="{8AF6CC41-0D96-4EB0-AD0D-F3907534E063}"/>
          </ac:picMkLst>
        </pc:picChg>
        <pc:picChg chg="add mod">
          <ac:chgData name="Guilherme Micota Stipp" userId="7d8a6ee1e82349c3" providerId="LiveId" clId="{EB16C64B-3821-4F08-90F6-A66B4D7BBD5E}" dt="2022-01-09T01:11:36.244" v="245" actId="14100"/>
          <ac:picMkLst>
            <pc:docMk/>
            <pc:sldMk cId="1455387462" sldId="365"/>
            <ac:picMk id="11" creationId="{915BEA5F-9143-404D-AD24-779C94F7AA1A}"/>
          </ac:picMkLst>
        </pc:picChg>
      </pc:sldChg>
      <pc:sldChg chg="del">
        <pc:chgData name="Guilherme Micota Stipp" userId="7d8a6ee1e82349c3" providerId="LiveId" clId="{EB16C64B-3821-4F08-90F6-A66B4D7BBD5E}" dt="2022-01-08T13:30:55.141" v="3" actId="47"/>
        <pc:sldMkLst>
          <pc:docMk/>
          <pc:sldMk cId="2026391802" sldId="365"/>
        </pc:sldMkLst>
      </pc:sldChg>
      <pc:sldChg chg="addSp delSp modSp add mod">
        <pc:chgData name="Guilherme Micota Stipp" userId="7d8a6ee1e82349c3" providerId="LiveId" clId="{EB16C64B-3821-4F08-90F6-A66B4D7BBD5E}" dt="2022-01-09T01:20:57.039" v="306" actId="14100"/>
        <pc:sldMkLst>
          <pc:docMk/>
          <pc:sldMk cId="3159474998" sldId="366"/>
        </pc:sldMkLst>
        <pc:spChg chg="mod">
          <ac:chgData name="Guilherme Micota Stipp" userId="7d8a6ee1e82349c3" providerId="LiveId" clId="{EB16C64B-3821-4F08-90F6-A66B4D7BBD5E}" dt="2022-01-09T01:11:55.306" v="286" actId="20577"/>
          <ac:spMkLst>
            <pc:docMk/>
            <pc:sldMk cId="3159474998" sldId="366"/>
            <ac:spMk id="10" creationId="{0DC30F15-2778-418E-A2EF-BEAEC6F95C4E}"/>
          </ac:spMkLst>
        </pc:spChg>
        <pc:picChg chg="add mod">
          <ac:chgData name="Guilherme Micota Stipp" userId="7d8a6ee1e82349c3" providerId="LiveId" clId="{EB16C64B-3821-4F08-90F6-A66B4D7BBD5E}" dt="2022-01-09T01:20:57.039" v="306" actId="14100"/>
          <ac:picMkLst>
            <pc:docMk/>
            <pc:sldMk cId="3159474998" sldId="366"/>
            <ac:picMk id="8" creationId="{FC9AFDAA-F51A-4514-98C6-F555D70448DF}"/>
          </ac:picMkLst>
        </pc:picChg>
        <pc:picChg chg="del">
          <ac:chgData name="Guilherme Micota Stipp" userId="7d8a6ee1e82349c3" providerId="LiveId" clId="{EB16C64B-3821-4F08-90F6-A66B4D7BBD5E}" dt="2022-01-09T01:11:42.321" v="247" actId="478"/>
          <ac:picMkLst>
            <pc:docMk/>
            <pc:sldMk cId="3159474998" sldId="366"/>
            <ac:picMk id="11" creationId="{915BEA5F-9143-404D-AD24-779C94F7AA1A}"/>
          </ac:picMkLst>
        </pc:picChg>
      </pc:sldChg>
      <pc:sldChg chg="del">
        <pc:chgData name="Guilherme Micota Stipp" userId="7d8a6ee1e82349c3" providerId="LiveId" clId="{EB16C64B-3821-4F08-90F6-A66B4D7BBD5E}" dt="2022-01-08T13:30:55.485" v="4" actId="47"/>
        <pc:sldMkLst>
          <pc:docMk/>
          <pc:sldMk cId="4199212434" sldId="366"/>
        </pc:sldMkLst>
      </pc:sldChg>
      <pc:sldChg chg="del">
        <pc:chgData name="Guilherme Micota Stipp" userId="7d8a6ee1e82349c3" providerId="LiveId" clId="{EB16C64B-3821-4F08-90F6-A66B4D7BBD5E}" dt="2022-01-08T13:30:56.735" v="6" actId="47"/>
        <pc:sldMkLst>
          <pc:docMk/>
          <pc:sldMk cId="1477072506" sldId="367"/>
        </pc:sldMkLst>
      </pc:sldChg>
      <pc:sldChg chg="addSp delSp modSp add mod">
        <pc:chgData name="Guilherme Micota Stipp" userId="7d8a6ee1e82349c3" providerId="LiveId" clId="{EB16C64B-3821-4F08-90F6-A66B4D7BBD5E}" dt="2022-01-10T16:48:12.161" v="441" actId="14100"/>
        <pc:sldMkLst>
          <pc:docMk/>
          <pc:sldMk cId="3703355201" sldId="367"/>
        </pc:sldMkLst>
        <pc:spChg chg="mod">
          <ac:chgData name="Guilherme Micota Stipp" userId="7d8a6ee1e82349c3" providerId="LiveId" clId="{EB16C64B-3821-4F08-90F6-A66B4D7BBD5E}" dt="2022-01-10T16:42:16.478" v="409" actId="20577"/>
          <ac:spMkLst>
            <pc:docMk/>
            <pc:sldMk cId="3703355201" sldId="367"/>
            <ac:spMk id="10" creationId="{0DC30F15-2778-418E-A2EF-BEAEC6F95C4E}"/>
          </ac:spMkLst>
        </pc:spChg>
        <pc:picChg chg="del">
          <ac:chgData name="Guilherme Micota Stipp" userId="7d8a6ee1e82349c3" providerId="LiveId" clId="{EB16C64B-3821-4F08-90F6-A66B4D7BBD5E}" dt="2022-01-10T14:36:20.045" v="309" actId="478"/>
          <ac:picMkLst>
            <pc:docMk/>
            <pc:sldMk cId="3703355201" sldId="367"/>
            <ac:picMk id="8" creationId="{FC9AFDAA-F51A-4514-98C6-F555D70448DF}"/>
          </ac:picMkLst>
        </pc:picChg>
        <pc:picChg chg="add mod">
          <ac:chgData name="Guilherme Micota Stipp" userId="7d8a6ee1e82349c3" providerId="LiveId" clId="{EB16C64B-3821-4F08-90F6-A66B4D7BBD5E}" dt="2022-01-10T16:48:12.161" v="441" actId="14100"/>
          <ac:picMkLst>
            <pc:docMk/>
            <pc:sldMk cId="3703355201" sldId="367"/>
            <ac:picMk id="11" creationId="{6C3A006C-AFD1-455E-AFE0-3D345C454DD2}"/>
          </ac:picMkLst>
        </pc:picChg>
      </pc:sldChg>
      <pc:sldChg chg="addSp delSp modSp add mod">
        <pc:chgData name="Guilherme Micota Stipp" userId="7d8a6ee1e82349c3" providerId="LiveId" clId="{EB16C64B-3821-4F08-90F6-A66B4D7BBD5E}" dt="2022-01-10T16:12:23.115" v="400" actId="14100"/>
        <pc:sldMkLst>
          <pc:docMk/>
          <pc:sldMk cId="2808294949" sldId="368"/>
        </pc:sldMkLst>
        <pc:spChg chg="mod">
          <ac:chgData name="Guilherme Micota Stipp" userId="7d8a6ee1e82349c3" providerId="LiveId" clId="{EB16C64B-3821-4F08-90F6-A66B4D7BBD5E}" dt="2022-01-10T14:37:05.246" v="379" actId="20577"/>
          <ac:spMkLst>
            <pc:docMk/>
            <pc:sldMk cId="2808294949" sldId="368"/>
            <ac:spMk id="10" creationId="{0DC30F15-2778-418E-A2EF-BEAEC6F95C4E}"/>
          </ac:spMkLst>
        </pc:spChg>
        <pc:picChg chg="del">
          <ac:chgData name="Guilherme Micota Stipp" userId="7d8a6ee1e82349c3" providerId="LiveId" clId="{EB16C64B-3821-4F08-90F6-A66B4D7BBD5E}" dt="2022-01-10T14:36:21.320" v="310" actId="478"/>
          <ac:picMkLst>
            <pc:docMk/>
            <pc:sldMk cId="2808294949" sldId="368"/>
            <ac:picMk id="8" creationId="{FC9AFDAA-F51A-4514-98C6-F555D70448DF}"/>
          </ac:picMkLst>
        </pc:picChg>
        <pc:picChg chg="add mod">
          <ac:chgData name="Guilherme Micota Stipp" userId="7d8a6ee1e82349c3" providerId="LiveId" clId="{EB16C64B-3821-4F08-90F6-A66B4D7BBD5E}" dt="2022-01-10T16:12:23.115" v="400" actId="14100"/>
          <ac:picMkLst>
            <pc:docMk/>
            <pc:sldMk cId="2808294949" sldId="368"/>
            <ac:picMk id="11" creationId="{BFD8629F-55E3-4B13-98F1-D656F7CA6715}"/>
          </ac:picMkLst>
        </pc:picChg>
      </pc:sldChg>
    </pc:docChg>
  </pc:docChgLst>
  <pc:docChgLst>
    <pc:chgData name="Guilherme Micota Stipp" userId="7d8a6ee1e82349c3" providerId="LiveId" clId="{F6E6A899-6286-4DBA-AE4F-37307AAB2B6F}"/>
    <pc:docChg chg="undo custSel addSld delSld modSld sldOrd">
      <pc:chgData name="Guilherme Micota Stipp" userId="7d8a6ee1e82349c3" providerId="LiveId" clId="{F6E6A899-6286-4DBA-AE4F-37307AAB2B6F}" dt="2021-11-01T18:43:33.751" v="397" actId="1037"/>
      <pc:docMkLst>
        <pc:docMk/>
      </pc:docMkLst>
      <pc:sldChg chg="modSp mod">
        <pc:chgData name="Guilherme Micota Stipp" userId="7d8a6ee1e82349c3" providerId="LiveId" clId="{F6E6A899-6286-4DBA-AE4F-37307AAB2B6F}" dt="2021-10-31T18:30:48.364" v="14" actId="20577"/>
        <pc:sldMkLst>
          <pc:docMk/>
          <pc:sldMk cId="3178680452" sldId="256"/>
        </pc:sldMkLst>
        <pc:spChg chg="mod">
          <ac:chgData name="Guilherme Micota Stipp" userId="7d8a6ee1e82349c3" providerId="LiveId" clId="{F6E6A899-6286-4DBA-AE4F-37307AAB2B6F}" dt="2021-10-31T18:30:48.364" v="14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F6E6A899-6286-4DBA-AE4F-37307AAB2B6F}" dt="2021-10-31T18:30:41.894" v="6" actId="47"/>
        <pc:sldMkLst>
          <pc:docMk/>
          <pc:sldMk cId="2966454573" sldId="305"/>
        </pc:sldMkLst>
      </pc:sldChg>
      <pc:sldChg chg="del">
        <pc:chgData name="Guilherme Micota Stipp" userId="7d8a6ee1e82349c3" providerId="LiveId" clId="{F6E6A899-6286-4DBA-AE4F-37307AAB2B6F}" dt="2021-10-31T18:30:31.783" v="2" actId="47"/>
        <pc:sldMkLst>
          <pc:docMk/>
          <pc:sldMk cId="2975322907" sldId="323"/>
        </pc:sldMkLst>
      </pc:sldChg>
      <pc:sldChg chg="del">
        <pc:chgData name="Guilherme Micota Stipp" userId="7d8a6ee1e82349c3" providerId="LiveId" clId="{F6E6A899-6286-4DBA-AE4F-37307AAB2B6F}" dt="2021-10-31T18:30:35.916" v="4" actId="47"/>
        <pc:sldMkLst>
          <pc:docMk/>
          <pc:sldMk cId="570095097" sldId="324"/>
        </pc:sldMkLst>
      </pc:sldChg>
      <pc:sldChg chg="del">
        <pc:chgData name="Guilherme Micota Stipp" userId="7d8a6ee1e82349c3" providerId="LiveId" clId="{F6E6A899-6286-4DBA-AE4F-37307AAB2B6F}" dt="2021-10-31T18:30:32.407" v="3" actId="47"/>
        <pc:sldMkLst>
          <pc:docMk/>
          <pc:sldMk cId="3398708025" sldId="325"/>
        </pc:sldMkLst>
      </pc:sldChg>
      <pc:sldChg chg="del">
        <pc:chgData name="Guilherme Micota Stipp" userId="7d8a6ee1e82349c3" providerId="LiveId" clId="{F6E6A899-6286-4DBA-AE4F-37307AAB2B6F}" dt="2021-10-31T18:30:31.366" v="1" actId="47"/>
        <pc:sldMkLst>
          <pc:docMk/>
          <pc:sldMk cId="4191151455" sldId="326"/>
        </pc:sldMkLst>
      </pc:sldChg>
      <pc:sldChg chg="del">
        <pc:chgData name="Guilherme Micota Stipp" userId="7d8a6ee1e82349c3" providerId="LiveId" clId="{F6E6A899-6286-4DBA-AE4F-37307AAB2B6F}" dt="2021-10-31T18:30:30.895" v="0" actId="47"/>
        <pc:sldMkLst>
          <pc:docMk/>
          <pc:sldMk cId="3821362746" sldId="327"/>
        </pc:sldMkLst>
      </pc:sldChg>
      <pc:sldChg chg="addSp delSp modSp mod">
        <pc:chgData name="Guilherme Micota Stipp" userId="7d8a6ee1e82349c3" providerId="LiveId" clId="{F6E6A899-6286-4DBA-AE4F-37307AAB2B6F}" dt="2021-11-01T15:40:26.488" v="312" actId="14100"/>
        <pc:sldMkLst>
          <pc:docMk/>
          <pc:sldMk cId="3026180355" sldId="328"/>
        </pc:sldMkLst>
        <pc:spChg chg="mod">
          <ac:chgData name="Guilherme Micota Stipp" userId="7d8a6ee1e82349c3" providerId="LiveId" clId="{F6E6A899-6286-4DBA-AE4F-37307AAB2B6F}" dt="2021-10-31T18:30:57.459" v="17"/>
          <ac:spMkLst>
            <pc:docMk/>
            <pc:sldMk cId="3026180355" sldId="328"/>
            <ac:spMk id="4" creationId="{2A67854E-8517-42A3-8969-210A77F2C314}"/>
          </ac:spMkLst>
        </pc:spChg>
        <pc:spChg chg="mod">
          <ac:chgData name="Guilherme Micota Stipp" userId="7d8a6ee1e82349c3" providerId="LiveId" clId="{F6E6A899-6286-4DBA-AE4F-37307AAB2B6F}" dt="2021-11-01T15:20:20.378" v="303" actId="20577"/>
          <ac:spMkLst>
            <pc:docMk/>
            <pc:sldMk cId="3026180355" sldId="328"/>
            <ac:spMk id="10" creationId="{0DC30F15-2778-418E-A2EF-BEAEC6F95C4E}"/>
          </ac:spMkLst>
        </pc:spChg>
        <pc:picChg chg="add del mod">
          <ac:chgData name="Guilherme Micota Stipp" userId="7d8a6ee1e82349c3" providerId="LiveId" clId="{F6E6A899-6286-4DBA-AE4F-37307AAB2B6F}" dt="2021-10-31T22:56:11.591" v="66" actId="478"/>
          <ac:picMkLst>
            <pc:docMk/>
            <pc:sldMk cId="3026180355" sldId="328"/>
            <ac:picMk id="8" creationId="{CEF43C8B-30DD-42C7-89CF-E5873DF11E06}"/>
          </ac:picMkLst>
        </pc:picChg>
        <pc:picChg chg="add del mod">
          <ac:chgData name="Guilherme Micota Stipp" userId="7d8a6ee1e82349c3" providerId="LiveId" clId="{F6E6A899-6286-4DBA-AE4F-37307AAB2B6F}" dt="2021-11-01T13:17:28.875" v="150" actId="478"/>
          <ac:picMkLst>
            <pc:docMk/>
            <pc:sldMk cId="3026180355" sldId="328"/>
            <ac:picMk id="8" creationId="{F14CF4EA-71B3-4D8A-B658-873D291D6679}"/>
          </ac:picMkLst>
        </pc:picChg>
        <pc:picChg chg="add del mod">
          <ac:chgData name="Guilherme Micota Stipp" userId="7d8a6ee1e82349c3" providerId="LiveId" clId="{F6E6A899-6286-4DBA-AE4F-37307AAB2B6F}" dt="2021-10-31T22:56:58.265" v="86" actId="478"/>
          <ac:picMkLst>
            <pc:docMk/>
            <pc:sldMk cId="3026180355" sldId="328"/>
            <ac:picMk id="11" creationId="{021B088B-EF36-4066-94A7-39E99493CAC1}"/>
          </ac:picMkLst>
        </pc:picChg>
        <pc:picChg chg="add del mod">
          <ac:chgData name="Guilherme Micota Stipp" userId="7d8a6ee1e82349c3" providerId="LiveId" clId="{F6E6A899-6286-4DBA-AE4F-37307AAB2B6F}" dt="2021-11-01T14:07:11.499" v="235" actId="478"/>
          <ac:picMkLst>
            <pc:docMk/>
            <pc:sldMk cId="3026180355" sldId="328"/>
            <ac:picMk id="12" creationId="{7DDF7AE5-C81E-49C2-B08C-BFCE54158732}"/>
          </ac:picMkLst>
        </pc:picChg>
        <pc:picChg chg="add del mod">
          <ac:chgData name="Guilherme Micota Stipp" userId="7d8a6ee1e82349c3" providerId="LiveId" clId="{F6E6A899-6286-4DBA-AE4F-37307AAB2B6F}" dt="2021-10-31T23:23:45.305" v="99" actId="478"/>
          <ac:picMkLst>
            <pc:docMk/>
            <pc:sldMk cId="3026180355" sldId="328"/>
            <ac:picMk id="13" creationId="{C3DC3773-11E7-405D-B016-5E11E7DFC830}"/>
          </ac:picMkLst>
        </pc:picChg>
        <pc:picChg chg="add del mod">
          <ac:chgData name="Guilherme Micota Stipp" userId="7d8a6ee1e82349c3" providerId="LiveId" clId="{F6E6A899-6286-4DBA-AE4F-37307AAB2B6F}" dt="2021-11-01T15:20:06.588" v="273" actId="478"/>
          <ac:picMkLst>
            <pc:docMk/>
            <pc:sldMk cId="3026180355" sldId="328"/>
            <ac:picMk id="14" creationId="{6D5C9558-4CE7-4631-839B-9B8FBB3F6019}"/>
          </ac:picMkLst>
        </pc:picChg>
        <pc:picChg chg="add del mod">
          <ac:chgData name="Guilherme Micota Stipp" userId="7d8a6ee1e82349c3" providerId="LiveId" clId="{F6E6A899-6286-4DBA-AE4F-37307AAB2B6F}" dt="2021-10-31T23:24:06.091" v="111" actId="478"/>
          <ac:picMkLst>
            <pc:docMk/>
            <pc:sldMk cId="3026180355" sldId="328"/>
            <ac:picMk id="15" creationId="{52D2B3AB-34B9-4FF0-89BD-30847EB83CD1}"/>
          </ac:picMkLst>
        </pc:picChg>
        <pc:picChg chg="add mod">
          <ac:chgData name="Guilherme Micota Stipp" userId="7d8a6ee1e82349c3" providerId="LiveId" clId="{F6E6A899-6286-4DBA-AE4F-37307AAB2B6F}" dt="2021-11-01T15:40:26.488" v="312" actId="14100"/>
          <ac:picMkLst>
            <pc:docMk/>
            <pc:sldMk cId="3026180355" sldId="328"/>
            <ac:picMk id="16" creationId="{B79605C9-B445-4BF2-955F-9EE00EF59664}"/>
          </ac:picMkLst>
        </pc:picChg>
        <pc:picChg chg="add del mod">
          <ac:chgData name="Guilherme Micota Stipp" userId="7d8a6ee1e82349c3" providerId="LiveId" clId="{F6E6A899-6286-4DBA-AE4F-37307AAB2B6F}" dt="2021-10-31T23:28:59.908" v="128" actId="478"/>
          <ac:picMkLst>
            <pc:docMk/>
            <pc:sldMk cId="3026180355" sldId="328"/>
            <ac:picMk id="17" creationId="{19426B83-6291-4754-81F0-5F38FEBA551B}"/>
          </ac:picMkLst>
        </pc:picChg>
        <pc:picChg chg="del">
          <ac:chgData name="Guilherme Micota Stipp" userId="7d8a6ee1e82349c3" providerId="LiveId" clId="{F6E6A899-6286-4DBA-AE4F-37307AAB2B6F}" dt="2021-10-31T19:50:09.046" v="37" actId="478"/>
          <ac:picMkLst>
            <pc:docMk/>
            <pc:sldMk cId="3026180355" sldId="328"/>
            <ac:picMk id="17" creationId="{8B7C92F7-3DAA-4C0E-83A4-277E1E0520D5}"/>
          </ac:picMkLst>
        </pc:picChg>
        <pc:picChg chg="add del mod">
          <ac:chgData name="Guilherme Micota Stipp" userId="7d8a6ee1e82349c3" providerId="LiveId" clId="{F6E6A899-6286-4DBA-AE4F-37307AAB2B6F}" dt="2021-11-01T13:14:52.230" v="140" actId="478"/>
          <ac:picMkLst>
            <pc:docMk/>
            <pc:sldMk cId="3026180355" sldId="328"/>
            <ac:picMk id="19" creationId="{751A64A3-D3B9-4BF8-B317-91AEB3130F55}"/>
          </ac:picMkLst>
        </pc:picChg>
      </pc:sldChg>
      <pc:sldChg chg="del">
        <pc:chgData name="Guilherme Micota Stipp" userId="7d8a6ee1e82349c3" providerId="LiveId" clId="{F6E6A899-6286-4DBA-AE4F-37307AAB2B6F}" dt="2021-10-31T18:30:36.394" v="5" actId="47"/>
        <pc:sldMkLst>
          <pc:docMk/>
          <pc:sldMk cId="1457241197" sldId="329"/>
        </pc:sldMkLst>
      </pc:sldChg>
      <pc:sldChg chg="addSp delSp modSp add mod">
        <pc:chgData name="Guilherme Micota Stipp" userId="7d8a6ee1e82349c3" providerId="LiveId" clId="{F6E6A899-6286-4DBA-AE4F-37307AAB2B6F}" dt="2021-11-01T17:19:56.347" v="322" actId="14100"/>
        <pc:sldMkLst>
          <pc:docMk/>
          <pc:sldMk cId="2885106839" sldId="329"/>
        </pc:sldMkLst>
        <pc:picChg chg="add del mod">
          <ac:chgData name="Guilherme Micota Stipp" userId="7d8a6ee1e82349c3" providerId="LiveId" clId="{F6E6A899-6286-4DBA-AE4F-37307AAB2B6F}" dt="2021-11-01T14:08:41.354" v="249" actId="478"/>
          <ac:picMkLst>
            <pc:docMk/>
            <pc:sldMk cId="2885106839" sldId="329"/>
            <ac:picMk id="8" creationId="{02FBFFDD-917B-4AC1-9AD7-1FE89B2B45A2}"/>
          </ac:picMkLst>
        </pc:picChg>
        <pc:picChg chg="add del mod">
          <ac:chgData name="Guilherme Micota Stipp" userId="7d8a6ee1e82349c3" providerId="LiveId" clId="{F6E6A899-6286-4DBA-AE4F-37307AAB2B6F}" dt="2021-11-01T14:48:02.368" v="260" actId="478"/>
          <ac:picMkLst>
            <pc:docMk/>
            <pc:sldMk cId="2885106839" sldId="329"/>
            <ac:picMk id="12" creationId="{28BCFE0F-653A-4AB8-A291-A4FC16ABAFC3}"/>
          </ac:picMkLst>
        </pc:picChg>
        <pc:picChg chg="add del mod">
          <ac:chgData name="Guilherme Micota Stipp" userId="7d8a6ee1e82349c3" providerId="LiveId" clId="{F6E6A899-6286-4DBA-AE4F-37307AAB2B6F}" dt="2021-11-01T17:19:14.411" v="313" actId="478"/>
          <ac:picMkLst>
            <pc:docMk/>
            <pc:sldMk cId="2885106839" sldId="329"/>
            <ac:picMk id="14" creationId="{2DBCFE31-3513-40C3-8057-124CACDE0699}"/>
          </ac:picMkLst>
        </pc:picChg>
        <pc:picChg chg="add mod">
          <ac:chgData name="Guilherme Micota Stipp" userId="7d8a6ee1e82349c3" providerId="LiveId" clId="{F6E6A899-6286-4DBA-AE4F-37307AAB2B6F}" dt="2021-11-01T17:19:56.347" v="322" actId="14100"/>
          <ac:picMkLst>
            <pc:docMk/>
            <pc:sldMk cId="2885106839" sldId="329"/>
            <ac:picMk id="16" creationId="{D0C44453-7267-4DCD-AEF6-1AFEAA4C3DCA}"/>
          </ac:picMkLst>
        </pc:picChg>
        <pc:picChg chg="del">
          <ac:chgData name="Guilherme Micota Stipp" userId="7d8a6ee1e82349c3" providerId="LiveId" clId="{F6E6A899-6286-4DBA-AE4F-37307AAB2B6F}" dt="2021-11-01T13:59:43.519" v="224" actId="478"/>
          <ac:picMkLst>
            <pc:docMk/>
            <pc:sldMk cId="2885106839" sldId="329"/>
            <ac:picMk id="17" creationId="{8B7C92F7-3DAA-4C0E-83A4-277E1E0520D5}"/>
          </ac:picMkLst>
        </pc:picChg>
      </pc:sldChg>
      <pc:sldChg chg="addSp delSp modSp add mod">
        <pc:chgData name="Guilherme Micota Stipp" userId="7d8a6ee1e82349c3" providerId="LiveId" clId="{F6E6A899-6286-4DBA-AE4F-37307AAB2B6F}" dt="2021-11-01T13:35:27.939" v="187" actId="14100"/>
        <pc:sldMkLst>
          <pc:docMk/>
          <pc:sldMk cId="253066980" sldId="330"/>
        </pc:sldMkLst>
        <pc:picChg chg="add del mod">
          <ac:chgData name="Guilherme Micota Stipp" userId="7d8a6ee1e82349c3" providerId="LiveId" clId="{F6E6A899-6286-4DBA-AE4F-37307AAB2B6F}" dt="2021-11-01T13:32:43.832" v="169" actId="478"/>
          <ac:picMkLst>
            <pc:docMk/>
            <pc:sldMk cId="253066980" sldId="330"/>
            <ac:picMk id="8" creationId="{32E5A413-93C6-47C2-813A-1821A5980368}"/>
          </ac:picMkLst>
        </pc:picChg>
        <pc:picChg chg="add del mod">
          <ac:chgData name="Guilherme Micota Stipp" userId="7d8a6ee1e82349c3" providerId="LiveId" clId="{F6E6A899-6286-4DBA-AE4F-37307AAB2B6F}" dt="2021-11-01T13:35:19.913" v="179" actId="478"/>
          <ac:picMkLst>
            <pc:docMk/>
            <pc:sldMk cId="253066980" sldId="330"/>
            <ac:picMk id="12" creationId="{6BA3E67B-DF6D-4F3C-AC1D-EB2122EE2899}"/>
          </ac:picMkLst>
        </pc:picChg>
        <pc:picChg chg="add mod">
          <ac:chgData name="Guilherme Micota Stipp" userId="7d8a6ee1e82349c3" providerId="LiveId" clId="{F6E6A899-6286-4DBA-AE4F-37307AAB2B6F}" dt="2021-11-01T13:35:27.939" v="187" actId="14100"/>
          <ac:picMkLst>
            <pc:docMk/>
            <pc:sldMk cId="253066980" sldId="330"/>
            <ac:picMk id="14" creationId="{4A179651-15A0-4F1D-AE24-A94FE85580CB}"/>
          </ac:picMkLst>
        </pc:picChg>
        <pc:picChg chg="del">
          <ac:chgData name="Guilherme Micota Stipp" userId="7d8a6ee1e82349c3" providerId="LiveId" clId="{F6E6A899-6286-4DBA-AE4F-37307AAB2B6F}" dt="2021-11-01T12:59:35.641" v="139" actId="478"/>
          <ac:picMkLst>
            <pc:docMk/>
            <pc:sldMk cId="253066980" sldId="330"/>
            <ac:picMk id="19" creationId="{751A64A3-D3B9-4BF8-B317-91AEB3130F55}"/>
          </ac:picMkLst>
        </pc:picChg>
      </pc:sldChg>
      <pc:sldChg chg="addSp delSp modSp add mod ord">
        <pc:chgData name="Guilherme Micota Stipp" userId="7d8a6ee1e82349c3" providerId="LiveId" clId="{F6E6A899-6286-4DBA-AE4F-37307AAB2B6F}" dt="2021-11-01T18:43:33.751" v="397" actId="1037"/>
        <pc:sldMkLst>
          <pc:docMk/>
          <pc:sldMk cId="498397642" sldId="331"/>
        </pc:sldMkLst>
        <pc:spChg chg="mod">
          <ac:chgData name="Guilherme Micota Stipp" userId="7d8a6ee1e82349c3" providerId="LiveId" clId="{F6E6A899-6286-4DBA-AE4F-37307AAB2B6F}" dt="2021-11-01T13:40:20.003" v="221" actId="20577"/>
          <ac:spMkLst>
            <pc:docMk/>
            <pc:sldMk cId="498397642" sldId="331"/>
            <ac:spMk id="10" creationId="{0DC30F15-2778-418E-A2EF-BEAEC6F95C4E}"/>
          </ac:spMkLst>
        </pc:spChg>
        <pc:picChg chg="add mod">
          <ac:chgData name="Guilherme Micota Stipp" userId="7d8a6ee1e82349c3" providerId="LiveId" clId="{F6E6A899-6286-4DBA-AE4F-37307AAB2B6F}" dt="2021-11-01T18:43:33.751" v="397" actId="1037"/>
          <ac:picMkLst>
            <pc:docMk/>
            <pc:sldMk cId="498397642" sldId="331"/>
            <ac:picMk id="8" creationId="{DC7E0AF0-BFC1-4084-8CF2-083A96297E6D}"/>
          </ac:picMkLst>
        </pc:picChg>
        <pc:picChg chg="add del mod">
          <ac:chgData name="Guilherme Micota Stipp" userId="7d8a6ee1e82349c3" providerId="LiveId" clId="{F6E6A899-6286-4DBA-AE4F-37307AAB2B6F}" dt="2021-11-01T17:39:38.081" v="332" actId="478"/>
          <ac:picMkLst>
            <pc:docMk/>
            <pc:sldMk cId="498397642" sldId="331"/>
            <ac:picMk id="8" creationId="{F891BD81-7992-4A51-8583-EF3E2BECE229}"/>
          </ac:picMkLst>
        </pc:picChg>
        <pc:picChg chg="add mod">
          <ac:chgData name="Guilherme Micota Stipp" userId="7d8a6ee1e82349c3" providerId="LiveId" clId="{F6E6A899-6286-4DBA-AE4F-37307AAB2B6F}" dt="2021-11-01T17:40:10.848" v="347" actId="14100"/>
          <ac:picMkLst>
            <pc:docMk/>
            <pc:sldMk cId="498397642" sldId="331"/>
            <ac:picMk id="12" creationId="{28BC4999-B6B6-4D7E-908D-565FE4F0EF74}"/>
          </ac:picMkLst>
        </pc:picChg>
        <pc:picChg chg="del">
          <ac:chgData name="Guilherme Micota Stipp" userId="7d8a6ee1e82349c3" providerId="LiveId" clId="{F6E6A899-6286-4DBA-AE4F-37307AAB2B6F}" dt="2021-11-01T13:40:03.919" v="189" actId="478"/>
          <ac:picMkLst>
            <pc:docMk/>
            <pc:sldMk cId="498397642" sldId="331"/>
            <ac:picMk id="14" creationId="{4A179651-15A0-4F1D-AE24-A94FE85580CB}"/>
          </ac:picMkLst>
        </pc:picChg>
        <pc:picChg chg="add del mod">
          <ac:chgData name="Guilherme Micota Stipp" userId="7d8a6ee1e82349c3" providerId="LiveId" clId="{F6E6A899-6286-4DBA-AE4F-37307AAB2B6F}" dt="2021-11-01T18:43:22.590" v="356" actId="478"/>
          <ac:picMkLst>
            <pc:docMk/>
            <pc:sldMk cId="498397642" sldId="331"/>
            <ac:picMk id="15" creationId="{21F34FD1-A37D-4276-9C2C-FCA33B3FD82B}"/>
          </ac:picMkLst>
        </pc:picChg>
      </pc:sldChg>
      <pc:sldChg chg="addSp delSp modSp add mod">
        <pc:chgData name="Guilherme Micota Stipp" userId="7d8a6ee1e82349c3" providerId="LiveId" clId="{F6E6A899-6286-4DBA-AE4F-37307AAB2B6F}" dt="2021-11-01T17:29:47.229" v="330" actId="14100"/>
        <pc:sldMkLst>
          <pc:docMk/>
          <pc:sldMk cId="4065182258" sldId="332"/>
        </pc:sldMkLst>
        <pc:picChg chg="del">
          <ac:chgData name="Guilherme Micota Stipp" userId="7d8a6ee1e82349c3" providerId="LiveId" clId="{F6E6A899-6286-4DBA-AE4F-37307AAB2B6F}" dt="2021-11-01T17:29:37.866" v="323" actId="478"/>
          <ac:picMkLst>
            <pc:docMk/>
            <pc:sldMk cId="4065182258" sldId="332"/>
            <ac:picMk id="8" creationId="{02FBFFDD-917B-4AC1-9AD7-1FE89B2B45A2}"/>
          </ac:picMkLst>
        </pc:picChg>
        <pc:picChg chg="add mod">
          <ac:chgData name="Guilherme Micota Stipp" userId="7d8a6ee1e82349c3" providerId="LiveId" clId="{F6E6A899-6286-4DBA-AE4F-37307AAB2B6F}" dt="2021-11-01T17:29:47.229" v="330" actId="14100"/>
          <ac:picMkLst>
            <pc:docMk/>
            <pc:sldMk cId="4065182258" sldId="332"/>
            <ac:picMk id="11" creationId="{2540F51C-A275-4B32-BF65-E9245ACFE9F3}"/>
          </ac:picMkLst>
        </pc:picChg>
      </pc:sldChg>
      <pc:sldChg chg="add">
        <pc:chgData name="Guilherme Micota Stipp" userId="7d8a6ee1e82349c3" providerId="LiveId" clId="{F6E6A899-6286-4DBA-AE4F-37307AAB2B6F}" dt="2021-11-01T15:20:04.230" v="272" actId="2890"/>
        <pc:sldMkLst>
          <pc:docMk/>
          <pc:sldMk cId="1233038434" sldId="333"/>
        </pc:sldMkLst>
      </pc:sldChg>
      <pc:sldChg chg="add mod modShow">
        <pc:chgData name="Guilherme Micota Stipp" userId="7d8a6ee1e82349c3" providerId="LiveId" clId="{F6E6A899-6286-4DBA-AE4F-37307AAB2B6F}" dt="2021-11-01T18:26:14.042" v="355" actId="729"/>
        <pc:sldMkLst>
          <pc:docMk/>
          <pc:sldMk cId="4099728127" sldId="334"/>
        </pc:sldMkLst>
      </pc:sldChg>
    </pc:docChg>
  </pc:docChgLst>
  <pc:docChgLst>
    <pc:chgData name="Guilherme Micota Stipp" userId="7d8a6ee1e82349c3" providerId="LiveId" clId="{8ED3344E-908E-4E85-A8EF-60442FB9C2E1}"/>
    <pc:docChg chg="undo custSel addSld delSld modSld">
      <pc:chgData name="Guilherme Micota Stipp" userId="7d8a6ee1e82349c3" providerId="LiveId" clId="{8ED3344E-908E-4E85-A8EF-60442FB9C2E1}" dt="2021-09-06T16:33:07.174" v="463" actId="1076"/>
      <pc:docMkLst>
        <pc:docMk/>
      </pc:docMkLst>
      <pc:sldChg chg="modSp mod">
        <pc:chgData name="Guilherme Micota Stipp" userId="7d8a6ee1e82349c3" providerId="LiveId" clId="{8ED3344E-908E-4E85-A8EF-60442FB9C2E1}" dt="2021-09-04T13:36:42.270" v="22" actId="20577"/>
        <pc:sldMkLst>
          <pc:docMk/>
          <pc:sldMk cId="3178680452" sldId="256"/>
        </pc:sldMkLst>
        <pc:spChg chg="mod">
          <ac:chgData name="Guilherme Micota Stipp" userId="7d8a6ee1e82349c3" providerId="LiveId" clId="{8ED3344E-908E-4E85-A8EF-60442FB9C2E1}" dt="2021-09-04T13:36:42.270" v="22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8ED3344E-908E-4E85-A8EF-60442FB9C2E1}" dt="2021-09-06T01:48:31.088" v="189" actId="1037"/>
        <pc:sldMkLst>
          <pc:docMk/>
          <pc:sldMk cId="1259924771" sldId="299"/>
        </pc:sldMkLst>
        <pc:spChg chg="mod">
          <ac:chgData name="Guilherme Micota Stipp" userId="7d8a6ee1e82349c3" providerId="LiveId" clId="{8ED3344E-908E-4E85-A8EF-60442FB9C2E1}" dt="2021-09-04T13:36:47.924" v="30" actId="20577"/>
          <ac:spMkLst>
            <pc:docMk/>
            <pc:sldMk cId="1259924771" sldId="299"/>
            <ac:spMk id="4" creationId="{2A67854E-8517-42A3-8969-210A77F2C314}"/>
          </ac:spMkLst>
        </pc:spChg>
        <pc:spChg chg="mod">
          <ac:chgData name="Guilherme Micota Stipp" userId="7d8a6ee1e82349c3" providerId="LiveId" clId="{8ED3344E-908E-4E85-A8EF-60442FB9C2E1}" dt="2021-09-04T13:38:23.612" v="138" actId="20577"/>
          <ac:spMkLst>
            <pc:docMk/>
            <pc:sldMk cId="1259924771" sldId="299"/>
            <ac:spMk id="10" creationId="{0DC30F15-2778-418E-A2EF-BEAEC6F95C4E}"/>
          </ac:spMkLst>
        </pc:spChg>
        <pc:picChg chg="add mod">
          <ac:chgData name="Guilherme Micota Stipp" userId="7d8a6ee1e82349c3" providerId="LiveId" clId="{8ED3344E-908E-4E85-A8EF-60442FB9C2E1}" dt="2021-09-06T01:48:31.088" v="189" actId="1037"/>
          <ac:picMkLst>
            <pc:docMk/>
            <pc:sldMk cId="1259924771" sldId="299"/>
            <ac:picMk id="8" creationId="{4B2B1BFE-5D79-4C96-93C3-7EF55DB43C8F}"/>
          </ac:picMkLst>
        </pc:picChg>
        <pc:picChg chg="add del mod">
          <ac:chgData name="Guilherme Micota Stipp" userId="7d8a6ee1e82349c3" providerId="LiveId" clId="{8ED3344E-908E-4E85-A8EF-60442FB9C2E1}" dt="2021-09-04T13:38:03.266" v="95" actId="478"/>
          <ac:picMkLst>
            <pc:docMk/>
            <pc:sldMk cId="1259924771" sldId="299"/>
            <ac:picMk id="8" creationId="{8C678845-BD86-4D69-95D1-692591B251CB}"/>
          </ac:picMkLst>
        </pc:picChg>
        <pc:picChg chg="del">
          <ac:chgData name="Guilherme Micota Stipp" userId="7d8a6ee1e82349c3" providerId="LiveId" clId="{8ED3344E-908E-4E85-A8EF-60442FB9C2E1}" dt="2021-09-04T13:36:23.258" v="5" actId="478"/>
          <ac:picMkLst>
            <pc:docMk/>
            <pc:sldMk cId="1259924771" sldId="299"/>
            <ac:picMk id="11" creationId="{A8EB49C1-1607-4E9B-9289-6D2234C18839}"/>
          </ac:picMkLst>
        </pc:picChg>
        <pc:picChg chg="add mod">
          <ac:chgData name="Guilherme Micota Stipp" userId="7d8a6ee1e82349c3" providerId="LiveId" clId="{8ED3344E-908E-4E85-A8EF-60442FB9C2E1}" dt="2021-09-06T01:48:29.030" v="188" actId="1038"/>
          <ac:picMkLst>
            <pc:docMk/>
            <pc:sldMk cId="1259924771" sldId="299"/>
            <ac:picMk id="12" creationId="{FBDC16B9-E79D-4B21-8270-595D225AEEA8}"/>
          </ac:picMkLst>
        </pc:picChg>
      </pc:sldChg>
      <pc:sldChg chg="addSp delSp modSp add mod">
        <pc:chgData name="Guilherme Micota Stipp" userId="7d8a6ee1e82349c3" providerId="LiveId" clId="{8ED3344E-908E-4E85-A8EF-60442FB9C2E1}" dt="2021-09-06T01:53:07.891" v="200" actId="14100"/>
        <pc:sldMkLst>
          <pc:docMk/>
          <pc:sldMk cId="550815515" sldId="300"/>
        </pc:sldMkLst>
        <pc:spChg chg="del">
          <ac:chgData name="Guilherme Micota Stipp" userId="7d8a6ee1e82349c3" providerId="LiveId" clId="{8ED3344E-908E-4E85-A8EF-60442FB9C2E1}" dt="2021-09-04T13:38:29.016" v="139" actId="478"/>
          <ac:spMkLst>
            <pc:docMk/>
            <pc:sldMk cId="550815515" sldId="300"/>
            <ac:spMk id="10" creationId="{0DC30F15-2778-418E-A2EF-BEAEC6F95C4E}"/>
          </ac:spMkLst>
        </pc:spChg>
        <pc:spChg chg="add mod">
          <ac:chgData name="Guilherme Micota Stipp" userId="7d8a6ee1e82349c3" providerId="LiveId" clId="{8ED3344E-908E-4E85-A8EF-60442FB9C2E1}" dt="2021-09-04T13:38:29.335" v="140"/>
          <ac:spMkLst>
            <pc:docMk/>
            <pc:sldMk cId="550815515" sldId="300"/>
            <ac:spMk id="11" creationId="{00DD7475-99F6-419A-BD8B-D72E0794CD79}"/>
          </ac:spMkLst>
        </pc:spChg>
        <pc:picChg chg="add del mod">
          <ac:chgData name="Guilherme Micota Stipp" userId="7d8a6ee1e82349c3" providerId="LiveId" clId="{8ED3344E-908E-4E85-A8EF-60442FB9C2E1}" dt="2021-09-06T01:52:46.057" v="191" actId="478"/>
          <ac:picMkLst>
            <pc:docMk/>
            <pc:sldMk cId="550815515" sldId="300"/>
            <ac:picMk id="8" creationId="{73822114-3E6F-4EBC-AB33-F0C06668B7DF}"/>
          </ac:picMkLst>
        </pc:picChg>
        <pc:picChg chg="del">
          <ac:chgData name="Guilherme Micota Stipp" userId="7d8a6ee1e82349c3" providerId="LiveId" clId="{8ED3344E-908E-4E85-A8EF-60442FB9C2E1}" dt="2021-09-04T13:38:01.871" v="94" actId="478"/>
          <ac:picMkLst>
            <pc:docMk/>
            <pc:sldMk cId="550815515" sldId="300"/>
            <ac:picMk id="8" creationId="{8C678845-BD86-4D69-95D1-692591B251CB}"/>
          </ac:picMkLst>
        </pc:picChg>
        <pc:picChg chg="add mod">
          <ac:chgData name="Guilherme Micota Stipp" userId="7d8a6ee1e82349c3" providerId="LiveId" clId="{8ED3344E-908E-4E85-A8EF-60442FB9C2E1}" dt="2021-09-06T01:53:07.891" v="200" actId="14100"/>
          <ac:picMkLst>
            <pc:docMk/>
            <pc:sldMk cId="550815515" sldId="300"/>
            <ac:picMk id="12" creationId="{BF67EF65-9022-4613-8381-F663F7F7BBCC}"/>
          </ac:picMkLst>
        </pc:picChg>
      </pc:sldChg>
      <pc:sldChg chg="addSp delSp modSp add mod">
        <pc:chgData name="Guilherme Micota Stipp" userId="7d8a6ee1e82349c3" providerId="LiveId" clId="{8ED3344E-908E-4E85-A8EF-60442FB9C2E1}" dt="2021-09-06T01:53:27.363" v="217" actId="14100"/>
        <pc:sldMkLst>
          <pc:docMk/>
          <pc:sldMk cId="3645013298" sldId="301"/>
        </pc:sldMkLst>
        <pc:spChg chg="del">
          <ac:chgData name="Guilherme Micota Stipp" userId="7d8a6ee1e82349c3" providerId="LiveId" clId="{8ED3344E-908E-4E85-A8EF-60442FB9C2E1}" dt="2021-09-04T13:38:32.468" v="141" actId="478"/>
          <ac:spMkLst>
            <pc:docMk/>
            <pc:sldMk cId="3645013298" sldId="301"/>
            <ac:spMk id="10" creationId="{0DC30F15-2778-418E-A2EF-BEAEC6F95C4E}"/>
          </ac:spMkLst>
        </pc:spChg>
        <pc:spChg chg="add mod">
          <ac:chgData name="Guilherme Micota Stipp" userId="7d8a6ee1e82349c3" providerId="LiveId" clId="{8ED3344E-908E-4E85-A8EF-60442FB9C2E1}" dt="2021-09-04T13:38:32.716" v="142"/>
          <ac:spMkLst>
            <pc:docMk/>
            <pc:sldMk cId="3645013298" sldId="301"/>
            <ac:spMk id="11" creationId="{B94966AA-2C97-4101-BDEA-BAFBBDAE8AA9}"/>
          </ac:spMkLst>
        </pc:spChg>
        <pc:picChg chg="del">
          <ac:chgData name="Guilherme Micota Stipp" userId="7d8a6ee1e82349c3" providerId="LiveId" clId="{8ED3344E-908E-4E85-A8EF-60442FB9C2E1}" dt="2021-09-04T13:38:00.818" v="93" actId="478"/>
          <ac:picMkLst>
            <pc:docMk/>
            <pc:sldMk cId="3645013298" sldId="301"/>
            <ac:picMk id="8" creationId="{8C678845-BD86-4D69-95D1-692591B251CB}"/>
          </ac:picMkLst>
        </pc:picChg>
        <pc:picChg chg="add mod">
          <ac:chgData name="Guilherme Micota Stipp" userId="7d8a6ee1e82349c3" providerId="LiveId" clId="{8ED3344E-908E-4E85-A8EF-60442FB9C2E1}" dt="2021-09-06T01:53:27.363" v="217" actId="14100"/>
          <ac:picMkLst>
            <pc:docMk/>
            <pc:sldMk cId="3645013298" sldId="301"/>
            <ac:picMk id="8" creationId="{C84CE648-DE3A-4FAF-A7C2-3BF8C45F90A9}"/>
          </ac:picMkLst>
        </pc:picChg>
      </pc:sldChg>
      <pc:sldChg chg="modSp add mod">
        <pc:chgData name="Guilherme Micota Stipp" userId="7d8a6ee1e82349c3" providerId="LiveId" clId="{8ED3344E-908E-4E85-A8EF-60442FB9C2E1}" dt="2021-09-06T01:44:10.341" v="167" actId="20577"/>
        <pc:sldMkLst>
          <pc:docMk/>
          <pc:sldMk cId="2822430471" sldId="302"/>
        </pc:sldMkLst>
        <pc:spChg chg="mod">
          <ac:chgData name="Guilherme Micota Stipp" userId="7d8a6ee1e82349c3" providerId="LiveId" clId="{8ED3344E-908E-4E85-A8EF-60442FB9C2E1}" dt="2021-09-06T01:44:10.341" v="167" actId="20577"/>
          <ac:spMkLst>
            <pc:docMk/>
            <pc:sldMk cId="2822430471" sldId="302"/>
            <ac:spMk id="10" creationId="{0DC30F15-2778-418E-A2EF-BEAEC6F95C4E}"/>
          </ac:spMkLst>
        </pc:spChg>
      </pc:sldChg>
      <pc:sldChg chg="addSp delSp modSp add mod">
        <pc:chgData name="Guilherme Micota Stipp" userId="7d8a6ee1e82349c3" providerId="LiveId" clId="{8ED3344E-908E-4E85-A8EF-60442FB9C2E1}" dt="2021-09-06T16:33:07.174" v="463" actId="1076"/>
        <pc:sldMkLst>
          <pc:docMk/>
          <pc:sldMk cId="3186628704" sldId="303"/>
        </pc:sldMkLst>
        <pc:spChg chg="mod">
          <ac:chgData name="Guilherme Micota Stipp" userId="7d8a6ee1e82349c3" providerId="LiveId" clId="{8ED3344E-908E-4E85-A8EF-60442FB9C2E1}" dt="2021-09-04T13:48:41.638" v="165" actId="20577"/>
          <ac:spMkLst>
            <pc:docMk/>
            <pc:sldMk cId="3186628704" sldId="303"/>
            <ac:spMk id="10" creationId="{0DC30F15-2778-418E-A2EF-BEAEC6F95C4E}"/>
          </ac:spMkLst>
        </pc:spChg>
        <pc:picChg chg="del">
          <ac:chgData name="Guilherme Micota Stipp" userId="7d8a6ee1e82349c3" providerId="LiveId" clId="{8ED3344E-908E-4E85-A8EF-60442FB9C2E1}" dt="2021-09-04T13:48:45.852" v="166" actId="478"/>
          <ac:picMkLst>
            <pc:docMk/>
            <pc:sldMk cId="3186628704" sldId="303"/>
            <ac:picMk id="8" creationId="{8C678845-BD86-4D69-95D1-692591B251CB}"/>
          </ac:picMkLst>
        </pc:picChg>
        <pc:picChg chg="add del mod">
          <ac:chgData name="Guilherme Micota Stipp" userId="7d8a6ee1e82349c3" providerId="LiveId" clId="{8ED3344E-908E-4E85-A8EF-60442FB9C2E1}" dt="2021-09-06T14:36:15.811" v="364" actId="478"/>
          <ac:picMkLst>
            <pc:docMk/>
            <pc:sldMk cId="3186628704" sldId="303"/>
            <ac:picMk id="8" creationId="{AA0CB8FF-A181-4242-A29B-E8D95F1052C5}"/>
          </ac:picMkLst>
        </pc:picChg>
        <pc:picChg chg="add del mod">
          <ac:chgData name="Guilherme Micota Stipp" userId="7d8a6ee1e82349c3" providerId="LiveId" clId="{8ED3344E-908E-4E85-A8EF-60442FB9C2E1}" dt="2021-09-06T14:44:57.547" v="399" actId="478"/>
          <ac:picMkLst>
            <pc:docMk/>
            <pc:sldMk cId="3186628704" sldId="303"/>
            <ac:picMk id="11" creationId="{19DDED58-F3D9-45E4-938D-A971B6E575AC}"/>
          </ac:picMkLst>
        </pc:picChg>
        <pc:picChg chg="add del mod">
          <ac:chgData name="Guilherme Micota Stipp" userId="7d8a6ee1e82349c3" providerId="LiveId" clId="{8ED3344E-908E-4E85-A8EF-60442FB9C2E1}" dt="2021-09-06T14:42:33.143" v="378" actId="478"/>
          <ac:picMkLst>
            <pc:docMk/>
            <pc:sldMk cId="3186628704" sldId="303"/>
            <ac:picMk id="12" creationId="{0BA9BF3B-FB9F-4874-91A4-497890E1413F}"/>
          </ac:picMkLst>
        </pc:picChg>
        <pc:picChg chg="add del mod">
          <ac:chgData name="Guilherme Micota Stipp" userId="7d8a6ee1e82349c3" providerId="LiveId" clId="{8ED3344E-908E-4E85-A8EF-60442FB9C2E1}" dt="2021-09-06T15:18:00.256" v="437" actId="478"/>
          <ac:picMkLst>
            <pc:docMk/>
            <pc:sldMk cId="3186628704" sldId="303"/>
            <ac:picMk id="14" creationId="{390851CA-AC70-49C6-AB71-BAFEEC408327}"/>
          </ac:picMkLst>
        </pc:picChg>
        <pc:picChg chg="add del mod">
          <ac:chgData name="Guilherme Micota Stipp" userId="7d8a6ee1e82349c3" providerId="LiveId" clId="{8ED3344E-908E-4E85-A8EF-60442FB9C2E1}" dt="2021-09-06T14:45:02.697" v="403" actId="478"/>
          <ac:picMkLst>
            <pc:docMk/>
            <pc:sldMk cId="3186628704" sldId="303"/>
            <ac:picMk id="16" creationId="{236EFE7A-6348-442F-A839-C69A4E83EF4B}"/>
          </ac:picMkLst>
        </pc:picChg>
        <pc:picChg chg="add mod">
          <ac:chgData name="Guilherme Micota Stipp" userId="7d8a6ee1e82349c3" providerId="LiveId" clId="{8ED3344E-908E-4E85-A8EF-60442FB9C2E1}" dt="2021-09-06T14:46:26.286" v="414" actId="14100"/>
          <ac:picMkLst>
            <pc:docMk/>
            <pc:sldMk cId="3186628704" sldId="303"/>
            <ac:picMk id="18" creationId="{77148799-5FC2-48E2-B9B7-4D233A04A06A}"/>
          </ac:picMkLst>
        </pc:picChg>
        <pc:picChg chg="add del mod">
          <ac:chgData name="Guilherme Micota Stipp" userId="7d8a6ee1e82349c3" providerId="LiveId" clId="{8ED3344E-908E-4E85-A8EF-60442FB9C2E1}" dt="2021-09-06T15:17:53.557" v="435" actId="478"/>
          <ac:picMkLst>
            <pc:docMk/>
            <pc:sldMk cId="3186628704" sldId="303"/>
            <ac:picMk id="20" creationId="{CC9885B3-B937-468B-BDA2-DBFE23590E19}"/>
          </ac:picMkLst>
        </pc:picChg>
        <pc:picChg chg="add del mod">
          <ac:chgData name="Guilherme Micota Stipp" userId="7d8a6ee1e82349c3" providerId="LiveId" clId="{8ED3344E-908E-4E85-A8EF-60442FB9C2E1}" dt="2021-09-06T16:31:13.235" v="449" actId="478"/>
          <ac:picMkLst>
            <pc:docMk/>
            <pc:sldMk cId="3186628704" sldId="303"/>
            <ac:picMk id="22" creationId="{F93FC65A-B4DD-4670-9A46-0026D8C11206}"/>
          </ac:picMkLst>
        </pc:picChg>
        <pc:picChg chg="add mod">
          <ac:chgData name="Guilherme Micota Stipp" userId="7d8a6ee1e82349c3" providerId="LiveId" clId="{8ED3344E-908E-4E85-A8EF-60442FB9C2E1}" dt="2021-09-06T16:33:07.174" v="463" actId="1076"/>
          <ac:picMkLst>
            <pc:docMk/>
            <pc:sldMk cId="3186628704" sldId="303"/>
            <ac:picMk id="24" creationId="{74A670E6-6FBD-4062-BB00-0C58C5721DC9}"/>
          </ac:picMkLst>
        </pc:picChg>
      </pc:sldChg>
      <pc:sldChg chg="addSp delSp modSp add mod">
        <pc:chgData name="Guilherme Micota Stipp" userId="7d8a6ee1e82349c3" providerId="LiveId" clId="{8ED3344E-908E-4E85-A8EF-60442FB9C2E1}" dt="2021-09-06T02:00:23.040" v="235" actId="14100"/>
        <pc:sldMkLst>
          <pc:docMk/>
          <pc:sldMk cId="2830057271" sldId="304"/>
        </pc:sldMkLst>
        <pc:picChg chg="del mod">
          <ac:chgData name="Guilherme Micota Stipp" userId="7d8a6ee1e82349c3" providerId="LiveId" clId="{8ED3344E-908E-4E85-A8EF-60442FB9C2E1}" dt="2021-09-06T01:53:42.661" v="220" actId="478"/>
          <ac:picMkLst>
            <pc:docMk/>
            <pc:sldMk cId="2830057271" sldId="304"/>
            <ac:picMk id="8" creationId="{C84CE648-DE3A-4FAF-A7C2-3BF8C45F90A9}"/>
          </ac:picMkLst>
        </pc:picChg>
        <pc:picChg chg="add del mod">
          <ac:chgData name="Guilherme Micota Stipp" userId="7d8a6ee1e82349c3" providerId="LiveId" clId="{8ED3344E-908E-4E85-A8EF-60442FB9C2E1}" dt="2021-09-06T02:00:01.858" v="224" actId="478"/>
          <ac:picMkLst>
            <pc:docMk/>
            <pc:sldMk cId="2830057271" sldId="304"/>
            <ac:picMk id="10" creationId="{1FFE1867-2ED4-4418-90C1-DAF48A18BFC0}"/>
          </ac:picMkLst>
        </pc:picChg>
        <pc:picChg chg="add mod">
          <ac:chgData name="Guilherme Micota Stipp" userId="7d8a6ee1e82349c3" providerId="LiveId" clId="{8ED3344E-908E-4E85-A8EF-60442FB9C2E1}" dt="2021-09-06T02:00:23.040" v="235" actId="14100"/>
          <ac:picMkLst>
            <pc:docMk/>
            <pc:sldMk cId="2830057271" sldId="304"/>
            <ac:picMk id="13" creationId="{9989EBEA-6A9B-4166-A4BF-A98A316DADC1}"/>
          </ac:picMkLst>
        </pc:picChg>
      </pc:sldChg>
      <pc:sldChg chg="del">
        <pc:chgData name="Guilherme Micota Stipp" userId="7d8a6ee1e82349c3" providerId="LiveId" clId="{8ED3344E-908E-4E85-A8EF-60442FB9C2E1}" dt="2021-09-04T13:36:20.053" v="0" actId="47"/>
        <pc:sldMkLst>
          <pc:docMk/>
          <pc:sldMk cId="1999761834" sldId="305"/>
        </pc:sldMkLst>
      </pc:sldChg>
      <pc:sldChg chg="addSp delSp modSp add mod">
        <pc:chgData name="Guilherme Micota Stipp" userId="7d8a6ee1e82349c3" providerId="LiveId" clId="{8ED3344E-908E-4E85-A8EF-60442FB9C2E1}" dt="2021-09-06T14:24:33.239" v="363" actId="14100"/>
        <pc:sldMkLst>
          <pc:docMk/>
          <pc:sldMk cId="3101097049" sldId="305"/>
        </pc:sldMkLst>
        <pc:spChg chg="mod">
          <ac:chgData name="Guilherme Micota Stipp" userId="7d8a6ee1e82349c3" providerId="LiveId" clId="{8ED3344E-908E-4E85-A8EF-60442FB9C2E1}" dt="2021-09-06T14:15:56.245" v="354" actId="20577"/>
          <ac:spMkLst>
            <pc:docMk/>
            <pc:sldMk cId="3101097049" sldId="305"/>
            <ac:spMk id="11" creationId="{B94966AA-2C97-4101-BDEA-BAFBBDAE8AA9}"/>
          </ac:spMkLst>
        </pc:spChg>
        <pc:picChg chg="del">
          <ac:chgData name="Guilherme Micota Stipp" userId="7d8a6ee1e82349c3" providerId="LiveId" clId="{8ED3344E-908E-4E85-A8EF-60442FB9C2E1}" dt="2021-09-06T14:15:23.343" v="255" actId="478"/>
          <ac:picMkLst>
            <pc:docMk/>
            <pc:sldMk cId="3101097049" sldId="305"/>
            <ac:picMk id="8" creationId="{C84CE648-DE3A-4FAF-A7C2-3BF8C45F90A9}"/>
          </ac:picMkLst>
        </pc:picChg>
        <pc:picChg chg="add mod">
          <ac:chgData name="Guilherme Micota Stipp" userId="7d8a6ee1e82349c3" providerId="LiveId" clId="{8ED3344E-908E-4E85-A8EF-60442FB9C2E1}" dt="2021-09-06T14:24:33.239" v="363" actId="14100"/>
          <ac:picMkLst>
            <pc:docMk/>
            <pc:sldMk cId="3101097049" sldId="305"/>
            <ac:picMk id="10" creationId="{39BD37A0-7300-4211-B949-80C5EBFA6E78}"/>
          </ac:picMkLst>
        </pc:picChg>
      </pc:sldChg>
      <pc:sldChg chg="del">
        <pc:chgData name="Guilherme Micota Stipp" userId="7d8a6ee1e82349c3" providerId="LiveId" clId="{8ED3344E-908E-4E85-A8EF-60442FB9C2E1}" dt="2021-09-04T13:36:20.317" v="1" actId="47"/>
        <pc:sldMkLst>
          <pc:docMk/>
          <pc:sldMk cId="2855588441" sldId="306"/>
        </pc:sldMkLst>
      </pc:sldChg>
      <pc:sldChg chg="del">
        <pc:chgData name="Guilherme Micota Stipp" userId="7d8a6ee1e82349c3" providerId="LiveId" clId="{8ED3344E-908E-4E85-A8EF-60442FB9C2E1}" dt="2021-09-04T13:36:20.722" v="2" actId="47"/>
        <pc:sldMkLst>
          <pc:docMk/>
          <pc:sldMk cId="2064151428" sldId="307"/>
        </pc:sldMkLst>
      </pc:sldChg>
      <pc:sldChg chg="del">
        <pc:chgData name="Guilherme Micota Stipp" userId="7d8a6ee1e82349c3" providerId="LiveId" clId="{8ED3344E-908E-4E85-A8EF-60442FB9C2E1}" dt="2021-09-04T13:36:21.123" v="3" actId="47"/>
        <pc:sldMkLst>
          <pc:docMk/>
          <pc:sldMk cId="902037932" sldId="308"/>
        </pc:sldMkLst>
      </pc:sldChg>
      <pc:sldChg chg="del">
        <pc:chgData name="Guilherme Micota Stipp" userId="7d8a6ee1e82349c3" providerId="LiveId" clId="{8ED3344E-908E-4E85-A8EF-60442FB9C2E1}" dt="2021-09-04T13:36:21.755" v="4" actId="47"/>
        <pc:sldMkLst>
          <pc:docMk/>
          <pc:sldMk cId="22130124" sldId="309"/>
        </pc:sldMkLst>
      </pc:sldChg>
    </pc:docChg>
  </pc:docChgLst>
  <pc:docChgLst>
    <pc:chgData name="Guilherme Micota Stipp" userId="7d8a6ee1e82349c3" providerId="LiveId" clId="{B032950E-818E-4D85-9A81-3E25277511AD}"/>
    <pc:docChg chg="custSel addSld delSld modSld sldOrd">
      <pc:chgData name="Guilherme Micota Stipp" userId="7d8a6ee1e82349c3" providerId="LiveId" clId="{B032950E-818E-4D85-9A81-3E25277511AD}" dt="2022-03-14T17:53:49.275" v="842"/>
      <pc:docMkLst>
        <pc:docMk/>
      </pc:docMkLst>
      <pc:sldChg chg="modSp mod">
        <pc:chgData name="Guilherme Micota Stipp" userId="7d8a6ee1e82349c3" providerId="LiveId" clId="{B032950E-818E-4D85-9A81-3E25277511AD}" dt="2022-03-13T23:34:44.878" v="349" actId="20577"/>
        <pc:sldMkLst>
          <pc:docMk/>
          <pc:sldMk cId="3178680452" sldId="256"/>
        </pc:sldMkLst>
        <pc:spChg chg="mod">
          <ac:chgData name="Guilherme Micota Stipp" userId="7d8a6ee1e82349c3" providerId="LiveId" clId="{B032950E-818E-4D85-9A81-3E25277511AD}" dt="2022-03-13T23:34:44.878" v="349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B032950E-818E-4D85-9A81-3E25277511AD}" dt="2022-03-13T23:34:51.965" v="354" actId="20577"/>
        <pc:sldMkLst>
          <pc:docMk/>
          <pc:sldMk cId="4068793934" sldId="391"/>
        </pc:sldMkLst>
        <pc:spChg chg="mod">
          <ac:chgData name="Guilherme Micota Stipp" userId="7d8a6ee1e82349c3" providerId="LiveId" clId="{B032950E-818E-4D85-9A81-3E25277511AD}" dt="2022-03-13T23:34:51.965" v="354" actId="20577"/>
          <ac:spMkLst>
            <pc:docMk/>
            <pc:sldMk cId="4068793934" sldId="391"/>
            <ac:spMk id="4" creationId="{2A67854E-8517-42A3-8969-210A77F2C314}"/>
          </ac:spMkLst>
        </pc:spChg>
        <pc:spChg chg="mod">
          <ac:chgData name="Guilherme Micota Stipp" userId="7d8a6ee1e82349c3" providerId="LiveId" clId="{B032950E-818E-4D85-9A81-3E25277511AD}" dt="2022-03-13T20:55:08.067" v="149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B032950E-818E-4D85-9A81-3E25277511AD}" dt="2022-03-13T20:55:40.356" v="177" actId="47"/>
        <pc:sldMkLst>
          <pc:docMk/>
          <pc:sldMk cId="236232426" sldId="399"/>
        </pc:sldMkLst>
      </pc:sldChg>
      <pc:sldChg chg="addSp delSp modSp mod ord modShow">
        <pc:chgData name="Guilherme Micota Stipp" userId="7d8a6ee1e82349c3" providerId="LiveId" clId="{B032950E-818E-4D85-9A81-3E25277511AD}" dt="2022-03-13T23:35:06.855" v="357"/>
        <pc:sldMkLst>
          <pc:docMk/>
          <pc:sldMk cId="2953335727" sldId="400"/>
        </pc:sldMkLst>
        <pc:spChg chg="mod">
          <ac:chgData name="Guilherme Micota Stipp" userId="7d8a6ee1e82349c3" providerId="LiveId" clId="{B032950E-818E-4D85-9A81-3E25277511AD}" dt="2022-03-13T23:35:06.855" v="357"/>
          <ac:spMkLst>
            <pc:docMk/>
            <pc:sldMk cId="2953335727" sldId="400"/>
            <ac:spMk id="4" creationId="{2A67854E-8517-42A3-8969-210A77F2C314}"/>
          </ac:spMkLst>
        </pc:spChg>
        <pc:picChg chg="add del mod">
          <ac:chgData name="Guilherme Micota Stipp" userId="7d8a6ee1e82349c3" providerId="LiveId" clId="{B032950E-818E-4D85-9A81-3E25277511AD}" dt="2022-03-13T23:26:57.504" v="298" actId="478"/>
          <ac:picMkLst>
            <pc:docMk/>
            <pc:sldMk cId="2953335727" sldId="400"/>
            <ac:picMk id="8" creationId="{D0875B1D-8315-4494-926F-43482504C612}"/>
          </ac:picMkLst>
        </pc:picChg>
        <pc:picChg chg="add mod">
          <ac:chgData name="Guilherme Micota Stipp" userId="7d8a6ee1e82349c3" providerId="LiveId" clId="{B032950E-818E-4D85-9A81-3E25277511AD}" dt="2022-03-13T23:34:17.304" v="345" actId="14100"/>
          <ac:picMkLst>
            <pc:docMk/>
            <pc:sldMk cId="2953335727" sldId="400"/>
            <ac:picMk id="12" creationId="{CE959ED3-9F03-4EE1-AACD-53D1D1DE811A}"/>
          </ac:picMkLst>
        </pc:picChg>
        <pc:picChg chg="del">
          <ac:chgData name="Guilherme Micota Stipp" userId="7d8a6ee1e82349c3" providerId="LiveId" clId="{B032950E-818E-4D85-9A81-3E25277511AD}" dt="2022-03-13T23:26:39.087" v="273" actId="478"/>
          <ac:picMkLst>
            <pc:docMk/>
            <pc:sldMk cId="2953335727" sldId="400"/>
            <ac:picMk id="13" creationId="{09A736EC-1107-483B-9400-3BA89AD28267}"/>
          </ac:picMkLst>
        </pc:picChg>
      </pc:sldChg>
      <pc:sldChg chg="del">
        <pc:chgData name="Guilherme Micota Stipp" userId="7d8a6ee1e82349c3" providerId="LiveId" clId="{B032950E-818E-4D85-9A81-3E25277511AD}" dt="2022-03-13T20:55:36.975" v="173" actId="47"/>
        <pc:sldMkLst>
          <pc:docMk/>
          <pc:sldMk cId="1377187411" sldId="401"/>
        </pc:sldMkLst>
      </pc:sldChg>
      <pc:sldChg chg="del">
        <pc:chgData name="Guilherme Micota Stipp" userId="7d8a6ee1e82349c3" providerId="LiveId" clId="{B032950E-818E-4D85-9A81-3E25277511AD}" dt="2022-03-13T20:55:51.073" v="180" actId="47"/>
        <pc:sldMkLst>
          <pc:docMk/>
          <pc:sldMk cId="213482182" sldId="402"/>
        </pc:sldMkLst>
      </pc:sldChg>
      <pc:sldChg chg="del">
        <pc:chgData name="Guilherme Micota Stipp" userId="7d8a6ee1e82349c3" providerId="LiveId" clId="{B032950E-818E-4D85-9A81-3E25277511AD}" dt="2022-03-13T20:55:37.577" v="174" actId="47"/>
        <pc:sldMkLst>
          <pc:docMk/>
          <pc:sldMk cId="2055683902" sldId="403"/>
        </pc:sldMkLst>
      </pc:sldChg>
      <pc:sldChg chg="addSp delSp modSp mod">
        <pc:chgData name="Guilherme Micota Stipp" userId="7d8a6ee1e82349c3" providerId="LiveId" clId="{B032950E-818E-4D85-9A81-3E25277511AD}" dt="2022-03-13T23:34:58.703" v="355"/>
        <pc:sldMkLst>
          <pc:docMk/>
          <pc:sldMk cId="419424506" sldId="404"/>
        </pc:sldMkLst>
        <pc:spChg chg="mod">
          <ac:chgData name="Guilherme Micota Stipp" userId="7d8a6ee1e82349c3" providerId="LiveId" clId="{B032950E-818E-4D85-9A81-3E25277511AD}" dt="2022-03-13T23:34:58.703" v="355"/>
          <ac:spMkLst>
            <pc:docMk/>
            <pc:sldMk cId="419424506" sldId="404"/>
            <ac:spMk id="4" creationId="{2A67854E-8517-42A3-8969-210A77F2C314}"/>
          </ac:spMkLst>
        </pc:spChg>
        <pc:spChg chg="mod">
          <ac:chgData name="Guilherme Micota Stipp" userId="7d8a6ee1e82349c3" providerId="LiveId" clId="{B032950E-818E-4D85-9A81-3E25277511AD}" dt="2022-03-13T20:55:24.415" v="167" actId="20577"/>
          <ac:spMkLst>
            <pc:docMk/>
            <pc:sldMk cId="419424506" sldId="404"/>
            <ac:spMk id="10" creationId="{0DC30F15-2778-418E-A2EF-BEAEC6F95C4E}"/>
          </ac:spMkLst>
        </pc:spChg>
        <pc:picChg chg="add mod">
          <ac:chgData name="Guilherme Micota Stipp" userId="7d8a6ee1e82349c3" providerId="LiveId" clId="{B032950E-818E-4D85-9A81-3E25277511AD}" dt="2022-03-13T23:04:51.351" v="229" actId="14100"/>
          <ac:picMkLst>
            <pc:docMk/>
            <pc:sldMk cId="419424506" sldId="404"/>
            <ac:picMk id="8" creationId="{C69746DA-E329-4C1F-AF20-2EFF533A0C66}"/>
          </ac:picMkLst>
        </pc:picChg>
        <pc:picChg chg="del mod">
          <ac:chgData name="Guilherme Micota Stipp" userId="7d8a6ee1e82349c3" providerId="LiveId" clId="{B032950E-818E-4D85-9A81-3E25277511AD}" dt="2022-03-13T20:55:26.267" v="169" actId="478"/>
          <ac:picMkLst>
            <pc:docMk/>
            <pc:sldMk cId="419424506" sldId="404"/>
            <ac:picMk id="12" creationId="{CDBAF5FC-4542-4659-90A9-2E8558128A88}"/>
          </ac:picMkLst>
        </pc:picChg>
      </pc:sldChg>
      <pc:sldChg chg="del">
        <pc:chgData name="Guilherme Micota Stipp" userId="7d8a6ee1e82349c3" providerId="LiveId" clId="{B032950E-818E-4D85-9A81-3E25277511AD}" dt="2022-03-13T20:55:35.612" v="172" actId="47"/>
        <pc:sldMkLst>
          <pc:docMk/>
          <pc:sldMk cId="2850634303" sldId="405"/>
        </pc:sldMkLst>
      </pc:sldChg>
      <pc:sldChg chg="del">
        <pc:chgData name="Guilherme Micota Stipp" userId="7d8a6ee1e82349c3" providerId="LiveId" clId="{B032950E-818E-4D85-9A81-3E25277511AD}" dt="2022-03-13T20:55:38.204" v="175" actId="47"/>
        <pc:sldMkLst>
          <pc:docMk/>
          <pc:sldMk cId="257289335" sldId="406"/>
        </pc:sldMkLst>
      </pc:sldChg>
      <pc:sldChg chg="addSp delSp modSp mod ord">
        <pc:chgData name="Guilherme Micota Stipp" userId="7d8a6ee1e82349c3" providerId="LiveId" clId="{B032950E-818E-4D85-9A81-3E25277511AD}" dt="2022-03-14T14:16:00.601" v="838"/>
        <pc:sldMkLst>
          <pc:docMk/>
          <pc:sldMk cId="2344046376" sldId="407"/>
        </pc:sldMkLst>
        <pc:spChg chg="mod">
          <ac:chgData name="Guilherme Micota Stipp" userId="7d8a6ee1e82349c3" providerId="LiveId" clId="{B032950E-818E-4D85-9A81-3E25277511AD}" dt="2022-03-13T23:35:10.473" v="358"/>
          <ac:spMkLst>
            <pc:docMk/>
            <pc:sldMk cId="2344046376" sldId="407"/>
            <ac:spMk id="4" creationId="{2A67854E-8517-42A3-8969-210A77F2C314}"/>
          </ac:spMkLst>
        </pc:spChg>
        <pc:picChg chg="del">
          <ac:chgData name="Guilherme Micota Stipp" userId="7d8a6ee1e82349c3" providerId="LiveId" clId="{B032950E-818E-4D85-9A81-3E25277511AD}" dt="2022-03-13T23:37:03.997" v="359" actId="478"/>
          <ac:picMkLst>
            <pc:docMk/>
            <pc:sldMk cId="2344046376" sldId="407"/>
            <ac:picMk id="8" creationId="{1ABCB43D-7093-4288-B395-854B5B49E5D7}"/>
          </ac:picMkLst>
        </pc:picChg>
        <pc:picChg chg="add mod">
          <ac:chgData name="Guilherme Micota Stipp" userId="7d8a6ee1e82349c3" providerId="LiveId" clId="{B032950E-818E-4D85-9A81-3E25277511AD}" dt="2022-03-13T23:37:14.372" v="401" actId="14100"/>
          <ac:picMkLst>
            <pc:docMk/>
            <pc:sldMk cId="2344046376" sldId="407"/>
            <ac:picMk id="11" creationId="{ACECDD7C-710C-4D78-8D0E-E0E464FD8F11}"/>
          </ac:picMkLst>
        </pc:picChg>
      </pc:sldChg>
      <pc:sldChg chg="addSp delSp modSp mod">
        <pc:chgData name="Guilherme Micota Stipp" userId="7d8a6ee1e82349c3" providerId="LiveId" clId="{B032950E-818E-4D85-9A81-3E25277511AD}" dt="2022-03-14T12:59:24.495" v="737" actId="14100"/>
        <pc:sldMkLst>
          <pc:docMk/>
          <pc:sldMk cId="3328700761" sldId="408"/>
        </pc:sldMkLst>
        <pc:spChg chg="mod">
          <ac:chgData name="Guilherme Micota Stipp" userId="7d8a6ee1e82349c3" providerId="LiveId" clId="{B032950E-818E-4D85-9A81-3E25277511AD}" dt="2022-03-13T23:35:01.742" v="356"/>
          <ac:spMkLst>
            <pc:docMk/>
            <pc:sldMk cId="3328700761" sldId="408"/>
            <ac:spMk id="4" creationId="{2A67854E-8517-42A3-8969-210A77F2C314}"/>
          </ac:spMkLst>
        </pc:spChg>
        <pc:picChg chg="add del mod">
          <ac:chgData name="Guilherme Micota Stipp" userId="7d8a6ee1e82349c3" providerId="LiveId" clId="{B032950E-818E-4D85-9A81-3E25277511AD}" dt="2022-03-14T12:58:57.997" v="667" actId="478"/>
          <ac:picMkLst>
            <pc:docMk/>
            <pc:sldMk cId="3328700761" sldId="408"/>
            <ac:picMk id="8" creationId="{22B68EB2-886E-4874-BE8B-4F42B76840B1}"/>
          </ac:picMkLst>
        </pc:picChg>
        <pc:picChg chg="add del mod">
          <ac:chgData name="Guilherme Micota Stipp" userId="7d8a6ee1e82349c3" providerId="LiveId" clId="{B032950E-818E-4D85-9A81-3E25277511AD}" dt="2022-03-14T12:59:04.467" v="698" actId="478"/>
          <ac:picMkLst>
            <pc:docMk/>
            <pc:sldMk cId="3328700761" sldId="408"/>
            <ac:picMk id="11" creationId="{E1290CAF-414C-4E42-87A0-FB4453C3089B}"/>
          </ac:picMkLst>
        </pc:picChg>
        <pc:picChg chg="add mod">
          <ac:chgData name="Guilherme Micota Stipp" userId="7d8a6ee1e82349c3" providerId="LiveId" clId="{B032950E-818E-4D85-9A81-3E25277511AD}" dt="2022-03-14T12:59:24.495" v="737" actId="14100"/>
          <ac:picMkLst>
            <pc:docMk/>
            <pc:sldMk cId="3328700761" sldId="408"/>
            <ac:picMk id="13" creationId="{889B44E7-ED90-47EF-8539-01D8880C1DC8}"/>
          </ac:picMkLst>
        </pc:picChg>
        <pc:picChg chg="del">
          <ac:chgData name="Guilherme Micota Stipp" userId="7d8a6ee1e82349c3" providerId="LiveId" clId="{B032950E-818E-4D85-9A81-3E25277511AD}" dt="2022-03-13T23:04:57.783" v="230" actId="478"/>
          <ac:picMkLst>
            <pc:docMk/>
            <pc:sldMk cId="3328700761" sldId="408"/>
            <ac:picMk id="14" creationId="{B8D6FB4C-7A8D-4CB0-A3BE-8B0DB208DC70}"/>
          </ac:picMkLst>
        </pc:picChg>
      </pc:sldChg>
      <pc:sldChg chg="del">
        <pc:chgData name="Guilherme Micota Stipp" userId="7d8a6ee1e82349c3" providerId="LiveId" clId="{B032950E-818E-4D85-9A81-3E25277511AD}" dt="2022-03-13T20:55:40.936" v="178" actId="47"/>
        <pc:sldMkLst>
          <pc:docMk/>
          <pc:sldMk cId="1189271507" sldId="409"/>
        </pc:sldMkLst>
      </pc:sldChg>
      <pc:sldChg chg="addSp delSp modSp add mod ord">
        <pc:chgData name="Guilherme Micota Stipp" userId="7d8a6ee1e82349c3" providerId="LiveId" clId="{B032950E-818E-4D85-9A81-3E25277511AD}" dt="2022-03-14T17:53:49.275" v="842"/>
        <pc:sldMkLst>
          <pc:docMk/>
          <pc:sldMk cId="3690287305" sldId="409"/>
        </pc:sldMkLst>
        <pc:picChg chg="add mod">
          <ac:chgData name="Guilherme Micota Stipp" userId="7d8a6ee1e82349c3" providerId="LiveId" clId="{B032950E-818E-4D85-9A81-3E25277511AD}" dt="2022-03-13T23:39:58.468" v="446" actId="14100"/>
          <ac:picMkLst>
            <pc:docMk/>
            <pc:sldMk cId="3690287305" sldId="409"/>
            <ac:picMk id="8" creationId="{F2E345F6-4E3B-4351-A1D4-1E265DE727E5}"/>
          </ac:picMkLst>
        </pc:picChg>
        <pc:picChg chg="del">
          <ac:chgData name="Guilherme Micota Stipp" userId="7d8a6ee1e82349c3" providerId="LiveId" clId="{B032950E-818E-4D85-9A81-3E25277511AD}" dt="2022-03-13T23:37:17.468" v="403" actId="478"/>
          <ac:picMkLst>
            <pc:docMk/>
            <pc:sldMk cId="3690287305" sldId="409"/>
            <ac:picMk id="11" creationId="{ACECDD7C-710C-4D78-8D0E-E0E464FD8F11}"/>
          </ac:picMkLst>
        </pc:picChg>
      </pc:sldChg>
      <pc:sldChg chg="addSp delSp modSp add mod">
        <pc:chgData name="Guilherme Micota Stipp" userId="7d8a6ee1e82349c3" providerId="LiveId" clId="{B032950E-818E-4D85-9A81-3E25277511AD}" dt="2022-03-14T00:05:59.782" v="487" actId="14100"/>
        <pc:sldMkLst>
          <pc:docMk/>
          <pc:sldMk cId="2423635845" sldId="410"/>
        </pc:sldMkLst>
        <pc:picChg chg="del">
          <ac:chgData name="Guilherme Micota Stipp" userId="7d8a6ee1e82349c3" providerId="LiveId" clId="{B032950E-818E-4D85-9A81-3E25277511AD}" dt="2022-03-14T00:05:50.535" v="448" actId="478"/>
          <ac:picMkLst>
            <pc:docMk/>
            <pc:sldMk cId="2423635845" sldId="410"/>
            <ac:picMk id="8" creationId="{F2E345F6-4E3B-4351-A1D4-1E265DE727E5}"/>
          </ac:picMkLst>
        </pc:picChg>
        <pc:picChg chg="add mod">
          <ac:chgData name="Guilherme Micota Stipp" userId="7d8a6ee1e82349c3" providerId="LiveId" clId="{B032950E-818E-4D85-9A81-3E25277511AD}" dt="2022-03-14T00:05:59.782" v="487" actId="14100"/>
          <ac:picMkLst>
            <pc:docMk/>
            <pc:sldMk cId="2423635845" sldId="410"/>
            <ac:picMk id="11" creationId="{BD7C0487-E552-4945-A9EE-0FC624156844}"/>
          </ac:picMkLst>
        </pc:picChg>
      </pc:sldChg>
      <pc:sldChg chg="addSp delSp modSp add mod">
        <pc:chgData name="Guilherme Micota Stipp" userId="7d8a6ee1e82349c3" providerId="LiveId" clId="{B032950E-818E-4D85-9A81-3E25277511AD}" dt="2022-03-14T12:33:36.951" v="531" actId="14100"/>
        <pc:sldMkLst>
          <pc:docMk/>
          <pc:sldMk cId="264724510" sldId="411"/>
        </pc:sldMkLst>
        <pc:picChg chg="add mod">
          <ac:chgData name="Guilherme Micota Stipp" userId="7d8a6ee1e82349c3" providerId="LiveId" clId="{B032950E-818E-4D85-9A81-3E25277511AD}" dt="2022-03-14T12:33:36.951" v="531" actId="14100"/>
          <ac:picMkLst>
            <pc:docMk/>
            <pc:sldMk cId="264724510" sldId="411"/>
            <ac:picMk id="8" creationId="{CE2A7A5B-102A-45C7-9383-90CE20D6FDE4}"/>
          </ac:picMkLst>
        </pc:picChg>
        <pc:picChg chg="del">
          <ac:chgData name="Guilherme Micota Stipp" userId="7d8a6ee1e82349c3" providerId="LiveId" clId="{B032950E-818E-4D85-9A81-3E25277511AD}" dt="2022-03-14T12:25:46.030" v="489" actId="478"/>
          <ac:picMkLst>
            <pc:docMk/>
            <pc:sldMk cId="264724510" sldId="411"/>
            <ac:picMk id="11" creationId="{BD7C0487-E552-4945-A9EE-0FC624156844}"/>
          </ac:picMkLst>
        </pc:picChg>
      </pc:sldChg>
      <pc:sldChg chg="del">
        <pc:chgData name="Guilherme Micota Stipp" userId="7d8a6ee1e82349c3" providerId="LiveId" clId="{B032950E-818E-4D85-9A81-3E25277511AD}" dt="2022-03-13T20:55:34.143" v="170" actId="47"/>
        <pc:sldMkLst>
          <pc:docMk/>
          <pc:sldMk cId="4187036957" sldId="411"/>
        </pc:sldMkLst>
      </pc:sldChg>
      <pc:sldChg chg="addSp delSp modSp add mod ord">
        <pc:chgData name="Guilherme Micota Stipp" userId="7d8a6ee1e82349c3" providerId="LiveId" clId="{B032950E-818E-4D85-9A81-3E25277511AD}" dt="2022-03-14T13:44:08.824" v="797"/>
        <pc:sldMkLst>
          <pc:docMk/>
          <pc:sldMk cId="807271743" sldId="412"/>
        </pc:sldMkLst>
        <pc:spChg chg="mod">
          <ac:chgData name="Guilherme Micota Stipp" userId="7d8a6ee1e82349c3" providerId="LiveId" clId="{B032950E-818E-4D85-9A81-3E25277511AD}" dt="2022-03-14T12:50:00.058" v="571" actId="20577"/>
          <ac:spMkLst>
            <pc:docMk/>
            <pc:sldMk cId="807271743" sldId="412"/>
            <ac:spMk id="10" creationId="{0DC30F15-2778-418E-A2EF-BEAEC6F95C4E}"/>
          </ac:spMkLst>
        </pc:spChg>
        <pc:picChg chg="del">
          <ac:chgData name="Guilherme Micota Stipp" userId="7d8a6ee1e82349c3" providerId="LiveId" clId="{B032950E-818E-4D85-9A81-3E25277511AD}" dt="2022-03-14T12:33:42.767" v="533" actId="478"/>
          <ac:picMkLst>
            <pc:docMk/>
            <pc:sldMk cId="807271743" sldId="412"/>
            <ac:picMk id="8" creationId="{CE2A7A5B-102A-45C7-9383-90CE20D6FDE4}"/>
          </ac:picMkLst>
        </pc:picChg>
        <pc:picChg chg="add del mod">
          <ac:chgData name="Guilherme Micota Stipp" userId="7d8a6ee1e82349c3" providerId="LiveId" clId="{B032950E-818E-4D85-9A81-3E25277511AD}" dt="2022-03-14T12:54:23.211" v="629" actId="478"/>
          <ac:picMkLst>
            <pc:docMk/>
            <pc:sldMk cId="807271743" sldId="412"/>
            <ac:picMk id="11" creationId="{5C1AFCF9-37A3-4243-8061-5E8DEFEA6929}"/>
          </ac:picMkLst>
        </pc:picChg>
        <pc:picChg chg="add mod">
          <ac:chgData name="Guilherme Micota Stipp" userId="7d8a6ee1e82349c3" providerId="LiveId" clId="{B032950E-818E-4D85-9A81-3E25277511AD}" dt="2022-03-14T12:54:32.941" v="666" actId="14100"/>
          <ac:picMkLst>
            <pc:docMk/>
            <pc:sldMk cId="807271743" sldId="412"/>
            <ac:picMk id="13" creationId="{A07596D5-F52E-43FF-A59C-0A1B78617350}"/>
          </ac:picMkLst>
        </pc:picChg>
      </pc:sldChg>
      <pc:sldChg chg="del">
        <pc:chgData name="Guilherme Micota Stipp" userId="7d8a6ee1e82349c3" providerId="LiveId" clId="{B032950E-818E-4D85-9A81-3E25277511AD}" dt="2022-03-13T20:55:34.911" v="171" actId="47"/>
        <pc:sldMkLst>
          <pc:docMk/>
          <pc:sldMk cId="3127000589" sldId="412"/>
        </pc:sldMkLst>
      </pc:sldChg>
      <pc:sldChg chg="del">
        <pc:chgData name="Guilherme Micota Stipp" userId="7d8a6ee1e82349c3" providerId="LiveId" clId="{B032950E-818E-4D85-9A81-3E25277511AD}" dt="2022-03-13T20:55:38.956" v="176" actId="47"/>
        <pc:sldMkLst>
          <pc:docMk/>
          <pc:sldMk cId="3694425836" sldId="413"/>
        </pc:sldMkLst>
      </pc:sldChg>
      <pc:sldChg chg="addSp delSp modSp add mod">
        <pc:chgData name="Guilherme Micota Stipp" userId="7d8a6ee1e82349c3" providerId="LiveId" clId="{B032950E-818E-4D85-9A81-3E25277511AD}" dt="2022-03-14T13:44:06.367" v="795" actId="14100"/>
        <pc:sldMkLst>
          <pc:docMk/>
          <pc:sldMk cId="3742578262" sldId="413"/>
        </pc:sldMkLst>
        <pc:spChg chg="mod">
          <ac:chgData name="Guilherme Micota Stipp" userId="7d8a6ee1e82349c3" providerId="LiveId" clId="{B032950E-818E-4D85-9A81-3E25277511AD}" dt="2022-03-14T13:24:52.259" v="757" actId="20577"/>
          <ac:spMkLst>
            <pc:docMk/>
            <pc:sldMk cId="3742578262" sldId="413"/>
            <ac:spMk id="10" creationId="{0DC30F15-2778-418E-A2EF-BEAEC6F95C4E}"/>
          </ac:spMkLst>
        </pc:spChg>
        <pc:picChg chg="add mod">
          <ac:chgData name="Guilherme Micota Stipp" userId="7d8a6ee1e82349c3" providerId="LiveId" clId="{B032950E-818E-4D85-9A81-3E25277511AD}" dt="2022-03-14T13:44:06.367" v="795" actId="14100"/>
          <ac:picMkLst>
            <pc:docMk/>
            <pc:sldMk cId="3742578262" sldId="413"/>
            <ac:picMk id="8" creationId="{A06D9C45-693B-4257-818A-9692D47C7E58}"/>
          </ac:picMkLst>
        </pc:picChg>
        <pc:picChg chg="del">
          <ac:chgData name="Guilherme Micota Stipp" userId="7d8a6ee1e82349c3" providerId="LiveId" clId="{B032950E-818E-4D85-9A81-3E25277511AD}" dt="2022-03-14T13:24:44.854" v="739" actId="478"/>
          <ac:picMkLst>
            <pc:docMk/>
            <pc:sldMk cId="3742578262" sldId="413"/>
            <ac:picMk id="13" creationId="{A07596D5-F52E-43FF-A59C-0A1B78617350}"/>
          </ac:picMkLst>
        </pc:picChg>
      </pc:sldChg>
      <pc:sldChg chg="addSp delSp modSp add mod">
        <pc:chgData name="Guilherme Micota Stipp" userId="7d8a6ee1e82349c3" providerId="LiveId" clId="{B032950E-818E-4D85-9A81-3E25277511AD}" dt="2022-03-14T14:04:25.248" v="836" actId="14100"/>
        <pc:sldMkLst>
          <pc:docMk/>
          <pc:sldMk cId="3623122601" sldId="414"/>
        </pc:sldMkLst>
        <pc:picChg chg="add mod">
          <ac:chgData name="Guilherme Micota Stipp" userId="7d8a6ee1e82349c3" providerId="LiveId" clId="{B032950E-818E-4D85-9A81-3E25277511AD}" dt="2022-03-14T14:04:25.248" v="836" actId="14100"/>
          <ac:picMkLst>
            <pc:docMk/>
            <pc:sldMk cId="3623122601" sldId="414"/>
            <ac:picMk id="8" creationId="{94B17001-E3D1-4FC4-A535-E736D4B37E44}"/>
          </ac:picMkLst>
        </pc:picChg>
        <pc:picChg chg="del">
          <ac:chgData name="Guilherme Micota Stipp" userId="7d8a6ee1e82349c3" providerId="LiveId" clId="{B032950E-818E-4D85-9A81-3E25277511AD}" dt="2022-03-14T13:44:13.363" v="799" actId="478"/>
          <ac:picMkLst>
            <pc:docMk/>
            <pc:sldMk cId="3623122601" sldId="414"/>
            <ac:picMk id="13" creationId="{A07596D5-F52E-43FF-A59C-0A1B78617350}"/>
          </ac:picMkLst>
        </pc:picChg>
      </pc:sldChg>
    </pc:docChg>
  </pc:docChgLst>
  <pc:docChgLst>
    <pc:chgData name="Guilherme Micota Stipp" userId="7d8a6ee1e82349c3" providerId="LiveId" clId="{CA88066A-11AB-4FE9-B1C2-8150FB1E6072}"/>
    <pc:docChg chg="custSel addSld delSld modSld sldOrd">
      <pc:chgData name="Guilherme Micota Stipp" userId="7d8a6ee1e82349c3" providerId="LiveId" clId="{CA88066A-11AB-4FE9-B1C2-8150FB1E6072}" dt="2022-01-03T14:53:18.543" v="1206" actId="14100"/>
      <pc:docMkLst>
        <pc:docMk/>
      </pc:docMkLst>
      <pc:sldChg chg="modSp mod">
        <pc:chgData name="Guilherme Micota Stipp" userId="7d8a6ee1e82349c3" providerId="LiveId" clId="{CA88066A-11AB-4FE9-B1C2-8150FB1E6072}" dt="2021-12-29T01:55:54.708" v="8" actId="20577"/>
        <pc:sldMkLst>
          <pc:docMk/>
          <pc:sldMk cId="3178680452" sldId="256"/>
        </pc:sldMkLst>
        <pc:spChg chg="mod">
          <ac:chgData name="Guilherme Micota Stipp" userId="7d8a6ee1e82349c3" providerId="LiveId" clId="{CA88066A-11AB-4FE9-B1C2-8150FB1E6072}" dt="2021-12-29T01:55:54.708" v="8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CA88066A-11AB-4FE9-B1C2-8150FB1E6072}" dt="2021-12-29T01:56:02.837" v="16" actId="47"/>
        <pc:sldMkLst>
          <pc:docMk/>
          <pc:sldMk cId="498397642" sldId="331"/>
        </pc:sldMkLst>
      </pc:sldChg>
      <pc:sldChg chg="addSp delSp modSp mod">
        <pc:chgData name="Guilherme Micota Stipp" userId="7d8a6ee1e82349c3" providerId="LiveId" clId="{CA88066A-11AB-4FE9-B1C2-8150FB1E6072}" dt="2022-01-03T13:59:58.758" v="1003" actId="14100"/>
        <pc:sldMkLst>
          <pc:docMk/>
          <pc:sldMk cId="2303623379" sldId="359"/>
        </pc:sldMkLst>
        <pc:spChg chg="mod">
          <ac:chgData name="Guilherme Micota Stipp" userId="7d8a6ee1e82349c3" providerId="LiveId" clId="{CA88066A-11AB-4FE9-B1C2-8150FB1E6072}" dt="2021-12-29T01:56:16.645" v="33" actId="20577"/>
          <ac:spMkLst>
            <pc:docMk/>
            <pc:sldMk cId="2303623379" sldId="359"/>
            <ac:spMk id="4" creationId="{2A67854E-8517-42A3-8969-210A77F2C314}"/>
          </ac:spMkLst>
        </pc:spChg>
        <pc:spChg chg="mod">
          <ac:chgData name="Guilherme Micota Stipp" userId="7d8a6ee1e82349c3" providerId="LiveId" clId="{CA88066A-11AB-4FE9-B1C2-8150FB1E6072}" dt="2021-12-29T02:53:36.946" v="267" actId="20577"/>
          <ac:spMkLst>
            <pc:docMk/>
            <pc:sldMk cId="2303623379" sldId="359"/>
            <ac:spMk id="10" creationId="{0DC30F15-2778-418E-A2EF-BEAEC6F95C4E}"/>
          </ac:spMkLst>
        </pc:spChg>
        <pc:picChg chg="add mod">
          <ac:chgData name="Guilherme Micota Stipp" userId="7d8a6ee1e82349c3" providerId="LiveId" clId="{CA88066A-11AB-4FE9-B1C2-8150FB1E6072}" dt="2022-01-03T13:59:58.758" v="1003" actId="14100"/>
          <ac:picMkLst>
            <pc:docMk/>
            <pc:sldMk cId="2303623379" sldId="359"/>
            <ac:picMk id="8" creationId="{82EBFAB2-2085-467B-B7A9-4949E200D89C}"/>
          </ac:picMkLst>
        </pc:picChg>
        <pc:picChg chg="add del mod ord">
          <ac:chgData name="Guilherme Micota Stipp" userId="7d8a6ee1e82349c3" providerId="LiveId" clId="{CA88066A-11AB-4FE9-B1C2-8150FB1E6072}" dt="2021-12-29T02:40:34.120" v="107" actId="478"/>
          <ac:picMkLst>
            <pc:docMk/>
            <pc:sldMk cId="2303623379" sldId="359"/>
            <ac:picMk id="8" creationId="{9D43E8AA-882C-4D7F-82F6-64EB5F601494}"/>
          </ac:picMkLst>
        </pc:picChg>
        <pc:picChg chg="add del mod ord">
          <ac:chgData name="Guilherme Micota Stipp" userId="7d8a6ee1e82349c3" providerId="LiveId" clId="{CA88066A-11AB-4FE9-B1C2-8150FB1E6072}" dt="2021-12-30T13:22:10.283" v="943" actId="478"/>
          <ac:picMkLst>
            <pc:docMk/>
            <pc:sldMk cId="2303623379" sldId="359"/>
            <ac:picMk id="8" creationId="{C9359574-71A7-4E8C-9751-D73291492F82}"/>
          </ac:picMkLst>
        </pc:picChg>
        <pc:picChg chg="add del mod">
          <ac:chgData name="Guilherme Micota Stipp" userId="7d8a6ee1e82349c3" providerId="LiveId" clId="{CA88066A-11AB-4FE9-B1C2-8150FB1E6072}" dt="2022-01-03T13:59:48.624" v="986" actId="478"/>
          <ac:picMkLst>
            <pc:docMk/>
            <pc:sldMk cId="2303623379" sldId="359"/>
            <ac:picMk id="11" creationId="{93240716-A165-4E85-ACD6-320F69C7F180}"/>
          </ac:picMkLst>
        </pc:picChg>
        <pc:picChg chg="del mod">
          <ac:chgData name="Guilherme Micota Stipp" userId="7d8a6ee1e82349c3" providerId="LiveId" clId="{CA88066A-11AB-4FE9-B1C2-8150FB1E6072}" dt="2021-12-29T01:56:25.504" v="35" actId="478"/>
          <ac:picMkLst>
            <pc:docMk/>
            <pc:sldMk cId="2303623379" sldId="359"/>
            <ac:picMk id="12" creationId="{F82C1D58-998B-465F-80D9-9173E9730D78}"/>
          </ac:picMkLst>
        </pc:picChg>
        <pc:picChg chg="add del mod ord">
          <ac:chgData name="Guilherme Micota Stipp" userId="7d8a6ee1e82349c3" providerId="LiveId" clId="{CA88066A-11AB-4FE9-B1C2-8150FB1E6072}" dt="2021-12-29T02:41:39.658" v="135" actId="478"/>
          <ac:picMkLst>
            <pc:docMk/>
            <pc:sldMk cId="2303623379" sldId="359"/>
            <ac:picMk id="13" creationId="{9239569E-DF09-465D-B62A-D3C2C984E7C8}"/>
          </ac:picMkLst>
        </pc:picChg>
        <pc:picChg chg="add del mod ord">
          <ac:chgData name="Guilherme Micota Stipp" userId="7d8a6ee1e82349c3" providerId="LiveId" clId="{CA88066A-11AB-4FE9-B1C2-8150FB1E6072}" dt="2021-12-29T02:43:02.736" v="173" actId="478"/>
          <ac:picMkLst>
            <pc:docMk/>
            <pc:sldMk cId="2303623379" sldId="359"/>
            <ac:picMk id="15" creationId="{E5AA3290-438F-4FD7-9CCE-4C0BC9AC0A11}"/>
          </ac:picMkLst>
        </pc:picChg>
        <pc:picChg chg="add del mod ord">
          <ac:chgData name="Guilherme Micota Stipp" userId="7d8a6ee1e82349c3" providerId="LiveId" clId="{CA88066A-11AB-4FE9-B1C2-8150FB1E6072}" dt="2021-12-29T02:45:13.977" v="216" actId="478"/>
          <ac:picMkLst>
            <pc:docMk/>
            <pc:sldMk cId="2303623379" sldId="359"/>
            <ac:picMk id="17" creationId="{9E44B201-65A2-474F-8DB4-D29614C9471C}"/>
          </ac:picMkLst>
        </pc:picChg>
        <pc:picChg chg="add del mod ord">
          <ac:chgData name="Guilherme Micota Stipp" userId="7d8a6ee1e82349c3" providerId="LiveId" clId="{CA88066A-11AB-4FE9-B1C2-8150FB1E6072}" dt="2021-12-29T17:12:59.795" v="291" actId="478"/>
          <ac:picMkLst>
            <pc:docMk/>
            <pc:sldMk cId="2303623379" sldId="359"/>
            <ac:picMk id="19" creationId="{F67AFC11-7651-4443-A10E-8761EEA8EB6E}"/>
          </ac:picMkLst>
        </pc:picChg>
      </pc:sldChg>
      <pc:sldChg chg="addSp delSp modSp add mod ord">
        <pc:chgData name="Guilherme Micota Stipp" userId="7d8a6ee1e82349c3" providerId="LiveId" clId="{CA88066A-11AB-4FE9-B1C2-8150FB1E6072}" dt="2022-01-03T13:59:36.101" v="985" actId="14100"/>
        <pc:sldMkLst>
          <pc:docMk/>
          <pc:sldMk cId="1205252436" sldId="360"/>
        </pc:sldMkLst>
        <pc:spChg chg="mod">
          <ac:chgData name="Guilherme Micota Stipp" userId="7d8a6ee1e82349c3" providerId="LiveId" clId="{CA88066A-11AB-4FE9-B1C2-8150FB1E6072}" dt="2021-12-30T02:31:59.990" v="447" actId="20577"/>
          <ac:spMkLst>
            <pc:docMk/>
            <pc:sldMk cId="1205252436" sldId="360"/>
            <ac:spMk id="10" creationId="{0DC30F15-2778-418E-A2EF-BEAEC6F95C4E}"/>
          </ac:spMkLst>
        </pc:spChg>
        <pc:picChg chg="add del mod ord">
          <ac:chgData name="Guilherme Micota Stipp" userId="7d8a6ee1e82349c3" providerId="LiveId" clId="{CA88066A-11AB-4FE9-B1C2-8150FB1E6072}" dt="2021-12-29T17:24:37.435" v="358" actId="478"/>
          <ac:picMkLst>
            <pc:docMk/>
            <pc:sldMk cId="1205252436" sldId="360"/>
            <ac:picMk id="8" creationId="{4B0504F6-84C8-427B-B9EE-43B5DD17E6AC}"/>
          </ac:picMkLst>
        </pc:picChg>
        <pc:picChg chg="add mod">
          <ac:chgData name="Guilherme Micota Stipp" userId="7d8a6ee1e82349c3" providerId="LiveId" clId="{CA88066A-11AB-4FE9-B1C2-8150FB1E6072}" dt="2022-01-03T13:59:36.101" v="985" actId="14100"/>
          <ac:picMkLst>
            <pc:docMk/>
            <pc:sldMk cId="1205252436" sldId="360"/>
            <ac:picMk id="8" creationId="{B5710F19-262B-4DA5-BE59-3CCF29C2E6A0}"/>
          </ac:picMkLst>
        </pc:picChg>
        <pc:picChg chg="add del mod ord">
          <ac:chgData name="Guilherme Micota Stipp" userId="7d8a6ee1e82349c3" providerId="LiveId" clId="{CA88066A-11AB-4FE9-B1C2-8150FB1E6072}" dt="2021-12-30T13:19:06.552" v="789" actId="478"/>
          <ac:picMkLst>
            <pc:docMk/>
            <pc:sldMk cId="1205252436" sldId="360"/>
            <ac:picMk id="8" creationId="{F2B44EC2-6CED-42F3-AFE8-ADB0C23D7C3F}"/>
          </ac:picMkLst>
        </pc:picChg>
        <pc:picChg chg="add del mod ord">
          <ac:chgData name="Guilherme Micota Stipp" userId="7d8a6ee1e82349c3" providerId="LiveId" clId="{CA88066A-11AB-4FE9-B1C2-8150FB1E6072}" dt="2021-12-30T13:19:20.311" v="813" actId="478"/>
          <ac:picMkLst>
            <pc:docMk/>
            <pc:sldMk cId="1205252436" sldId="360"/>
            <ac:picMk id="11" creationId="{01DAD4D5-B8B6-4198-8733-C2A1D682DE79}"/>
          </ac:picMkLst>
        </pc:picChg>
        <pc:picChg chg="add del mod ord">
          <ac:chgData name="Guilherme Micota Stipp" userId="7d8a6ee1e82349c3" providerId="LiveId" clId="{CA88066A-11AB-4FE9-B1C2-8150FB1E6072}" dt="2021-12-29T17:32:03.242" v="398" actId="478"/>
          <ac:picMkLst>
            <pc:docMk/>
            <pc:sldMk cId="1205252436" sldId="360"/>
            <ac:picMk id="12" creationId="{50C8B7FE-935D-44A0-B04F-57978F007DFD}"/>
          </ac:picMkLst>
        </pc:picChg>
        <pc:picChg chg="add del mod">
          <ac:chgData name="Guilherme Micota Stipp" userId="7d8a6ee1e82349c3" providerId="LiveId" clId="{CA88066A-11AB-4FE9-B1C2-8150FB1E6072}" dt="2021-12-30T13:20:00.832" v="846" actId="478"/>
          <ac:picMkLst>
            <pc:docMk/>
            <pc:sldMk cId="1205252436" sldId="360"/>
            <ac:picMk id="13" creationId="{B68C9DCB-AE7F-4B0C-A246-3B6E24A6AB5C}"/>
          </ac:picMkLst>
        </pc:picChg>
        <pc:picChg chg="add del mod ord">
          <ac:chgData name="Guilherme Micota Stipp" userId="7d8a6ee1e82349c3" providerId="LiveId" clId="{CA88066A-11AB-4FE9-B1C2-8150FB1E6072}" dt="2021-12-30T02:32:01.800" v="448" actId="478"/>
          <ac:picMkLst>
            <pc:docMk/>
            <pc:sldMk cId="1205252436" sldId="360"/>
            <ac:picMk id="14" creationId="{602C9B8B-DB3A-4E00-BE0F-C805A016D37C}"/>
          </ac:picMkLst>
        </pc:picChg>
        <pc:picChg chg="add del mod">
          <ac:chgData name="Guilherme Micota Stipp" userId="7d8a6ee1e82349c3" providerId="LiveId" clId="{CA88066A-11AB-4FE9-B1C2-8150FB1E6072}" dt="2022-01-03T13:59:25.757" v="965" actId="478"/>
          <ac:picMkLst>
            <pc:docMk/>
            <pc:sldMk cId="1205252436" sldId="360"/>
            <ac:picMk id="15" creationId="{D66B8DA8-754C-4FC1-A9C8-114ED662A065}"/>
          </ac:picMkLst>
        </pc:picChg>
        <pc:picChg chg="del">
          <ac:chgData name="Guilherme Micota Stipp" userId="7d8a6ee1e82349c3" providerId="LiveId" clId="{CA88066A-11AB-4FE9-B1C2-8150FB1E6072}" dt="2021-12-29T16:25:47.448" v="288" actId="478"/>
          <ac:picMkLst>
            <pc:docMk/>
            <pc:sldMk cId="1205252436" sldId="360"/>
            <ac:picMk id="19" creationId="{F67AFC11-7651-4443-A10E-8761EEA8EB6E}"/>
          </ac:picMkLst>
        </pc:picChg>
      </pc:sldChg>
      <pc:sldChg chg="addSp delSp modSp add mod">
        <pc:chgData name="Guilherme Micota Stipp" userId="7d8a6ee1e82349c3" providerId="LiveId" clId="{CA88066A-11AB-4FE9-B1C2-8150FB1E6072}" dt="2022-01-03T14:26:06.212" v="1046" actId="14100"/>
        <pc:sldMkLst>
          <pc:docMk/>
          <pc:sldMk cId="2212600484" sldId="361"/>
        </pc:sldMkLst>
        <pc:spChg chg="mod">
          <ac:chgData name="Guilherme Micota Stipp" userId="7d8a6ee1e82349c3" providerId="LiveId" clId="{CA88066A-11AB-4FE9-B1C2-8150FB1E6072}" dt="2022-01-03T14:11:17.713" v="1015" actId="20577"/>
          <ac:spMkLst>
            <pc:docMk/>
            <pc:sldMk cId="2212600484" sldId="361"/>
            <ac:spMk id="10" creationId="{0DC30F15-2778-418E-A2EF-BEAEC6F95C4E}"/>
          </ac:spMkLst>
        </pc:spChg>
        <pc:picChg chg="add del mod">
          <ac:chgData name="Guilherme Micota Stipp" userId="7d8a6ee1e82349c3" providerId="LiveId" clId="{CA88066A-11AB-4FE9-B1C2-8150FB1E6072}" dt="2022-01-03T14:11:19.870" v="1016" actId="478"/>
          <ac:picMkLst>
            <pc:docMk/>
            <pc:sldMk cId="2212600484" sldId="361"/>
            <ac:picMk id="8" creationId="{075E3D52-327D-4DAC-9106-EBAD6270B442}"/>
          </ac:picMkLst>
        </pc:picChg>
        <pc:picChg chg="add del mod">
          <ac:chgData name="Guilherme Micota Stipp" userId="7d8a6ee1e82349c3" providerId="LiveId" clId="{CA88066A-11AB-4FE9-B1C2-8150FB1E6072}" dt="2022-01-03T14:25:59.828" v="1037" actId="478"/>
          <ac:picMkLst>
            <pc:docMk/>
            <pc:sldMk cId="2212600484" sldId="361"/>
            <ac:picMk id="11" creationId="{11840005-1207-4376-BBA9-6B9E588EDF54}"/>
          </ac:picMkLst>
        </pc:picChg>
        <pc:picChg chg="add mod">
          <ac:chgData name="Guilherme Micota Stipp" userId="7d8a6ee1e82349c3" providerId="LiveId" clId="{CA88066A-11AB-4FE9-B1C2-8150FB1E6072}" dt="2022-01-03T14:26:06.212" v="1046" actId="14100"/>
          <ac:picMkLst>
            <pc:docMk/>
            <pc:sldMk cId="2212600484" sldId="361"/>
            <ac:picMk id="13" creationId="{B27C0A05-1287-426F-BACE-1C67EE089D45}"/>
          </ac:picMkLst>
        </pc:picChg>
        <pc:picChg chg="del">
          <ac:chgData name="Guilherme Micota Stipp" userId="7d8a6ee1e82349c3" providerId="LiveId" clId="{CA88066A-11AB-4FE9-B1C2-8150FB1E6072}" dt="2021-12-30T13:20:46.294" v="857" actId="478"/>
          <ac:picMkLst>
            <pc:docMk/>
            <pc:sldMk cId="2212600484" sldId="361"/>
            <ac:picMk id="14" creationId="{602C9B8B-DB3A-4E00-BE0F-C805A016D37C}"/>
          </ac:picMkLst>
        </pc:picChg>
      </pc:sldChg>
      <pc:sldChg chg="addSp delSp modSp add mod">
        <pc:chgData name="Guilherme Micota Stipp" userId="7d8a6ee1e82349c3" providerId="LiveId" clId="{CA88066A-11AB-4FE9-B1C2-8150FB1E6072}" dt="2021-12-30T13:21:11.113" v="886" actId="14100"/>
        <pc:sldMkLst>
          <pc:docMk/>
          <pc:sldMk cId="1906749985" sldId="362"/>
        </pc:sldMkLst>
        <pc:spChg chg="mod">
          <ac:chgData name="Guilherme Micota Stipp" userId="7d8a6ee1e82349c3" providerId="LiveId" clId="{CA88066A-11AB-4FE9-B1C2-8150FB1E6072}" dt="2021-12-30T03:33:01.301" v="517" actId="20577"/>
          <ac:spMkLst>
            <pc:docMk/>
            <pc:sldMk cId="1906749985" sldId="362"/>
            <ac:spMk id="10" creationId="{0DC30F15-2778-418E-A2EF-BEAEC6F95C4E}"/>
          </ac:spMkLst>
        </pc:spChg>
        <pc:picChg chg="add del mod ord">
          <ac:chgData name="Guilherme Micota Stipp" userId="7d8a6ee1e82349c3" providerId="LiveId" clId="{CA88066A-11AB-4FE9-B1C2-8150FB1E6072}" dt="2021-12-30T03:48:24.481" v="692" actId="478"/>
          <ac:picMkLst>
            <pc:docMk/>
            <pc:sldMk cId="1906749985" sldId="362"/>
            <ac:picMk id="8" creationId="{4D84EB51-2D79-460C-8D9E-C68FA7006FC3}"/>
          </ac:picMkLst>
        </pc:picChg>
        <pc:picChg chg="add mod">
          <ac:chgData name="Guilherme Micota Stipp" userId="7d8a6ee1e82349c3" providerId="LiveId" clId="{CA88066A-11AB-4FE9-B1C2-8150FB1E6072}" dt="2021-12-30T13:21:11.113" v="886" actId="14100"/>
          <ac:picMkLst>
            <pc:docMk/>
            <pc:sldMk cId="1906749985" sldId="362"/>
            <ac:picMk id="8" creationId="{EBDB1A95-FAF5-4CE5-B754-94DA6FAD008E}"/>
          </ac:picMkLst>
        </pc:picChg>
        <pc:picChg chg="add del mod ord">
          <ac:chgData name="Guilherme Micota Stipp" userId="7d8a6ee1e82349c3" providerId="LiveId" clId="{CA88066A-11AB-4FE9-B1C2-8150FB1E6072}" dt="2021-12-30T13:21:04.260" v="876" actId="478"/>
          <ac:picMkLst>
            <pc:docMk/>
            <pc:sldMk cId="1906749985" sldId="362"/>
            <ac:picMk id="11" creationId="{D60E8565-8C33-4F48-93BD-7B73327E4208}"/>
          </ac:picMkLst>
        </pc:picChg>
        <pc:picChg chg="del mod">
          <ac:chgData name="Guilherme Micota Stipp" userId="7d8a6ee1e82349c3" providerId="LiveId" clId="{CA88066A-11AB-4FE9-B1C2-8150FB1E6072}" dt="2021-12-30T03:33:03.206" v="519" actId="478"/>
          <ac:picMkLst>
            <pc:docMk/>
            <pc:sldMk cId="1906749985" sldId="362"/>
            <ac:picMk id="14" creationId="{602C9B8B-DB3A-4E00-BE0F-C805A016D37C}"/>
          </ac:picMkLst>
        </pc:picChg>
      </pc:sldChg>
      <pc:sldChg chg="addSp delSp modSp add del mod">
        <pc:chgData name="Guilherme Micota Stipp" userId="7d8a6ee1e82349c3" providerId="LiveId" clId="{CA88066A-11AB-4FE9-B1C2-8150FB1E6072}" dt="2022-01-03T14:36:57.980" v="1093" actId="47"/>
        <pc:sldMkLst>
          <pc:docMk/>
          <pc:sldMk cId="4158603420" sldId="363"/>
        </pc:sldMkLst>
        <pc:picChg chg="add del mod ord">
          <ac:chgData name="Guilherme Micota Stipp" userId="7d8a6ee1e82349c3" providerId="LiveId" clId="{CA88066A-11AB-4FE9-B1C2-8150FB1E6072}" dt="2021-12-30T13:21:17.556" v="887" actId="478"/>
          <ac:picMkLst>
            <pc:docMk/>
            <pc:sldMk cId="4158603420" sldId="363"/>
            <ac:picMk id="8" creationId="{0806A150-BABB-4902-A8BD-935088FA3F60}"/>
          </ac:picMkLst>
        </pc:picChg>
        <pc:picChg chg="del mod">
          <ac:chgData name="Guilherme Micota Stipp" userId="7d8a6ee1e82349c3" providerId="LiveId" clId="{CA88066A-11AB-4FE9-B1C2-8150FB1E6072}" dt="2021-12-30T03:33:17.935" v="560" actId="478"/>
          <ac:picMkLst>
            <pc:docMk/>
            <pc:sldMk cId="4158603420" sldId="363"/>
            <ac:picMk id="8" creationId="{4D84EB51-2D79-460C-8D9E-C68FA7006FC3}"/>
          </ac:picMkLst>
        </pc:picChg>
        <pc:picChg chg="add mod">
          <ac:chgData name="Guilherme Micota Stipp" userId="7d8a6ee1e82349c3" providerId="LiveId" clId="{CA88066A-11AB-4FE9-B1C2-8150FB1E6072}" dt="2021-12-30T13:21:25.699" v="904" actId="14100"/>
          <ac:picMkLst>
            <pc:docMk/>
            <pc:sldMk cId="4158603420" sldId="363"/>
            <ac:picMk id="11" creationId="{AF4E3472-DC46-454D-83B9-7C3071F67968}"/>
          </ac:picMkLst>
        </pc:picChg>
        <pc:picChg chg="add del mod ord">
          <ac:chgData name="Guilherme Micota Stipp" userId="7d8a6ee1e82349c3" providerId="LiveId" clId="{CA88066A-11AB-4FE9-B1C2-8150FB1E6072}" dt="2021-12-30T03:40:11.293" v="655" actId="478"/>
          <ac:picMkLst>
            <pc:docMk/>
            <pc:sldMk cId="4158603420" sldId="363"/>
            <ac:picMk id="11" creationId="{B5D4D614-B14E-477B-B29D-008445E3FB6F}"/>
          </ac:picMkLst>
        </pc:picChg>
        <pc:picChg chg="add del mod ord">
          <ac:chgData name="Guilherme Micota Stipp" userId="7d8a6ee1e82349c3" providerId="LiveId" clId="{CA88066A-11AB-4FE9-B1C2-8150FB1E6072}" dt="2021-12-30T03:48:49.477" v="721" actId="478"/>
          <ac:picMkLst>
            <pc:docMk/>
            <pc:sldMk cId="4158603420" sldId="363"/>
            <ac:picMk id="13" creationId="{CFB83EFE-C269-4862-8976-EC82BD576A15}"/>
          </ac:picMkLst>
        </pc:picChg>
      </pc:sldChg>
      <pc:sldChg chg="addSp delSp modSp add mod">
        <pc:chgData name="Guilherme Micota Stipp" userId="7d8a6ee1e82349c3" providerId="LiveId" clId="{CA88066A-11AB-4FE9-B1C2-8150FB1E6072}" dt="2022-01-03T14:27:46.720" v="1059" actId="14100"/>
        <pc:sldMkLst>
          <pc:docMk/>
          <pc:sldMk cId="1527682639" sldId="364"/>
        </pc:sldMkLst>
        <pc:picChg chg="add del mod ord">
          <ac:chgData name="Guilherme Micota Stipp" userId="7d8a6ee1e82349c3" providerId="LiveId" clId="{CA88066A-11AB-4FE9-B1C2-8150FB1E6072}" dt="2021-12-30T03:49:11.375" v="755" actId="478"/>
          <ac:picMkLst>
            <pc:docMk/>
            <pc:sldMk cId="1527682639" sldId="364"/>
            <ac:picMk id="8" creationId="{BB42479C-81E1-4150-B117-C8D1D1BF19CF}"/>
          </ac:picMkLst>
        </pc:picChg>
        <pc:picChg chg="add del mod">
          <ac:chgData name="Guilherme Micota Stipp" userId="7d8a6ee1e82349c3" providerId="LiveId" clId="{CA88066A-11AB-4FE9-B1C2-8150FB1E6072}" dt="2022-01-03T14:27:39.475" v="1049" actId="478"/>
          <ac:picMkLst>
            <pc:docMk/>
            <pc:sldMk cId="1527682639" sldId="364"/>
            <ac:picMk id="8" creationId="{CA47201B-97E0-4D65-B545-64FCE2DB9B4E}"/>
          </ac:picMkLst>
        </pc:picChg>
        <pc:picChg chg="add mod">
          <ac:chgData name="Guilherme Micota Stipp" userId="7d8a6ee1e82349c3" providerId="LiveId" clId="{CA88066A-11AB-4FE9-B1C2-8150FB1E6072}" dt="2022-01-03T14:27:46.720" v="1059" actId="14100"/>
          <ac:picMkLst>
            <pc:docMk/>
            <pc:sldMk cId="1527682639" sldId="364"/>
            <ac:picMk id="11" creationId="{8975A2D0-4F50-4438-91E9-75922132CA24}"/>
          </ac:picMkLst>
        </pc:picChg>
        <pc:picChg chg="del mod">
          <ac:chgData name="Guilherme Micota Stipp" userId="7d8a6ee1e82349c3" providerId="LiveId" clId="{CA88066A-11AB-4FE9-B1C2-8150FB1E6072}" dt="2021-12-30T03:33:45.818" v="593" actId="478"/>
          <ac:picMkLst>
            <pc:docMk/>
            <pc:sldMk cId="1527682639" sldId="364"/>
            <ac:picMk id="11" creationId="{B5D4D614-B14E-477B-B29D-008445E3FB6F}"/>
          </ac:picMkLst>
        </pc:picChg>
        <pc:picChg chg="add del mod ord">
          <ac:chgData name="Guilherme Micota Stipp" userId="7d8a6ee1e82349c3" providerId="LiveId" clId="{CA88066A-11AB-4FE9-B1C2-8150FB1E6072}" dt="2021-12-30T13:21:33.211" v="905" actId="478"/>
          <ac:picMkLst>
            <pc:docMk/>
            <pc:sldMk cId="1527682639" sldId="364"/>
            <ac:picMk id="11" creationId="{ED026C61-5539-40EC-91D0-DEF936300DDC}"/>
          </ac:picMkLst>
        </pc:picChg>
      </pc:sldChg>
      <pc:sldChg chg="del">
        <pc:chgData name="Guilherme Micota Stipp" userId="7d8a6ee1e82349c3" providerId="LiveId" clId="{CA88066A-11AB-4FE9-B1C2-8150FB1E6072}" dt="2021-12-29T01:55:58.621" v="10" actId="47"/>
        <pc:sldMkLst>
          <pc:docMk/>
          <pc:sldMk cId="2464364083" sldId="364"/>
        </pc:sldMkLst>
      </pc:sldChg>
      <pc:sldChg chg="del">
        <pc:chgData name="Guilherme Micota Stipp" userId="7d8a6ee1e82349c3" providerId="LiveId" clId="{CA88066A-11AB-4FE9-B1C2-8150FB1E6072}" dt="2021-12-29T01:55:58.200" v="9" actId="47"/>
        <pc:sldMkLst>
          <pc:docMk/>
          <pc:sldMk cId="425884988" sldId="365"/>
        </pc:sldMkLst>
      </pc:sldChg>
      <pc:sldChg chg="addSp delSp modSp add mod">
        <pc:chgData name="Guilherme Micota Stipp" userId="7d8a6ee1e82349c3" providerId="LiveId" clId="{CA88066A-11AB-4FE9-B1C2-8150FB1E6072}" dt="2022-01-03T14:30:59.225" v="1092" actId="14100"/>
        <pc:sldMkLst>
          <pc:docMk/>
          <pc:sldMk cId="2026391802" sldId="365"/>
        </pc:sldMkLst>
        <pc:picChg chg="del mod">
          <ac:chgData name="Guilherme Micota Stipp" userId="7d8a6ee1e82349c3" providerId="LiveId" clId="{CA88066A-11AB-4FE9-B1C2-8150FB1E6072}" dt="2021-12-30T03:34:19.003" v="626" actId="478"/>
          <ac:picMkLst>
            <pc:docMk/>
            <pc:sldMk cId="2026391802" sldId="365"/>
            <ac:picMk id="8" creationId="{BB42479C-81E1-4150-B117-C8D1D1BF19CF}"/>
          </ac:picMkLst>
        </pc:picChg>
        <pc:picChg chg="add del mod">
          <ac:chgData name="Guilherme Micota Stipp" userId="7d8a6ee1e82349c3" providerId="LiveId" clId="{CA88066A-11AB-4FE9-B1C2-8150FB1E6072}" dt="2022-01-03T14:30:49.322" v="1060" actId="478"/>
          <ac:picMkLst>
            <pc:docMk/>
            <pc:sldMk cId="2026391802" sldId="365"/>
            <ac:picMk id="8" creationId="{FA700AFC-76D1-43DA-B3FE-F378011B9CB7}"/>
          </ac:picMkLst>
        </pc:picChg>
        <pc:picChg chg="add del mod ord">
          <ac:chgData name="Guilherme Micota Stipp" userId="7d8a6ee1e82349c3" providerId="LiveId" clId="{CA88066A-11AB-4FE9-B1C2-8150FB1E6072}" dt="2021-12-30T13:21:49.966" v="925" actId="478"/>
          <ac:picMkLst>
            <pc:docMk/>
            <pc:sldMk cId="2026391802" sldId="365"/>
            <ac:picMk id="11" creationId="{91F67EED-10BF-4BB2-9606-7204D85C23B2}"/>
          </ac:picMkLst>
        </pc:picChg>
        <pc:picChg chg="add mod">
          <ac:chgData name="Guilherme Micota Stipp" userId="7d8a6ee1e82349c3" providerId="LiveId" clId="{CA88066A-11AB-4FE9-B1C2-8150FB1E6072}" dt="2022-01-03T14:30:59.225" v="1092" actId="14100"/>
          <ac:picMkLst>
            <pc:docMk/>
            <pc:sldMk cId="2026391802" sldId="365"/>
            <ac:picMk id="11" creationId="{F8E52C5E-68E6-4FD9-8E1A-FFD1EC8D8CE8}"/>
          </ac:picMkLst>
        </pc:picChg>
      </pc:sldChg>
      <pc:sldChg chg="del">
        <pc:chgData name="Guilherme Micota Stipp" userId="7d8a6ee1e82349c3" providerId="LiveId" clId="{CA88066A-11AB-4FE9-B1C2-8150FB1E6072}" dt="2021-12-29T01:55:59.357" v="12" actId="47"/>
        <pc:sldMkLst>
          <pc:docMk/>
          <pc:sldMk cId="355139325" sldId="366"/>
        </pc:sldMkLst>
      </pc:sldChg>
      <pc:sldChg chg="add ord">
        <pc:chgData name="Guilherme Micota Stipp" userId="7d8a6ee1e82349c3" providerId="LiveId" clId="{CA88066A-11AB-4FE9-B1C2-8150FB1E6072}" dt="2022-01-03T14:26:17.921" v="1048"/>
        <pc:sldMkLst>
          <pc:docMk/>
          <pc:sldMk cId="4199212434" sldId="366"/>
        </pc:sldMkLst>
      </pc:sldChg>
      <pc:sldChg chg="addSp delSp modSp add mod">
        <pc:chgData name="Guilherme Micota Stipp" userId="7d8a6ee1e82349c3" providerId="LiveId" clId="{CA88066A-11AB-4FE9-B1C2-8150FB1E6072}" dt="2022-01-03T14:53:18.543" v="1206" actId="14100"/>
        <pc:sldMkLst>
          <pc:docMk/>
          <pc:sldMk cId="1477072506" sldId="367"/>
        </pc:sldMkLst>
        <pc:spChg chg="mod">
          <ac:chgData name="Guilherme Micota Stipp" userId="7d8a6ee1e82349c3" providerId="LiveId" clId="{CA88066A-11AB-4FE9-B1C2-8150FB1E6072}" dt="2022-01-03T14:52:34.990" v="1158" actId="20577"/>
          <ac:spMkLst>
            <pc:docMk/>
            <pc:sldMk cId="1477072506" sldId="367"/>
            <ac:spMk id="10" creationId="{0DC30F15-2778-418E-A2EF-BEAEC6F95C4E}"/>
          </ac:spMkLst>
        </pc:spChg>
        <pc:picChg chg="del">
          <ac:chgData name="Guilherme Micota Stipp" userId="7d8a6ee1e82349c3" providerId="LiveId" clId="{CA88066A-11AB-4FE9-B1C2-8150FB1E6072}" dt="2022-01-03T14:37:28.566" v="1113" actId="478"/>
          <ac:picMkLst>
            <pc:docMk/>
            <pc:sldMk cId="1477072506" sldId="367"/>
            <ac:picMk id="8" creationId="{82EBFAB2-2085-467B-B7A9-4949E200D89C}"/>
          </ac:picMkLst>
        </pc:picChg>
        <pc:picChg chg="add del mod">
          <ac:chgData name="Guilherme Micota Stipp" userId="7d8a6ee1e82349c3" providerId="LiveId" clId="{CA88066A-11AB-4FE9-B1C2-8150FB1E6072}" dt="2022-01-03T14:53:02.377" v="1193" actId="478"/>
          <ac:picMkLst>
            <pc:docMk/>
            <pc:sldMk cId="1477072506" sldId="367"/>
            <ac:picMk id="11" creationId="{B88B13CE-BFE1-4B99-925B-4CFBB158F01D}"/>
          </ac:picMkLst>
        </pc:picChg>
        <pc:picChg chg="add mod">
          <ac:chgData name="Guilherme Micota Stipp" userId="7d8a6ee1e82349c3" providerId="LiveId" clId="{CA88066A-11AB-4FE9-B1C2-8150FB1E6072}" dt="2022-01-03T14:53:18.543" v="1206" actId="14100"/>
          <ac:picMkLst>
            <pc:docMk/>
            <pc:sldMk cId="1477072506" sldId="367"/>
            <ac:picMk id="13" creationId="{F2F0D979-B294-441E-A05E-6330E11A56D6}"/>
          </ac:picMkLst>
        </pc:picChg>
      </pc:sldChg>
      <pc:sldChg chg="del">
        <pc:chgData name="Guilherme Micota Stipp" userId="7d8a6ee1e82349c3" providerId="LiveId" clId="{CA88066A-11AB-4FE9-B1C2-8150FB1E6072}" dt="2021-12-29T01:55:58.967" v="11" actId="47"/>
        <pc:sldMkLst>
          <pc:docMk/>
          <pc:sldMk cId="3039734873" sldId="367"/>
        </pc:sldMkLst>
      </pc:sldChg>
      <pc:sldChg chg="del">
        <pc:chgData name="Guilherme Micota Stipp" userId="7d8a6ee1e82349c3" providerId="LiveId" clId="{CA88066A-11AB-4FE9-B1C2-8150FB1E6072}" dt="2021-12-29T01:56:01.460" v="15" actId="47"/>
        <pc:sldMkLst>
          <pc:docMk/>
          <pc:sldMk cId="3900721849" sldId="368"/>
        </pc:sldMkLst>
      </pc:sldChg>
      <pc:sldChg chg="del">
        <pc:chgData name="Guilherme Micota Stipp" userId="7d8a6ee1e82349c3" providerId="LiveId" clId="{CA88066A-11AB-4FE9-B1C2-8150FB1E6072}" dt="2021-12-29T01:55:59.699" v="13" actId="47"/>
        <pc:sldMkLst>
          <pc:docMk/>
          <pc:sldMk cId="4167660124" sldId="369"/>
        </pc:sldMkLst>
      </pc:sldChg>
      <pc:sldChg chg="del">
        <pc:chgData name="Guilherme Micota Stipp" userId="7d8a6ee1e82349c3" providerId="LiveId" clId="{CA88066A-11AB-4FE9-B1C2-8150FB1E6072}" dt="2021-12-29T01:56:00.089" v="14" actId="47"/>
        <pc:sldMkLst>
          <pc:docMk/>
          <pc:sldMk cId="2968589190" sldId="370"/>
        </pc:sldMkLst>
      </pc:sldChg>
    </pc:docChg>
  </pc:docChgLst>
  <pc:docChgLst>
    <pc:chgData name="Guilherme Micota Stipp" userId="7d8a6ee1e82349c3" providerId="LiveId" clId="{F3415BE5-403D-4ADF-9AD0-B16C966CA254}"/>
    <pc:docChg chg="undo custSel addSld delSld modSld sldOrd">
      <pc:chgData name="Guilherme Micota Stipp" userId="7d8a6ee1e82349c3" providerId="LiveId" clId="{F3415BE5-403D-4ADF-9AD0-B16C966CA254}" dt="2021-11-22T17:06:14.361" v="234" actId="14100"/>
      <pc:docMkLst>
        <pc:docMk/>
      </pc:docMkLst>
      <pc:sldChg chg="del">
        <pc:chgData name="Guilherme Micota Stipp" userId="7d8a6ee1e82349c3" providerId="LiveId" clId="{F3415BE5-403D-4ADF-9AD0-B16C966CA254}" dt="2021-11-21T15:07:17.223" v="0" actId="47"/>
        <pc:sldMkLst>
          <pc:docMk/>
          <pc:sldMk cId="3026180355" sldId="328"/>
        </pc:sldMkLst>
      </pc:sldChg>
      <pc:sldChg chg="addSp delSp modSp mod ord">
        <pc:chgData name="Guilherme Micota Stipp" userId="7d8a6ee1e82349c3" providerId="LiveId" clId="{F3415BE5-403D-4ADF-9AD0-B16C966CA254}" dt="2021-11-22T14:52:20.531" v="223" actId="1037"/>
        <pc:sldMkLst>
          <pc:docMk/>
          <pc:sldMk cId="498397642" sldId="331"/>
        </pc:sldMkLst>
        <pc:spChg chg="del">
          <ac:chgData name="Guilherme Micota Stipp" userId="7d8a6ee1e82349c3" providerId="LiveId" clId="{F3415BE5-403D-4ADF-9AD0-B16C966CA254}" dt="2021-11-22T13:53:35.794" v="158" actId="478"/>
          <ac:spMkLst>
            <pc:docMk/>
            <pc:sldMk cId="498397642" sldId="331"/>
            <ac:spMk id="15" creationId="{094FD604-E72C-4E2E-949B-E4561741F2BC}"/>
          </ac:spMkLst>
        </pc:spChg>
        <pc:picChg chg="del">
          <ac:chgData name="Guilherme Micota Stipp" userId="7d8a6ee1e82349c3" providerId="LiveId" clId="{F3415BE5-403D-4ADF-9AD0-B16C966CA254}" dt="2021-11-22T13:53:34.547" v="156" actId="478"/>
          <ac:picMkLst>
            <pc:docMk/>
            <pc:sldMk cId="498397642" sldId="331"/>
            <ac:picMk id="8" creationId="{9D44CE68-70AC-4EE8-940A-B76EA6E80CD6}"/>
          </ac:picMkLst>
        </pc:picChg>
        <pc:picChg chg="add del mod">
          <ac:chgData name="Guilherme Micota Stipp" userId="7d8a6ee1e82349c3" providerId="LiveId" clId="{F3415BE5-403D-4ADF-9AD0-B16C966CA254}" dt="2021-11-22T14:36:26.450" v="175" actId="478"/>
          <ac:picMkLst>
            <pc:docMk/>
            <pc:sldMk cId="498397642" sldId="331"/>
            <ac:picMk id="11" creationId="{2F827022-1BFC-46F6-A9C6-8A32E5BA9303}"/>
          </ac:picMkLst>
        </pc:picChg>
        <pc:picChg chg="del">
          <ac:chgData name="Guilherme Micota Stipp" userId="7d8a6ee1e82349c3" providerId="LiveId" clId="{F3415BE5-403D-4ADF-9AD0-B16C966CA254}" dt="2021-11-22T13:53:34.971" v="157" actId="478"/>
          <ac:picMkLst>
            <pc:docMk/>
            <pc:sldMk cId="498397642" sldId="331"/>
            <ac:picMk id="12" creationId="{49AF15D2-FE2D-4757-A1B3-F21C09A2BCC1}"/>
          </ac:picMkLst>
        </pc:picChg>
        <pc:picChg chg="add mod">
          <ac:chgData name="Guilherme Micota Stipp" userId="7d8a6ee1e82349c3" providerId="LiveId" clId="{F3415BE5-403D-4ADF-9AD0-B16C966CA254}" dt="2021-11-22T14:51:53.424" v="193" actId="14100"/>
          <ac:picMkLst>
            <pc:docMk/>
            <pc:sldMk cId="498397642" sldId="331"/>
            <ac:picMk id="14" creationId="{E31B0B3A-0CE0-4451-8547-F710F83455FD}"/>
          </ac:picMkLst>
        </pc:picChg>
        <pc:picChg chg="add mod">
          <ac:chgData name="Guilherme Micota Stipp" userId="7d8a6ee1e82349c3" providerId="LiveId" clId="{F3415BE5-403D-4ADF-9AD0-B16C966CA254}" dt="2021-11-22T14:52:16.578" v="222" actId="1037"/>
          <ac:picMkLst>
            <pc:docMk/>
            <pc:sldMk cId="498397642" sldId="331"/>
            <ac:picMk id="17" creationId="{C33D706B-4423-4862-B479-4AEA6500D37C}"/>
          </ac:picMkLst>
        </pc:picChg>
        <pc:picChg chg="add mod">
          <ac:chgData name="Guilherme Micota Stipp" userId="7d8a6ee1e82349c3" providerId="LiveId" clId="{F3415BE5-403D-4ADF-9AD0-B16C966CA254}" dt="2021-11-22T14:52:20.531" v="223" actId="1037"/>
          <ac:picMkLst>
            <pc:docMk/>
            <pc:sldMk cId="498397642" sldId="331"/>
            <ac:picMk id="19" creationId="{CFA7470C-7A3F-44BD-A5D3-E98156F2DFB6}"/>
          </ac:picMkLst>
        </pc:picChg>
      </pc:sldChg>
      <pc:sldChg chg="addSp delSp modSp mod ord">
        <pc:chgData name="Guilherme Micota Stipp" userId="7d8a6ee1e82349c3" providerId="LiveId" clId="{F3415BE5-403D-4ADF-9AD0-B16C966CA254}" dt="2021-11-22T17:06:14.361" v="234" actId="14100"/>
        <pc:sldMkLst>
          <pc:docMk/>
          <pc:sldMk cId="4065182258" sldId="332"/>
        </pc:sldMkLst>
        <pc:spChg chg="del">
          <ac:chgData name="Guilherme Micota Stipp" userId="7d8a6ee1e82349c3" providerId="LiveId" clId="{F3415BE5-403D-4ADF-9AD0-B16C966CA254}" dt="2021-11-22T13:53:31.834" v="155" actId="478"/>
          <ac:spMkLst>
            <pc:docMk/>
            <pc:sldMk cId="4065182258" sldId="332"/>
            <ac:spMk id="12" creationId="{C2AF14C4-1C61-4A64-97F3-1957D60198A9}"/>
          </ac:spMkLst>
        </pc:spChg>
        <pc:picChg chg="add mod">
          <ac:chgData name="Guilherme Micota Stipp" userId="7d8a6ee1e82349c3" providerId="LiveId" clId="{F3415BE5-403D-4ADF-9AD0-B16C966CA254}" dt="2021-11-22T17:06:14.361" v="234" actId="14100"/>
          <ac:picMkLst>
            <pc:docMk/>
            <pc:sldMk cId="4065182258" sldId="332"/>
            <ac:picMk id="8" creationId="{47BB17C0-47CB-4924-BD00-C3940A56499F}"/>
          </ac:picMkLst>
        </pc:picChg>
        <pc:picChg chg="del">
          <ac:chgData name="Guilherme Micota Stipp" userId="7d8a6ee1e82349c3" providerId="LiveId" clId="{F3415BE5-403D-4ADF-9AD0-B16C966CA254}" dt="2021-11-22T13:53:30.557" v="154" actId="478"/>
          <ac:picMkLst>
            <pc:docMk/>
            <pc:sldMk cId="4065182258" sldId="332"/>
            <ac:picMk id="11" creationId="{B447749B-2D7F-4975-AEC6-2F7AC9C50E99}"/>
          </ac:picMkLst>
        </pc:picChg>
        <pc:picChg chg="add del mod">
          <ac:chgData name="Guilherme Micota Stipp" userId="7d8a6ee1e82349c3" providerId="LiveId" clId="{F3415BE5-403D-4ADF-9AD0-B16C966CA254}" dt="2021-11-22T17:06:02.186" v="224" actId="478"/>
          <ac:picMkLst>
            <pc:docMk/>
            <pc:sldMk cId="4065182258" sldId="332"/>
            <ac:picMk id="13" creationId="{E5F84C8B-65D7-4F78-8473-E4C6A670FDFB}"/>
          </ac:picMkLst>
        </pc:picChg>
      </pc:sldChg>
      <pc:sldChg chg="addSp delSp modSp mod">
        <pc:chgData name="Guilherme Micota Stipp" userId="7d8a6ee1e82349c3" providerId="LiveId" clId="{F3415BE5-403D-4ADF-9AD0-B16C966CA254}" dt="2021-11-21T15:08:07.285" v="53" actId="14100"/>
        <pc:sldMkLst>
          <pc:docMk/>
          <pc:sldMk cId="1244231830" sldId="335"/>
        </pc:sldMkLst>
        <pc:spChg chg="mod">
          <ac:chgData name="Guilherme Micota Stipp" userId="7d8a6ee1e82349c3" providerId="LiveId" clId="{F3415BE5-403D-4ADF-9AD0-B16C966CA254}" dt="2021-11-21T15:07:40.028" v="42" actId="20577"/>
          <ac:spMkLst>
            <pc:docMk/>
            <pc:sldMk cId="1244231830" sldId="335"/>
            <ac:spMk id="10" creationId="{0DC30F15-2778-418E-A2EF-BEAEC6F95C4E}"/>
          </ac:spMkLst>
        </pc:spChg>
        <pc:spChg chg="del">
          <ac:chgData name="Guilherme Micota Stipp" userId="7d8a6ee1e82349c3" providerId="LiveId" clId="{F3415BE5-403D-4ADF-9AD0-B16C966CA254}" dt="2021-11-21T15:07:45.201" v="44" actId="478"/>
          <ac:spMkLst>
            <pc:docMk/>
            <pc:sldMk cId="1244231830" sldId="335"/>
            <ac:spMk id="12" creationId="{E13B9464-8041-4A2A-83C3-53A663E6BD13}"/>
          </ac:spMkLst>
        </pc:spChg>
        <pc:picChg chg="del">
          <ac:chgData name="Guilherme Micota Stipp" userId="7d8a6ee1e82349c3" providerId="LiveId" clId="{F3415BE5-403D-4ADF-9AD0-B16C966CA254}" dt="2021-11-21T15:07:42.324" v="43" actId="478"/>
          <ac:picMkLst>
            <pc:docMk/>
            <pc:sldMk cId="1244231830" sldId="335"/>
            <ac:picMk id="8" creationId="{DF9AE39B-A7F7-4B28-8C40-CB7FDC3790C5}"/>
          </ac:picMkLst>
        </pc:picChg>
        <pc:picChg chg="add mod">
          <ac:chgData name="Guilherme Micota Stipp" userId="7d8a6ee1e82349c3" providerId="LiveId" clId="{F3415BE5-403D-4ADF-9AD0-B16C966CA254}" dt="2021-11-21T15:08:07.285" v="53" actId="14100"/>
          <ac:picMkLst>
            <pc:docMk/>
            <pc:sldMk cId="1244231830" sldId="335"/>
            <ac:picMk id="11" creationId="{CCFC30E2-2E02-4BCB-82E8-9DD93FB7AB36}"/>
          </ac:picMkLst>
        </pc:picChg>
      </pc:sldChg>
      <pc:sldChg chg="addSp delSp modSp add mod">
        <pc:chgData name="Guilherme Micota Stipp" userId="7d8a6ee1e82349c3" providerId="LiveId" clId="{F3415BE5-403D-4ADF-9AD0-B16C966CA254}" dt="2021-11-22T00:07:02.154" v="65" actId="14100"/>
        <pc:sldMkLst>
          <pc:docMk/>
          <pc:sldMk cId="77050720" sldId="336"/>
        </pc:sldMkLst>
        <pc:picChg chg="add mod">
          <ac:chgData name="Guilherme Micota Stipp" userId="7d8a6ee1e82349c3" providerId="LiveId" clId="{F3415BE5-403D-4ADF-9AD0-B16C966CA254}" dt="2021-11-22T00:07:02.154" v="65" actId="14100"/>
          <ac:picMkLst>
            <pc:docMk/>
            <pc:sldMk cId="77050720" sldId="336"/>
            <ac:picMk id="8" creationId="{3C365756-C20F-4DC5-BD27-C0859335339A}"/>
          </ac:picMkLst>
        </pc:picChg>
        <pc:picChg chg="del">
          <ac:chgData name="Guilherme Micota Stipp" userId="7d8a6ee1e82349c3" providerId="LiveId" clId="{F3415BE5-403D-4ADF-9AD0-B16C966CA254}" dt="2021-11-21T21:05:57.171" v="55" actId="478"/>
          <ac:picMkLst>
            <pc:docMk/>
            <pc:sldMk cId="77050720" sldId="336"/>
            <ac:picMk id="11" creationId="{CCFC30E2-2E02-4BCB-82E8-9DD93FB7AB36}"/>
          </ac:picMkLst>
        </pc:picChg>
      </pc:sldChg>
      <pc:sldChg chg="del">
        <pc:chgData name="Guilherme Micota Stipp" userId="7d8a6ee1e82349c3" providerId="LiveId" clId="{F3415BE5-403D-4ADF-9AD0-B16C966CA254}" dt="2021-11-21T15:07:19.546" v="1" actId="47"/>
        <pc:sldMkLst>
          <pc:docMk/>
          <pc:sldMk cId="1388573534" sldId="336"/>
        </pc:sldMkLst>
      </pc:sldChg>
      <pc:sldChg chg="del">
        <pc:chgData name="Guilherme Micota Stipp" userId="7d8a6ee1e82349c3" providerId="LiveId" clId="{F3415BE5-403D-4ADF-9AD0-B16C966CA254}" dt="2021-11-21T15:07:20.144" v="2" actId="47"/>
        <pc:sldMkLst>
          <pc:docMk/>
          <pc:sldMk cId="601019487" sldId="337"/>
        </pc:sldMkLst>
      </pc:sldChg>
      <pc:sldChg chg="addSp delSp modSp add mod">
        <pc:chgData name="Guilherme Micota Stipp" userId="7d8a6ee1e82349c3" providerId="LiveId" clId="{F3415BE5-403D-4ADF-9AD0-B16C966CA254}" dt="2021-11-22T00:51:24.787" v="76" actId="14100"/>
        <pc:sldMkLst>
          <pc:docMk/>
          <pc:sldMk cId="2409569259" sldId="337"/>
        </pc:sldMkLst>
        <pc:picChg chg="del">
          <ac:chgData name="Guilherme Micota Stipp" userId="7d8a6ee1e82349c3" providerId="LiveId" clId="{F3415BE5-403D-4ADF-9AD0-B16C966CA254}" dt="2021-11-22T00:30:08.271" v="67" actId="478"/>
          <ac:picMkLst>
            <pc:docMk/>
            <pc:sldMk cId="2409569259" sldId="337"/>
            <ac:picMk id="8" creationId="{3C365756-C20F-4DC5-BD27-C0859335339A}"/>
          </ac:picMkLst>
        </pc:picChg>
        <pc:picChg chg="add mod">
          <ac:chgData name="Guilherme Micota Stipp" userId="7d8a6ee1e82349c3" providerId="LiveId" clId="{F3415BE5-403D-4ADF-9AD0-B16C966CA254}" dt="2021-11-22T00:51:24.787" v="76" actId="14100"/>
          <ac:picMkLst>
            <pc:docMk/>
            <pc:sldMk cId="2409569259" sldId="337"/>
            <ac:picMk id="11" creationId="{8744B42F-B943-4E80-97B4-3797042BFD3B}"/>
          </ac:picMkLst>
        </pc:picChg>
      </pc:sldChg>
      <pc:sldChg chg="del">
        <pc:chgData name="Guilherme Micota Stipp" userId="7d8a6ee1e82349c3" providerId="LiveId" clId="{F3415BE5-403D-4ADF-9AD0-B16C966CA254}" dt="2021-11-21T15:07:20.679" v="3" actId="47"/>
        <pc:sldMkLst>
          <pc:docMk/>
          <pc:sldMk cId="94601103" sldId="338"/>
        </pc:sldMkLst>
      </pc:sldChg>
      <pc:sldChg chg="addSp delSp modSp add mod">
        <pc:chgData name="Guilherme Micota Stipp" userId="7d8a6ee1e82349c3" providerId="LiveId" clId="{F3415BE5-403D-4ADF-9AD0-B16C966CA254}" dt="2021-11-22T01:22:10.181" v="87" actId="14100"/>
        <pc:sldMkLst>
          <pc:docMk/>
          <pc:sldMk cId="1855339585" sldId="338"/>
        </pc:sldMkLst>
        <pc:picChg chg="add mod">
          <ac:chgData name="Guilherme Micota Stipp" userId="7d8a6ee1e82349c3" providerId="LiveId" clId="{F3415BE5-403D-4ADF-9AD0-B16C966CA254}" dt="2021-11-22T01:22:10.181" v="87" actId="14100"/>
          <ac:picMkLst>
            <pc:docMk/>
            <pc:sldMk cId="1855339585" sldId="338"/>
            <ac:picMk id="8" creationId="{19B90D87-A822-4047-9ECA-32D0B113A2C3}"/>
          </ac:picMkLst>
        </pc:picChg>
        <pc:picChg chg="del">
          <ac:chgData name="Guilherme Micota Stipp" userId="7d8a6ee1e82349c3" providerId="LiveId" clId="{F3415BE5-403D-4ADF-9AD0-B16C966CA254}" dt="2021-11-22T00:52:32.493" v="78" actId="478"/>
          <ac:picMkLst>
            <pc:docMk/>
            <pc:sldMk cId="1855339585" sldId="338"/>
            <ac:picMk id="11" creationId="{8744B42F-B943-4E80-97B4-3797042BFD3B}"/>
          </ac:picMkLst>
        </pc:picChg>
      </pc:sldChg>
      <pc:sldChg chg="addSp delSp modSp add mod">
        <pc:chgData name="Guilherme Micota Stipp" userId="7d8a6ee1e82349c3" providerId="LiveId" clId="{F3415BE5-403D-4ADF-9AD0-B16C966CA254}" dt="2021-11-22T01:45:09.856" v="108" actId="14100"/>
        <pc:sldMkLst>
          <pc:docMk/>
          <pc:sldMk cId="3759144261" sldId="339"/>
        </pc:sldMkLst>
        <pc:picChg chg="del">
          <ac:chgData name="Guilherme Micota Stipp" userId="7d8a6ee1e82349c3" providerId="LiveId" clId="{F3415BE5-403D-4ADF-9AD0-B16C966CA254}" dt="2021-11-22T01:44:54.469" v="89" actId="478"/>
          <ac:picMkLst>
            <pc:docMk/>
            <pc:sldMk cId="3759144261" sldId="339"/>
            <ac:picMk id="8" creationId="{19B90D87-A822-4047-9ECA-32D0B113A2C3}"/>
          </ac:picMkLst>
        </pc:picChg>
        <pc:picChg chg="add mod">
          <ac:chgData name="Guilherme Micota Stipp" userId="7d8a6ee1e82349c3" providerId="LiveId" clId="{F3415BE5-403D-4ADF-9AD0-B16C966CA254}" dt="2021-11-22T01:45:09.856" v="108" actId="14100"/>
          <ac:picMkLst>
            <pc:docMk/>
            <pc:sldMk cId="3759144261" sldId="339"/>
            <ac:picMk id="11" creationId="{66A9B3A9-BECA-4B32-A9FE-EDA59943323B}"/>
          </ac:picMkLst>
        </pc:picChg>
      </pc:sldChg>
      <pc:sldChg chg="addSp delSp modSp add mod">
        <pc:chgData name="Guilherme Micota Stipp" userId="7d8a6ee1e82349c3" providerId="LiveId" clId="{F3415BE5-403D-4ADF-9AD0-B16C966CA254}" dt="2021-11-22T01:45:28.872" v="119" actId="14100"/>
        <pc:sldMkLst>
          <pc:docMk/>
          <pc:sldMk cId="507041105" sldId="340"/>
        </pc:sldMkLst>
        <pc:picChg chg="add mod">
          <ac:chgData name="Guilherme Micota Stipp" userId="7d8a6ee1e82349c3" providerId="LiveId" clId="{F3415BE5-403D-4ADF-9AD0-B16C966CA254}" dt="2021-11-22T01:45:28.872" v="119" actId="14100"/>
          <ac:picMkLst>
            <pc:docMk/>
            <pc:sldMk cId="507041105" sldId="340"/>
            <ac:picMk id="8" creationId="{4BBDAECA-A2B1-4C05-B61C-05B3DBAA2E97}"/>
          </ac:picMkLst>
        </pc:picChg>
        <pc:picChg chg="del">
          <ac:chgData name="Guilherme Micota Stipp" userId="7d8a6ee1e82349c3" providerId="LiveId" clId="{F3415BE5-403D-4ADF-9AD0-B16C966CA254}" dt="2021-11-22T01:45:15.298" v="110" actId="478"/>
          <ac:picMkLst>
            <pc:docMk/>
            <pc:sldMk cId="507041105" sldId="340"/>
            <ac:picMk id="11" creationId="{66A9B3A9-BECA-4B32-A9FE-EDA59943323B}"/>
          </ac:picMkLst>
        </pc:picChg>
      </pc:sldChg>
      <pc:sldChg chg="addSp delSp modSp add mod">
        <pc:chgData name="Guilherme Micota Stipp" userId="7d8a6ee1e82349c3" providerId="LiveId" clId="{F3415BE5-403D-4ADF-9AD0-B16C966CA254}" dt="2021-11-22T13:34:20.911" v="136" actId="14100"/>
        <pc:sldMkLst>
          <pc:docMk/>
          <pc:sldMk cId="1070826681" sldId="341"/>
        </pc:sldMkLst>
        <pc:picChg chg="del">
          <ac:chgData name="Guilherme Micota Stipp" userId="7d8a6ee1e82349c3" providerId="LiveId" clId="{F3415BE5-403D-4ADF-9AD0-B16C966CA254}" dt="2021-11-22T12:11:17.230" v="121" actId="478"/>
          <ac:picMkLst>
            <pc:docMk/>
            <pc:sldMk cId="1070826681" sldId="341"/>
            <ac:picMk id="8" creationId="{4BBDAECA-A2B1-4C05-B61C-05B3DBAA2E97}"/>
          </ac:picMkLst>
        </pc:picChg>
        <pc:picChg chg="add del mod">
          <ac:chgData name="Guilherme Micota Stipp" userId="7d8a6ee1e82349c3" providerId="LiveId" clId="{F3415BE5-403D-4ADF-9AD0-B16C966CA254}" dt="2021-11-22T13:33:57.928" v="128" actId="478"/>
          <ac:picMkLst>
            <pc:docMk/>
            <pc:sldMk cId="1070826681" sldId="341"/>
            <ac:picMk id="11" creationId="{D122F630-7F60-45F5-8334-3630C378B07F}"/>
          </ac:picMkLst>
        </pc:picChg>
        <pc:picChg chg="add mod">
          <ac:chgData name="Guilherme Micota Stipp" userId="7d8a6ee1e82349c3" providerId="LiveId" clId="{F3415BE5-403D-4ADF-9AD0-B16C966CA254}" dt="2021-11-22T13:34:20.911" v="136" actId="14100"/>
          <ac:picMkLst>
            <pc:docMk/>
            <pc:sldMk cId="1070826681" sldId="341"/>
            <ac:picMk id="13" creationId="{B7ADB981-48D8-4A03-A0CB-3AE13515E32A}"/>
          </ac:picMkLst>
        </pc:picChg>
      </pc:sldChg>
      <pc:sldChg chg="addSp delSp add del mod">
        <pc:chgData name="Guilherme Micota Stipp" userId="7d8a6ee1e82349c3" providerId="LiveId" clId="{F3415BE5-403D-4ADF-9AD0-B16C966CA254}" dt="2021-11-22T13:53:19.685" v="153" actId="47"/>
        <pc:sldMkLst>
          <pc:docMk/>
          <pc:sldMk cId="2102268312" sldId="342"/>
        </pc:sldMkLst>
        <pc:picChg chg="add del">
          <ac:chgData name="Guilherme Micota Stipp" userId="7d8a6ee1e82349c3" providerId="LiveId" clId="{F3415BE5-403D-4ADF-9AD0-B16C966CA254}" dt="2021-11-22T13:41:33.764" v="140" actId="478"/>
          <ac:picMkLst>
            <pc:docMk/>
            <pc:sldMk cId="2102268312" sldId="342"/>
            <ac:picMk id="13" creationId="{B7ADB981-48D8-4A03-A0CB-3AE13515E32A}"/>
          </ac:picMkLst>
        </pc:picChg>
      </pc:sldChg>
      <pc:sldChg chg="addSp delSp modSp add mod">
        <pc:chgData name="Guilherme Micota Stipp" userId="7d8a6ee1e82349c3" providerId="LiveId" clId="{F3415BE5-403D-4ADF-9AD0-B16C966CA254}" dt="2021-11-22T13:53:07.591" v="152" actId="14100"/>
        <pc:sldMkLst>
          <pc:docMk/>
          <pc:sldMk cId="983633962" sldId="343"/>
        </pc:sldMkLst>
        <pc:picChg chg="del">
          <ac:chgData name="Guilherme Micota Stipp" userId="7d8a6ee1e82349c3" providerId="LiveId" clId="{F3415BE5-403D-4ADF-9AD0-B16C966CA254}" dt="2021-11-22T13:46:58.232" v="142" actId="478"/>
          <ac:picMkLst>
            <pc:docMk/>
            <pc:sldMk cId="983633962" sldId="343"/>
            <ac:picMk id="8" creationId="{4BBDAECA-A2B1-4C05-B61C-05B3DBAA2E97}"/>
          </ac:picMkLst>
        </pc:picChg>
        <pc:picChg chg="add mod">
          <ac:chgData name="Guilherme Micota Stipp" userId="7d8a6ee1e82349c3" providerId="LiveId" clId="{F3415BE5-403D-4ADF-9AD0-B16C966CA254}" dt="2021-11-22T13:53:07.591" v="152" actId="14100"/>
          <ac:picMkLst>
            <pc:docMk/>
            <pc:sldMk cId="983633962" sldId="343"/>
            <ac:picMk id="11" creationId="{6804E7FC-8521-469D-ACD1-02CAEB8F0D84}"/>
          </ac:picMkLst>
        </pc:picChg>
      </pc:sldChg>
    </pc:docChg>
  </pc:docChgLst>
  <pc:docChgLst>
    <pc:chgData name="Guilherme Micota Stipp" userId="7d8a6ee1e82349c3" providerId="LiveId" clId="{E9266291-7CF5-4ADB-9B10-97FC13395544}"/>
    <pc:docChg chg="undo custSel addSld delSld modSld sldOrd">
      <pc:chgData name="Guilherme Micota Stipp" userId="7d8a6ee1e82349c3" providerId="LiveId" clId="{E9266291-7CF5-4ADB-9B10-97FC13395544}" dt="2022-01-31T18:39:08.916" v="838" actId="47"/>
      <pc:docMkLst>
        <pc:docMk/>
      </pc:docMkLst>
      <pc:sldChg chg="del">
        <pc:chgData name="Guilherme Micota Stipp" userId="7d8a6ee1e82349c3" providerId="LiveId" clId="{E9266291-7CF5-4ADB-9B10-97FC13395544}" dt="2022-01-21T22:53:46.025" v="0" actId="47"/>
        <pc:sldMkLst>
          <pc:docMk/>
          <pc:sldMk cId="3703355201" sldId="367"/>
        </pc:sldMkLst>
      </pc:sldChg>
      <pc:sldChg chg="del">
        <pc:chgData name="Guilherme Micota Stipp" userId="7d8a6ee1e82349c3" providerId="LiveId" clId="{E9266291-7CF5-4ADB-9B10-97FC13395544}" dt="2022-01-21T22:53:46.653" v="1" actId="47"/>
        <pc:sldMkLst>
          <pc:docMk/>
          <pc:sldMk cId="936443012" sldId="369"/>
        </pc:sldMkLst>
      </pc:sldChg>
      <pc:sldChg chg="del">
        <pc:chgData name="Guilherme Micota Stipp" userId="7d8a6ee1e82349c3" providerId="LiveId" clId="{E9266291-7CF5-4ADB-9B10-97FC13395544}" dt="2022-01-21T22:53:48.626" v="4" actId="47"/>
        <pc:sldMkLst>
          <pc:docMk/>
          <pc:sldMk cId="2229717314" sldId="370"/>
        </pc:sldMkLst>
      </pc:sldChg>
      <pc:sldChg chg="del">
        <pc:chgData name="Guilherme Micota Stipp" userId="7d8a6ee1e82349c3" providerId="LiveId" clId="{E9266291-7CF5-4ADB-9B10-97FC13395544}" dt="2022-01-21T22:53:49.659" v="5" actId="47"/>
        <pc:sldMkLst>
          <pc:docMk/>
          <pc:sldMk cId="982102360" sldId="371"/>
        </pc:sldMkLst>
      </pc:sldChg>
      <pc:sldChg chg="del">
        <pc:chgData name="Guilherme Micota Stipp" userId="7d8a6ee1e82349c3" providerId="LiveId" clId="{E9266291-7CF5-4ADB-9B10-97FC13395544}" dt="2022-01-21T22:54:00.714" v="7" actId="47"/>
        <pc:sldMkLst>
          <pc:docMk/>
          <pc:sldMk cId="1582058062" sldId="372"/>
        </pc:sldMkLst>
      </pc:sldChg>
      <pc:sldChg chg="del">
        <pc:chgData name="Guilherme Micota Stipp" userId="7d8a6ee1e82349c3" providerId="LiveId" clId="{E9266291-7CF5-4ADB-9B10-97FC13395544}" dt="2022-01-21T22:53:50.491" v="6" actId="47"/>
        <pc:sldMkLst>
          <pc:docMk/>
          <pc:sldMk cId="3223908926" sldId="373"/>
        </pc:sldMkLst>
      </pc:sldChg>
      <pc:sldChg chg="del">
        <pc:chgData name="Guilherme Micota Stipp" userId="7d8a6ee1e82349c3" providerId="LiveId" clId="{E9266291-7CF5-4ADB-9B10-97FC13395544}" dt="2022-01-21T22:54:02.060" v="8" actId="47"/>
        <pc:sldMkLst>
          <pc:docMk/>
          <pc:sldMk cId="2392125781" sldId="374"/>
        </pc:sldMkLst>
      </pc:sldChg>
      <pc:sldChg chg="addSp delSp modSp del mod">
        <pc:chgData name="Guilherme Micota Stipp" userId="7d8a6ee1e82349c3" providerId="LiveId" clId="{E9266291-7CF5-4ADB-9B10-97FC13395544}" dt="2022-01-31T14:32:34.563" v="716" actId="47"/>
        <pc:sldMkLst>
          <pc:docMk/>
          <pc:sldMk cId="2681605066" sldId="375"/>
        </pc:sldMkLst>
        <pc:spChg chg="add del mod">
          <ac:chgData name="Guilherme Micota Stipp" userId="7d8a6ee1e82349c3" providerId="LiveId" clId="{E9266291-7CF5-4ADB-9B10-97FC13395544}" dt="2022-01-31T14:32:03.222" v="705" actId="1036"/>
          <ac:spMkLst>
            <pc:docMk/>
            <pc:sldMk cId="2681605066" sldId="375"/>
            <ac:spMk id="6" creationId="{F9D35F11-8A9B-446C-9011-CF6AB758605A}"/>
          </ac:spMkLst>
        </pc:spChg>
        <pc:spChg chg="del mod">
          <ac:chgData name="Guilherme Micota Stipp" userId="7d8a6ee1e82349c3" providerId="LiveId" clId="{E9266291-7CF5-4ADB-9B10-97FC13395544}" dt="2022-01-31T14:31:35.446" v="693" actId="478"/>
          <ac:spMkLst>
            <pc:docMk/>
            <pc:sldMk cId="2681605066" sldId="375"/>
            <ac:spMk id="10" creationId="{0DC30F15-2778-418E-A2EF-BEAEC6F95C4E}"/>
          </ac:spMkLst>
        </pc:spChg>
        <pc:picChg chg="del">
          <ac:chgData name="Guilherme Micota Stipp" userId="7d8a6ee1e82349c3" providerId="LiveId" clId="{E9266291-7CF5-4ADB-9B10-97FC13395544}" dt="2022-01-21T22:54:10.909" v="9" actId="478"/>
          <ac:picMkLst>
            <pc:docMk/>
            <pc:sldMk cId="2681605066" sldId="375"/>
            <ac:picMk id="8" creationId="{33D0D32D-0D5A-41FA-A55E-BB3ED91713DB}"/>
          </ac:picMkLst>
        </pc:picChg>
        <pc:picChg chg="add del mod">
          <ac:chgData name="Guilherme Micota Stipp" userId="7d8a6ee1e82349c3" providerId="LiveId" clId="{E9266291-7CF5-4ADB-9B10-97FC13395544}" dt="2022-01-31T14:30:33.637" v="657" actId="478"/>
          <ac:picMkLst>
            <pc:docMk/>
            <pc:sldMk cId="2681605066" sldId="375"/>
            <ac:picMk id="8" creationId="{CDBD6C3E-BFC1-4E45-9D0A-57F99C0DF7B4}"/>
          </ac:picMkLst>
        </pc:picChg>
        <pc:picChg chg="del">
          <ac:chgData name="Guilherme Micota Stipp" userId="7d8a6ee1e82349c3" providerId="LiveId" clId="{E9266291-7CF5-4ADB-9B10-97FC13395544}" dt="2022-01-31T14:31:36.455" v="694" actId="478"/>
          <ac:picMkLst>
            <pc:docMk/>
            <pc:sldMk cId="2681605066" sldId="375"/>
            <ac:picMk id="9" creationId="{D6A9D3FF-1ABA-42CE-9AC5-323305CC68EA}"/>
          </ac:picMkLst>
        </pc:picChg>
        <pc:picChg chg="add mod">
          <ac:chgData name="Guilherme Micota Stipp" userId="7d8a6ee1e82349c3" providerId="LiveId" clId="{E9266291-7CF5-4ADB-9B10-97FC13395544}" dt="2022-01-31T14:31:57.001" v="702" actId="1037"/>
          <ac:picMkLst>
            <pc:docMk/>
            <pc:sldMk cId="2681605066" sldId="375"/>
            <ac:picMk id="11" creationId="{DAFFFAB1-B888-4805-8913-66D292CCEC8D}"/>
          </ac:picMkLst>
        </pc:picChg>
        <pc:picChg chg="add del mod">
          <ac:chgData name="Guilherme Micota Stipp" userId="7d8a6ee1e82349c3" providerId="LiveId" clId="{E9266291-7CF5-4ADB-9B10-97FC13395544}" dt="2022-01-31T14:31:43.344" v="696" actId="478"/>
          <ac:picMkLst>
            <pc:docMk/>
            <pc:sldMk cId="2681605066" sldId="375"/>
            <ac:picMk id="12" creationId="{3864A1E8-6CE2-4F5B-910B-81022773CF9B}"/>
          </ac:picMkLst>
        </pc:picChg>
        <pc:picChg chg="del">
          <ac:chgData name="Guilherme Micota Stipp" userId="7d8a6ee1e82349c3" providerId="LiveId" clId="{E9266291-7CF5-4ADB-9B10-97FC13395544}" dt="2022-01-21T22:54:11.363" v="10" actId="478"/>
          <ac:picMkLst>
            <pc:docMk/>
            <pc:sldMk cId="2681605066" sldId="375"/>
            <ac:picMk id="12" creationId="{B5DDCEEB-DC80-4938-96D1-2E5EFB951499}"/>
          </ac:picMkLst>
        </pc:picChg>
        <pc:picChg chg="add mod">
          <ac:chgData name="Guilherme Micota Stipp" userId="7d8a6ee1e82349c3" providerId="LiveId" clId="{E9266291-7CF5-4ADB-9B10-97FC13395544}" dt="2022-01-31T14:32:14.984" v="715" actId="1036"/>
          <ac:picMkLst>
            <pc:docMk/>
            <pc:sldMk cId="2681605066" sldId="375"/>
            <ac:picMk id="13" creationId="{AF40179F-0AEC-4731-A41D-D56048E3A331}"/>
          </ac:picMkLst>
        </pc:picChg>
      </pc:sldChg>
      <pc:sldChg chg="del">
        <pc:chgData name="Guilherme Micota Stipp" userId="7d8a6ee1e82349c3" providerId="LiveId" clId="{E9266291-7CF5-4ADB-9B10-97FC13395544}" dt="2022-01-21T22:53:47.226" v="2" actId="47"/>
        <pc:sldMkLst>
          <pc:docMk/>
          <pc:sldMk cId="3989258479" sldId="376"/>
        </pc:sldMkLst>
      </pc:sldChg>
      <pc:sldChg chg="del">
        <pc:chgData name="Guilherme Micota Stipp" userId="7d8a6ee1e82349c3" providerId="LiveId" clId="{E9266291-7CF5-4ADB-9B10-97FC13395544}" dt="2022-01-21T22:53:47.911" v="3" actId="47"/>
        <pc:sldMkLst>
          <pc:docMk/>
          <pc:sldMk cId="28923105" sldId="377"/>
        </pc:sldMkLst>
      </pc:sldChg>
      <pc:sldChg chg="addSp delSp modSp mod">
        <pc:chgData name="Guilherme Micota Stipp" userId="7d8a6ee1e82349c3" providerId="LiveId" clId="{E9266291-7CF5-4ADB-9B10-97FC13395544}" dt="2022-01-31T14:30:14.100" v="654" actId="14100"/>
        <pc:sldMkLst>
          <pc:docMk/>
          <pc:sldMk cId="256213339" sldId="377"/>
        </pc:sldMkLst>
        <pc:picChg chg="add del mod">
          <ac:chgData name="Guilherme Micota Stipp" userId="7d8a6ee1e82349c3" providerId="LiveId" clId="{E9266291-7CF5-4ADB-9B10-97FC13395544}" dt="2022-01-31T04:43:02.337" v="576"/>
          <ac:picMkLst>
            <pc:docMk/>
            <pc:sldMk cId="256213339" sldId="377"/>
            <ac:picMk id="8" creationId="{3A990BD9-9267-4338-869C-A403BA1F01AD}"/>
          </ac:picMkLst>
        </pc:picChg>
        <pc:picChg chg="add mod">
          <ac:chgData name="Guilherme Micota Stipp" userId="7d8a6ee1e82349c3" providerId="LiveId" clId="{E9266291-7CF5-4ADB-9B10-97FC13395544}" dt="2022-01-31T14:30:14.100" v="654" actId="14100"/>
          <ac:picMkLst>
            <pc:docMk/>
            <pc:sldMk cId="256213339" sldId="377"/>
            <ac:picMk id="8" creationId="{4FA94443-DD05-406B-A5AD-5A3BF2F02382}"/>
          </ac:picMkLst>
        </pc:picChg>
      </pc:sldChg>
      <pc:sldChg chg="del">
        <pc:chgData name="Guilherme Micota Stipp" userId="7d8a6ee1e82349c3" providerId="LiveId" clId="{E9266291-7CF5-4ADB-9B10-97FC13395544}" dt="2022-01-31T14:30:20.014" v="655" actId="47"/>
        <pc:sldMkLst>
          <pc:docMk/>
          <pc:sldMk cId="3977300562" sldId="379"/>
        </pc:sldMkLst>
      </pc:sldChg>
      <pc:sldChg chg="addSp modSp mod">
        <pc:chgData name="Guilherme Micota Stipp" userId="7d8a6ee1e82349c3" providerId="LiveId" clId="{E9266291-7CF5-4ADB-9B10-97FC13395544}" dt="2022-01-31T02:27:41.008" v="368" actId="14100"/>
        <pc:sldMkLst>
          <pc:docMk/>
          <pc:sldMk cId="2324104785" sldId="380"/>
        </pc:sldMkLst>
        <pc:picChg chg="add mod">
          <ac:chgData name="Guilherme Micota Stipp" userId="7d8a6ee1e82349c3" providerId="LiveId" clId="{E9266291-7CF5-4ADB-9B10-97FC13395544}" dt="2022-01-31T02:27:41.008" v="368" actId="14100"/>
          <ac:picMkLst>
            <pc:docMk/>
            <pc:sldMk cId="2324104785" sldId="380"/>
            <ac:picMk id="8" creationId="{0F794FD4-6586-43FC-BB6F-FD2232CD0FBF}"/>
          </ac:picMkLst>
        </pc:picChg>
      </pc:sldChg>
      <pc:sldChg chg="addSp modSp mod ord">
        <pc:chgData name="Guilherme Micota Stipp" userId="7d8a6ee1e82349c3" providerId="LiveId" clId="{E9266291-7CF5-4ADB-9B10-97FC13395544}" dt="2022-01-31T18:17:02.883" v="807"/>
        <pc:sldMkLst>
          <pc:docMk/>
          <pc:sldMk cId="2545110012" sldId="381"/>
        </pc:sldMkLst>
        <pc:picChg chg="add mod">
          <ac:chgData name="Guilherme Micota Stipp" userId="7d8a6ee1e82349c3" providerId="LiveId" clId="{E9266291-7CF5-4ADB-9B10-97FC13395544}" dt="2022-01-31T02:28:00.746" v="389" actId="14100"/>
          <ac:picMkLst>
            <pc:docMk/>
            <pc:sldMk cId="2545110012" sldId="381"/>
            <ac:picMk id="8" creationId="{01206489-1D2C-45FA-BC30-4222DD4F5274}"/>
          </ac:picMkLst>
        </pc:picChg>
      </pc:sldChg>
      <pc:sldChg chg="addSp modSp del mod">
        <pc:chgData name="Guilherme Micota Stipp" userId="7d8a6ee1e82349c3" providerId="LiveId" clId="{E9266291-7CF5-4ADB-9B10-97FC13395544}" dt="2022-01-31T18:39:08.916" v="838" actId="47"/>
        <pc:sldMkLst>
          <pc:docMk/>
          <pc:sldMk cId="2518603127" sldId="382"/>
        </pc:sldMkLst>
        <pc:picChg chg="add mod">
          <ac:chgData name="Guilherme Micota Stipp" userId="7d8a6ee1e82349c3" providerId="LiveId" clId="{E9266291-7CF5-4ADB-9B10-97FC13395544}" dt="2022-01-31T02:43:25.863" v="414" actId="14100"/>
          <ac:picMkLst>
            <pc:docMk/>
            <pc:sldMk cId="2518603127" sldId="382"/>
            <ac:picMk id="8" creationId="{67E8DC1C-98EC-493C-954D-A4ED699F13CD}"/>
          </ac:picMkLst>
        </pc:picChg>
      </pc:sldChg>
      <pc:sldChg chg="addSp modSp del mod ord">
        <pc:chgData name="Guilherme Micota Stipp" userId="7d8a6ee1e82349c3" providerId="LiveId" clId="{E9266291-7CF5-4ADB-9B10-97FC13395544}" dt="2022-01-31T18:16:58.855" v="805" actId="47"/>
        <pc:sldMkLst>
          <pc:docMk/>
          <pc:sldMk cId="4049709672" sldId="383"/>
        </pc:sldMkLst>
        <pc:picChg chg="add mod">
          <ac:chgData name="Guilherme Micota Stipp" userId="7d8a6ee1e82349c3" providerId="LiveId" clId="{E9266291-7CF5-4ADB-9B10-97FC13395544}" dt="2022-01-31T03:17:44.553" v="439" actId="14100"/>
          <ac:picMkLst>
            <pc:docMk/>
            <pc:sldMk cId="4049709672" sldId="383"/>
            <ac:picMk id="8" creationId="{CD76C081-F150-4BCA-9ADD-0567500C514D}"/>
          </ac:picMkLst>
        </pc:picChg>
      </pc:sldChg>
      <pc:sldChg chg="addSp delSp modSp mod">
        <pc:chgData name="Guilherme Micota Stipp" userId="7d8a6ee1e82349c3" providerId="LiveId" clId="{E9266291-7CF5-4ADB-9B10-97FC13395544}" dt="2022-01-31T02:03:45.560" v="346" actId="14100"/>
        <pc:sldMkLst>
          <pc:docMk/>
          <pc:sldMk cId="575610892" sldId="384"/>
        </pc:sldMkLst>
        <pc:picChg chg="add del mod">
          <ac:chgData name="Guilherme Micota Stipp" userId="7d8a6ee1e82349c3" providerId="LiveId" clId="{E9266291-7CF5-4ADB-9B10-97FC13395544}" dt="2022-01-31T01:52:43.014" v="279" actId="478"/>
          <ac:picMkLst>
            <pc:docMk/>
            <pc:sldMk cId="575610892" sldId="384"/>
            <ac:picMk id="8" creationId="{5448D3B8-597A-4BBB-BB50-E5C1FEB40162}"/>
          </ac:picMkLst>
        </pc:picChg>
        <pc:picChg chg="add del mod">
          <ac:chgData name="Guilherme Micota Stipp" userId="7d8a6ee1e82349c3" providerId="LiveId" clId="{E9266291-7CF5-4ADB-9B10-97FC13395544}" dt="2022-01-31T01:52:49.090" v="290" actId="478"/>
          <ac:picMkLst>
            <pc:docMk/>
            <pc:sldMk cId="575610892" sldId="384"/>
            <ac:picMk id="11" creationId="{93F3428E-0DA9-4967-AD7B-B3E3430F69DC}"/>
          </ac:picMkLst>
        </pc:picChg>
        <pc:picChg chg="add del mod">
          <ac:chgData name="Guilherme Micota Stipp" userId="7d8a6ee1e82349c3" providerId="LiveId" clId="{E9266291-7CF5-4ADB-9B10-97FC13395544}" dt="2022-01-31T02:03:30.832" v="320" actId="478"/>
          <ac:picMkLst>
            <pc:docMk/>
            <pc:sldMk cId="575610892" sldId="384"/>
            <ac:picMk id="13" creationId="{8632F6D2-B433-4A81-84B4-D45746471BEB}"/>
          </ac:picMkLst>
        </pc:picChg>
        <pc:picChg chg="add mod">
          <ac:chgData name="Guilherme Micota Stipp" userId="7d8a6ee1e82349c3" providerId="LiveId" clId="{E9266291-7CF5-4ADB-9B10-97FC13395544}" dt="2022-01-31T02:03:45.560" v="346" actId="14100"/>
          <ac:picMkLst>
            <pc:docMk/>
            <pc:sldMk cId="575610892" sldId="384"/>
            <ac:picMk id="15" creationId="{E17CC54C-5635-44F5-8552-01BB34B6A468}"/>
          </ac:picMkLst>
        </pc:picChg>
      </pc:sldChg>
      <pc:sldChg chg="addSp delSp modSp mod">
        <pc:chgData name="Guilherme Micota Stipp" userId="7d8a6ee1e82349c3" providerId="LiveId" clId="{E9266291-7CF5-4ADB-9B10-97FC13395544}" dt="2022-01-31T13:52:59.009" v="623" actId="14100"/>
        <pc:sldMkLst>
          <pc:docMk/>
          <pc:sldMk cId="328276980" sldId="385"/>
        </pc:sldMkLst>
        <pc:picChg chg="add del mod">
          <ac:chgData name="Guilherme Micota Stipp" userId="7d8a6ee1e82349c3" providerId="LiveId" clId="{E9266291-7CF5-4ADB-9B10-97FC13395544}" dt="2022-01-31T13:52:48.895" v="597" actId="478"/>
          <ac:picMkLst>
            <pc:docMk/>
            <pc:sldMk cId="328276980" sldId="385"/>
            <ac:picMk id="8" creationId="{B5B65719-CF6F-4562-88F4-C73736840663}"/>
          </ac:picMkLst>
        </pc:picChg>
        <pc:picChg chg="add mod">
          <ac:chgData name="Guilherme Micota Stipp" userId="7d8a6ee1e82349c3" providerId="LiveId" clId="{E9266291-7CF5-4ADB-9B10-97FC13395544}" dt="2022-01-31T13:52:59.009" v="623" actId="14100"/>
          <ac:picMkLst>
            <pc:docMk/>
            <pc:sldMk cId="328276980" sldId="385"/>
            <ac:picMk id="11" creationId="{E0FA8A98-7BA8-4577-91C3-B55C4AD86D09}"/>
          </ac:picMkLst>
        </pc:picChg>
      </pc:sldChg>
      <pc:sldChg chg="addSp delSp modSp mod">
        <pc:chgData name="Guilherme Micota Stipp" userId="7d8a6ee1e82349c3" providerId="LiveId" clId="{E9266291-7CF5-4ADB-9B10-97FC13395544}" dt="2022-01-31T01:01:50.448" v="145" actId="14100"/>
        <pc:sldMkLst>
          <pc:docMk/>
          <pc:sldMk cId="2297147168" sldId="386"/>
        </pc:sldMkLst>
        <pc:picChg chg="add del mod">
          <ac:chgData name="Guilherme Micota Stipp" userId="7d8a6ee1e82349c3" providerId="LiveId" clId="{E9266291-7CF5-4ADB-9B10-97FC13395544}" dt="2022-01-31T01:01:36.563" v="125" actId="478"/>
          <ac:picMkLst>
            <pc:docMk/>
            <pc:sldMk cId="2297147168" sldId="386"/>
            <ac:picMk id="8" creationId="{8EA96B83-90AC-4302-AF02-A33BF427451F}"/>
          </ac:picMkLst>
        </pc:picChg>
        <pc:picChg chg="add mod">
          <ac:chgData name="Guilherme Micota Stipp" userId="7d8a6ee1e82349c3" providerId="LiveId" clId="{E9266291-7CF5-4ADB-9B10-97FC13395544}" dt="2022-01-31T01:01:50.448" v="145" actId="14100"/>
          <ac:picMkLst>
            <pc:docMk/>
            <pc:sldMk cId="2297147168" sldId="386"/>
            <ac:picMk id="12" creationId="{C4A2B9F5-5E9E-481D-8FE5-00A4DC502016}"/>
          </ac:picMkLst>
        </pc:picChg>
      </pc:sldChg>
      <pc:sldChg chg="addSp delSp modSp mod ord">
        <pc:chgData name="Guilherme Micota Stipp" userId="7d8a6ee1e82349c3" providerId="LiveId" clId="{E9266291-7CF5-4ADB-9B10-97FC13395544}" dt="2022-01-31T18:26:43.888" v="809"/>
        <pc:sldMkLst>
          <pc:docMk/>
          <pc:sldMk cId="314059784" sldId="387"/>
        </pc:sldMkLst>
        <pc:picChg chg="add del mod">
          <ac:chgData name="Guilherme Micota Stipp" userId="7d8a6ee1e82349c3" providerId="LiveId" clId="{E9266291-7CF5-4ADB-9B10-97FC13395544}" dt="2022-01-31T01:13:34.246" v="151" actId="478"/>
          <ac:picMkLst>
            <pc:docMk/>
            <pc:sldMk cId="314059784" sldId="387"/>
            <ac:picMk id="8" creationId="{DDB64FE9-E7CD-4D3D-9D95-5445C5FD410C}"/>
          </ac:picMkLst>
        </pc:picChg>
        <pc:picChg chg="add del mod">
          <ac:chgData name="Guilherme Micota Stipp" userId="7d8a6ee1e82349c3" providerId="LiveId" clId="{E9266291-7CF5-4ADB-9B10-97FC13395544}" dt="2022-01-31T14:46:50.394" v="727" actId="478"/>
          <ac:picMkLst>
            <pc:docMk/>
            <pc:sldMk cId="314059784" sldId="387"/>
            <ac:picMk id="8" creationId="{E51A750E-68D2-4C98-BAA1-6229BF27FBAB}"/>
          </ac:picMkLst>
        </pc:picChg>
        <pc:picChg chg="add mod">
          <ac:chgData name="Guilherme Micota Stipp" userId="7d8a6ee1e82349c3" providerId="LiveId" clId="{E9266291-7CF5-4ADB-9B10-97FC13395544}" dt="2022-01-31T14:47:19.015" v="760" actId="1038"/>
          <ac:picMkLst>
            <pc:docMk/>
            <pc:sldMk cId="314059784" sldId="387"/>
            <ac:picMk id="12" creationId="{5E3E4C05-0B25-476A-99C3-260EB5D4F2F7}"/>
          </ac:picMkLst>
        </pc:picChg>
        <pc:picChg chg="add del mod">
          <ac:chgData name="Guilherme Micota Stipp" userId="7d8a6ee1e82349c3" providerId="LiveId" clId="{E9266291-7CF5-4ADB-9B10-97FC13395544}" dt="2022-01-31T01:14:27.776" v="200" actId="478"/>
          <ac:picMkLst>
            <pc:docMk/>
            <pc:sldMk cId="314059784" sldId="387"/>
            <ac:picMk id="12" creationId="{E05A9FF0-3AFE-4E4C-B229-E84A7ECCE5AB}"/>
          </ac:picMkLst>
        </pc:picChg>
        <pc:picChg chg="add del mod">
          <ac:chgData name="Guilherme Micota Stipp" userId="7d8a6ee1e82349c3" providerId="LiveId" clId="{E9266291-7CF5-4ADB-9B10-97FC13395544}" dt="2022-01-31T14:46:47.914" v="723" actId="478"/>
          <ac:picMkLst>
            <pc:docMk/>
            <pc:sldMk cId="314059784" sldId="387"/>
            <ac:picMk id="14" creationId="{2DB19DFA-1EF6-4595-9A48-437FE195095B}"/>
          </ac:picMkLst>
        </pc:picChg>
      </pc:sldChg>
      <pc:sldChg chg="addSp delSp modSp mod">
        <pc:chgData name="Guilherme Micota Stipp" userId="7d8a6ee1e82349c3" providerId="LiveId" clId="{E9266291-7CF5-4ADB-9B10-97FC13395544}" dt="2022-01-31T04:18:16.416" v="570" actId="14100"/>
        <pc:sldMkLst>
          <pc:docMk/>
          <pc:sldMk cId="3461407716" sldId="388"/>
        </pc:sldMkLst>
        <pc:picChg chg="add del mod">
          <ac:chgData name="Guilherme Micota Stipp" userId="7d8a6ee1e82349c3" providerId="LiveId" clId="{E9266291-7CF5-4ADB-9B10-97FC13395544}" dt="2022-01-31T04:15:28.903" v="529" actId="478"/>
          <ac:picMkLst>
            <pc:docMk/>
            <pc:sldMk cId="3461407716" sldId="388"/>
            <ac:picMk id="8" creationId="{896EEF4B-A845-4195-A885-FB8B88DA5EF0}"/>
          </ac:picMkLst>
        </pc:picChg>
        <pc:picChg chg="add mod">
          <ac:chgData name="Guilherme Micota Stipp" userId="7d8a6ee1e82349c3" providerId="LiveId" clId="{E9266291-7CF5-4ADB-9B10-97FC13395544}" dt="2022-01-31T04:18:16.416" v="570" actId="14100"/>
          <ac:picMkLst>
            <pc:docMk/>
            <pc:sldMk cId="3461407716" sldId="388"/>
            <ac:picMk id="12" creationId="{33C1DB29-5208-4A63-A33B-2535B34EBD53}"/>
          </ac:picMkLst>
        </pc:picChg>
      </pc:sldChg>
      <pc:sldChg chg="del">
        <pc:chgData name="Guilherme Micota Stipp" userId="7d8a6ee1e82349c3" providerId="LiveId" clId="{E9266291-7CF5-4ADB-9B10-97FC13395544}" dt="2022-01-31T04:19:21.037" v="571" actId="47"/>
        <pc:sldMkLst>
          <pc:docMk/>
          <pc:sldMk cId="450121245" sldId="389"/>
        </pc:sldMkLst>
      </pc:sldChg>
      <pc:sldChg chg="addSp modSp mod">
        <pc:chgData name="Guilherme Micota Stipp" userId="7d8a6ee1e82349c3" providerId="LiveId" clId="{E9266291-7CF5-4ADB-9B10-97FC13395544}" dt="2022-01-31T18:38:09.782" v="836" actId="14100"/>
        <pc:sldMkLst>
          <pc:docMk/>
          <pc:sldMk cId="192884504" sldId="390"/>
        </pc:sldMkLst>
        <pc:picChg chg="add mod">
          <ac:chgData name="Guilherme Micota Stipp" userId="7d8a6ee1e82349c3" providerId="LiveId" clId="{E9266291-7CF5-4ADB-9B10-97FC13395544}" dt="2022-01-31T18:38:09.782" v="836" actId="14100"/>
          <ac:picMkLst>
            <pc:docMk/>
            <pc:sldMk cId="192884504" sldId="390"/>
            <ac:picMk id="8" creationId="{0EEC7D97-CC4B-4F7E-86BE-58D07925DF2F}"/>
          </ac:picMkLst>
        </pc:picChg>
      </pc:sldChg>
      <pc:sldChg chg="del">
        <pc:chgData name="Guilherme Micota Stipp" userId="7d8a6ee1e82349c3" providerId="LiveId" clId="{E9266291-7CF5-4ADB-9B10-97FC13395544}" dt="2022-01-31T18:38:11.377" v="837" actId="47"/>
        <pc:sldMkLst>
          <pc:docMk/>
          <pc:sldMk cId="428790020" sldId="391"/>
        </pc:sldMkLst>
      </pc:sldChg>
      <pc:sldChg chg="addSp delSp modSp add mod">
        <pc:chgData name="Guilherme Micota Stipp" userId="7d8a6ee1e82349c3" providerId="LiveId" clId="{E9266291-7CF5-4ADB-9B10-97FC13395544}" dt="2022-01-31T14:47:36.422" v="786" actId="14100"/>
        <pc:sldMkLst>
          <pc:docMk/>
          <pc:sldMk cId="1536375087" sldId="392"/>
        </pc:sldMkLst>
        <pc:picChg chg="add del mod">
          <ac:chgData name="Guilherme Micota Stipp" userId="7d8a6ee1e82349c3" providerId="LiveId" clId="{E9266291-7CF5-4ADB-9B10-97FC13395544}" dt="2022-01-31T14:47:27.328" v="761" actId="478"/>
          <ac:picMkLst>
            <pc:docMk/>
            <pc:sldMk cId="1536375087" sldId="392"/>
            <ac:picMk id="8" creationId="{C4D4F8A4-5D65-4226-9CDD-72E451E53781}"/>
          </ac:picMkLst>
        </pc:picChg>
        <pc:picChg chg="add mod">
          <ac:chgData name="Guilherme Micota Stipp" userId="7d8a6ee1e82349c3" providerId="LiveId" clId="{E9266291-7CF5-4ADB-9B10-97FC13395544}" dt="2022-01-31T14:47:36.422" v="786" actId="14100"/>
          <ac:picMkLst>
            <pc:docMk/>
            <pc:sldMk cId="1536375087" sldId="392"/>
            <ac:picMk id="11" creationId="{E7E3208F-725A-49AD-B07C-A4B7CE00ACCA}"/>
          </ac:picMkLst>
        </pc:picChg>
        <pc:picChg chg="del">
          <ac:chgData name="Guilherme Micota Stipp" userId="7d8a6ee1e82349c3" providerId="LiveId" clId="{E9266291-7CF5-4ADB-9B10-97FC13395544}" dt="2022-01-31T01:16:03.386" v="261" actId="478"/>
          <ac:picMkLst>
            <pc:docMk/>
            <pc:sldMk cId="1536375087" sldId="392"/>
            <ac:picMk id="12" creationId="{C4A2B9F5-5E9E-481D-8FE5-00A4DC502016}"/>
          </ac:picMkLst>
        </pc:picChg>
      </pc:sldChg>
      <pc:sldChg chg="addSp delSp modSp add mod">
        <pc:chgData name="Guilherme Micota Stipp" userId="7d8a6ee1e82349c3" providerId="LiveId" clId="{E9266291-7CF5-4ADB-9B10-97FC13395544}" dt="2022-01-31T04:15:10.060" v="522" actId="14100"/>
        <pc:sldMkLst>
          <pc:docMk/>
          <pc:sldMk cId="3844132931" sldId="393"/>
        </pc:sldMkLst>
        <pc:picChg chg="del">
          <ac:chgData name="Guilherme Micota Stipp" userId="7d8a6ee1e82349c3" providerId="LiveId" clId="{E9266291-7CF5-4ADB-9B10-97FC13395544}" dt="2022-01-31T03:19:40.789" v="443" actId="478"/>
          <ac:picMkLst>
            <pc:docMk/>
            <pc:sldMk cId="3844132931" sldId="393"/>
            <ac:picMk id="8" creationId="{67E8DC1C-98EC-493C-954D-A4ED699F13CD}"/>
          </ac:picMkLst>
        </pc:picChg>
        <pc:picChg chg="add del mod">
          <ac:chgData name="Guilherme Micota Stipp" userId="7d8a6ee1e82349c3" providerId="LiveId" clId="{E9266291-7CF5-4ADB-9B10-97FC13395544}" dt="2022-01-31T04:02:39.955" v="461" actId="478"/>
          <ac:picMkLst>
            <pc:docMk/>
            <pc:sldMk cId="3844132931" sldId="393"/>
            <ac:picMk id="11" creationId="{F04F41F0-5FAA-4833-8759-1FCB6B560B6F}"/>
          </ac:picMkLst>
        </pc:picChg>
        <pc:picChg chg="add del mod">
          <ac:chgData name="Guilherme Micota Stipp" userId="7d8a6ee1e82349c3" providerId="LiveId" clId="{E9266291-7CF5-4ADB-9B10-97FC13395544}" dt="2022-01-31T04:14:59.041" v="503" actId="478"/>
          <ac:picMkLst>
            <pc:docMk/>
            <pc:sldMk cId="3844132931" sldId="393"/>
            <ac:picMk id="13" creationId="{1B2E48DA-8118-4744-B9C2-1728EC0803F8}"/>
          </ac:picMkLst>
        </pc:picChg>
        <pc:picChg chg="add mod">
          <ac:chgData name="Guilherme Micota Stipp" userId="7d8a6ee1e82349c3" providerId="LiveId" clId="{E9266291-7CF5-4ADB-9B10-97FC13395544}" dt="2022-01-31T04:15:10.060" v="522" actId="14100"/>
          <ac:picMkLst>
            <pc:docMk/>
            <pc:sldMk cId="3844132931" sldId="393"/>
            <ac:picMk id="15" creationId="{B396FB2F-EC1D-4891-ADC5-FFD0597EB060}"/>
          </ac:picMkLst>
        </pc:picChg>
      </pc:sldChg>
      <pc:sldChg chg="add">
        <pc:chgData name="Guilherme Micota Stipp" userId="7d8a6ee1e82349c3" providerId="LiveId" clId="{E9266291-7CF5-4ADB-9B10-97FC13395544}" dt="2022-01-31T13:52:46.835" v="596" actId="2890"/>
        <pc:sldMkLst>
          <pc:docMk/>
          <pc:sldMk cId="3124580742" sldId="394"/>
        </pc:sldMkLst>
      </pc:sldChg>
      <pc:sldChg chg="add">
        <pc:chgData name="Guilherme Micota Stipp" userId="7d8a6ee1e82349c3" providerId="LiveId" clId="{E9266291-7CF5-4ADB-9B10-97FC13395544}" dt="2022-01-31T14:30:31.148" v="656" actId="2890"/>
        <pc:sldMkLst>
          <pc:docMk/>
          <pc:sldMk cId="1704048934" sldId="395"/>
        </pc:sldMkLst>
      </pc:sldChg>
      <pc:sldChg chg="addSp delSp modSp add mod ord">
        <pc:chgData name="Guilherme Micota Stipp" userId="7d8a6ee1e82349c3" providerId="LiveId" clId="{E9266291-7CF5-4ADB-9B10-97FC13395544}" dt="2022-01-31T18:27:24.391" v="811"/>
        <pc:sldMkLst>
          <pc:docMk/>
          <pc:sldMk cId="1410331332" sldId="396"/>
        </pc:sldMkLst>
        <pc:picChg chg="add mod">
          <ac:chgData name="Guilherme Micota Stipp" userId="7d8a6ee1e82349c3" providerId="LiveId" clId="{E9266291-7CF5-4ADB-9B10-97FC13395544}" dt="2022-01-31T14:47:51.280" v="804" actId="14100"/>
          <ac:picMkLst>
            <pc:docMk/>
            <pc:sldMk cId="1410331332" sldId="396"/>
            <ac:picMk id="8" creationId="{D6C4C0ED-504D-42EF-809E-0303176F56A7}"/>
          </ac:picMkLst>
        </pc:picChg>
        <pc:picChg chg="del">
          <ac:chgData name="Guilherme Micota Stipp" userId="7d8a6ee1e82349c3" providerId="LiveId" clId="{E9266291-7CF5-4ADB-9B10-97FC13395544}" dt="2022-01-31T14:38:40.704" v="722" actId="478"/>
          <ac:picMkLst>
            <pc:docMk/>
            <pc:sldMk cId="1410331332" sldId="396"/>
            <ac:picMk id="14" creationId="{2DB19DFA-1EF6-4595-9A48-437FE195095B}"/>
          </ac:picMkLst>
        </pc:picChg>
      </pc:sldChg>
    </pc:docChg>
  </pc:docChgLst>
  <pc:docChgLst>
    <pc:chgData name="Guilherme Micota Stipp" userId="7d8a6ee1e82349c3" providerId="LiveId" clId="{E513B99D-6336-4720-945D-0260D8C10380}"/>
    <pc:docChg chg="undo custSel addSld delSld modSld">
      <pc:chgData name="Guilherme Micota Stipp" userId="7d8a6ee1e82349c3" providerId="LiveId" clId="{E513B99D-6336-4720-945D-0260D8C10380}" dt="2021-08-02T02:23:52.174" v="896" actId="20577"/>
      <pc:docMkLst>
        <pc:docMk/>
      </pc:docMkLst>
      <pc:sldChg chg="modSp mod">
        <pc:chgData name="Guilherme Micota Stipp" userId="7d8a6ee1e82349c3" providerId="LiveId" clId="{E513B99D-6336-4720-945D-0260D8C10380}" dt="2021-08-01T21:16:08.890" v="11" actId="20577"/>
        <pc:sldMkLst>
          <pc:docMk/>
          <pc:sldMk cId="3178680452" sldId="256"/>
        </pc:sldMkLst>
        <pc:spChg chg="mod">
          <ac:chgData name="Guilherme Micota Stipp" userId="7d8a6ee1e82349c3" providerId="LiveId" clId="{E513B99D-6336-4720-945D-0260D8C10380}" dt="2021-08-01T21:16:08.890" v="11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E513B99D-6336-4720-945D-0260D8C10380}" dt="2021-08-01T21:17:40.370" v="62" actId="14100"/>
        <pc:sldMkLst>
          <pc:docMk/>
          <pc:sldMk cId="1259924771" sldId="299"/>
        </pc:sldMkLst>
        <pc:spChg chg="mod">
          <ac:chgData name="Guilherme Micota Stipp" userId="7d8a6ee1e82349c3" providerId="LiveId" clId="{E513B99D-6336-4720-945D-0260D8C10380}" dt="2021-08-01T21:16:27.200" v="25" actId="20577"/>
          <ac:spMkLst>
            <pc:docMk/>
            <pc:sldMk cId="1259924771" sldId="299"/>
            <ac:spMk id="4" creationId="{2A67854E-8517-42A3-8969-210A77F2C314}"/>
          </ac:spMkLst>
        </pc:spChg>
        <pc:spChg chg="mod">
          <ac:chgData name="Guilherme Micota Stipp" userId="7d8a6ee1e82349c3" providerId="LiveId" clId="{E513B99D-6336-4720-945D-0260D8C10380}" dt="2021-08-01T21:17:20.265" v="35" actId="2711"/>
          <ac:spMkLst>
            <pc:docMk/>
            <pc:sldMk cId="1259924771" sldId="299"/>
            <ac:spMk id="10" creationId="{0DC30F15-2778-418E-A2EF-BEAEC6F95C4E}"/>
          </ac:spMkLst>
        </pc:spChg>
        <pc:picChg chg="del">
          <ac:chgData name="Guilherme Micota Stipp" userId="7d8a6ee1e82349c3" providerId="LiveId" clId="{E513B99D-6336-4720-945D-0260D8C10380}" dt="2021-08-01T21:17:27.607" v="36" actId="478"/>
          <ac:picMkLst>
            <pc:docMk/>
            <pc:sldMk cId="1259924771" sldId="299"/>
            <ac:picMk id="8" creationId="{0DFED7A1-9B00-4F26-9EBA-3D24BC10CEBC}"/>
          </ac:picMkLst>
        </pc:picChg>
        <pc:picChg chg="add mod">
          <ac:chgData name="Guilherme Micota Stipp" userId="7d8a6ee1e82349c3" providerId="LiveId" clId="{E513B99D-6336-4720-945D-0260D8C10380}" dt="2021-08-01T21:17:40.370" v="62" actId="14100"/>
          <ac:picMkLst>
            <pc:docMk/>
            <pc:sldMk cId="1259924771" sldId="299"/>
            <ac:picMk id="11" creationId="{A4586471-B521-486A-8718-4AFE16FD89B2}"/>
          </ac:picMkLst>
        </pc:picChg>
      </pc:sldChg>
      <pc:sldChg chg="addSp delSp modSp mod">
        <pc:chgData name="Guilherme Micota Stipp" userId="7d8a6ee1e82349c3" providerId="LiveId" clId="{E513B99D-6336-4720-945D-0260D8C10380}" dt="2021-08-02T00:53:37.649" v="489" actId="14100"/>
        <pc:sldMkLst>
          <pc:docMk/>
          <pc:sldMk cId="2321114233" sldId="300"/>
        </pc:sldMkLst>
        <pc:spChg chg="mod">
          <ac:chgData name="Guilherme Micota Stipp" userId="7d8a6ee1e82349c3" providerId="LiveId" clId="{E513B99D-6336-4720-945D-0260D8C10380}" dt="2021-08-01T21:16:16.765" v="17" actId="20577"/>
          <ac:spMkLst>
            <pc:docMk/>
            <pc:sldMk cId="2321114233" sldId="300"/>
            <ac:spMk id="4" creationId="{2A67854E-8517-42A3-8969-210A77F2C314}"/>
          </ac:spMkLst>
        </pc:spChg>
        <pc:spChg chg="del mod">
          <ac:chgData name="Guilherme Micota Stipp" userId="7d8a6ee1e82349c3" providerId="LiveId" clId="{E513B99D-6336-4720-945D-0260D8C10380}" dt="2021-08-01T21:22:13.026" v="214" actId="478"/>
          <ac:spMkLst>
            <pc:docMk/>
            <pc:sldMk cId="2321114233" sldId="300"/>
            <ac:spMk id="10" creationId="{0DC30F15-2778-418E-A2EF-BEAEC6F95C4E}"/>
          </ac:spMkLst>
        </pc:spChg>
        <pc:spChg chg="add mod">
          <ac:chgData name="Guilherme Micota Stipp" userId="7d8a6ee1e82349c3" providerId="LiveId" clId="{E513B99D-6336-4720-945D-0260D8C10380}" dt="2021-08-01T21:22:24.915" v="233" actId="20577"/>
          <ac:spMkLst>
            <pc:docMk/>
            <pc:sldMk cId="2321114233" sldId="300"/>
            <ac:spMk id="12" creationId="{27BDF0BE-9723-44CB-91B3-94662E64D5E3}"/>
          </ac:spMkLst>
        </pc:spChg>
        <pc:picChg chg="add del mod">
          <ac:chgData name="Guilherme Micota Stipp" userId="7d8a6ee1e82349c3" providerId="LiveId" clId="{E513B99D-6336-4720-945D-0260D8C10380}" dt="2021-08-01T21:18:01.543" v="64" actId="478"/>
          <ac:picMkLst>
            <pc:docMk/>
            <pc:sldMk cId="2321114233" sldId="300"/>
            <ac:picMk id="8" creationId="{681E0F0B-8CC5-48F6-A3FE-26DDF3FDF27A}"/>
          </ac:picMkLst>
        </pc:picChg>
        <pc:picChg chg="del">
          <ac:chgData name="Guilherme Micota Stipp" userId="7d8a6ee1e82349c3" providerId="LiveId" clId="{E513B99D-6336-4720-945D-0260D8C10380}" dt="2021-08-01T21:16:38.288" v="26" actId="478"/>
          <ac:picMkLst>
            <pc:docMk/>
            <pc:sldMk cId="2321114233" sldId="300"/>
            <ac:picMk id="11" creationId="{1C111AD0-7179-48B7-B72D-7259365A5FCB}"/>
          </ac:picMkLst>
        </pc:picChg>
        <pc:picChg chg="add mod">
          <ac:chgData name="Guilherme Micota Stipp" userId="7d8a6ee1e82349c3" providerId="LiveId" clId="{E513B99D-6336-4720-945D-0260D8C10380}" dt="2021-08-02T00:53:37.649" v="489" actId="14100"/>
          <ac:picMkLst>
            <pc:docMk/>
            <pc:sldMk cId="2321114233" sldId="300"/>
            <ac:picMk id="14" creationId="{450E421F-FD30-4F56-AB6F-8FC3B82F578E}"/>
          </ac:picMkLst>
        </pc:picChg>
      </pc:sldChg>
      <pc:sldChg chg="addSp delSp modSp add mod">
        <pc:chgData name="Guilherme Micota Stipp" userId="7d8a6ee1e82349c3" providerId="LiveId" clId="{E513B99D-6336-4720-945D-0260D8C10380}" dt="2021-08-02T01:05:46.642" v="644" actId="20577"/>
        <pc:sldMkLst>
          <pc:docMk/>
          <pc:sldMk cId="2472622703" sldId="301"/>
        </pc:sldMkLst>
        <pc:spChg chg="mod">
          <ac:chgData name="Guilherme Micota Stipp" userId="7d8a6ee1e82349c3" providerId="LiveId" clId="{E513B99D-6336-4720-945D-0260D8C10380}" dt="2021-08-02T01:05:46.642" v="644" actId="20577"/>
          <ac:spMkLst>
            <pc:docMk/>
            <pc:sldMk cId="2472622703" sldId="301"/>
            <ac:spMk id="10" creationId="{0DC30F15-2778-418E-A2EF-BEAEC6F95C4E}"/>
          </ac:spMkLst>
        </pc:spChg>
        <pc:picChg chg="del">
          <ac:chgData name="Guilherme Micota Stipp" userId="7d8a6ee1e82349c3" providerId="LiveId" clId="{E513B99D-6336-4720-945D-0260D8C10380}" dt="2021-08-01T21:18:36.428" v="65" actId="478"/>
          <ac:picMkLst>
            <pc:docMk/>
            <pc:sldMk cId="2472622703" sldId="301"/>
            <ac:picMk id="8" creationId="{681E0F0B-8CC5-48F6-A3FE-26DDF3FDF27A}"/>
          </ac:picMkLst>
        </pc:picChg>
        <pc:picChg chg="mod">
          <ac:chgData name="Guilherme Micota Stipp" userId="7d8a6ee1e82349c3" providerId="LiveId" clId="{E513B99D-6336-4720-945D-0260D8C10380}" dt="2021-08-01T21:21:54.838" v="195" actId="1037"/>
          <ac:picMkLst>
            <pc:docMk/>
            <pc:sldMk cId="2472622703" sldId="301"/>
            <ac:picMk id="9" creationId="{D6A9D3FF-1ABA-42CE-9AC5-323305CC68EA}"/>
          </ac:picMkLst>
        </pc:picChg>
        <pc:picChg chg="add del mod">
          <ac:chgData name="Guilherme Micota Stipp" userId="7d8a6ee1e82349c3" providerId="LiveId" clId="{E513B99D-6336-4720-945D-0260D8C10380}" dt="2021-08-01T21:21:41.234" v="191" actId="478"/>
          <ac:picMkLst>
            <pc:docMk/>
            <pc:sldMk cId="2472622703" sldId="301"/>
            <ac:picMk id="11" creationId="{B10D469C-A1DE-4F6E-B082-47FB4A3163CD}"/>
          </ac:picMkLst>
        </pc:picChg>
        <pc:picChg chg="add del mod">
          <ac:chgData name="Guilherme Micota Stipp" userId="7d8a6ee1e82349c3" providerId="LiveId" clId="{E513B99D-6336-4720-945D-0260D8C10380}" dt="2021-08-01T21:33:38.248" v="258" actId="478"/>
          <ac:picMkLst>
            <pc:docMk/>
            <pc:sldMk cId="2472622703" sldId="301"/>
            <ac:picMk id="13" creationId="{52FB2864-FD32-4EDC-A446-0C3DBCAFBED3}"/>
          </ac:picMkLst>
        </pc:picChg>
        <pc:picChg chg="add del mod">
          <ac:chgData name="Guilherme Micota Stipp" userId="7d8a6ee1e82349c3" providerId="LiveId" clId="{E513B99D-6336-4720-945D-0260D8C10380}" dt="2021-08-02T01:02:30.798" v="491" actId="478"/>
          <ac:picMkLst>
            <pc:docMk/>
            <pc:sldMk cId="2472622703" sldId="301"/>
            <ac:picMk id="15" creationId="{F19F49F0-74DE-4FB6-B9E1-226B1654B7DE}"/>
          </ac:picMkLst>
        </pc:picChg>
        <pc:picChg chg="add del mod">
          <ac:chgData name="Guilherme Micota Stipp" userId="7d8a6ee1e82349c3" providerId="LiveId" clId="{E513B99D-6336-4720-945D-0260D8C10380}" dt="2021-08-02T01:02:44.506" v="524" actId="478"/>
          <ac:picMkLst>
            <pc:docMk/>
            <pc:sldMk cId="2472622703" sldId="301"/>
            <ac:picMk id="17" creationId="{B3B457E5-A972-4DAE-A367-3C64A7A4DC75}"/>
          </ac:picMkLst>
        </pc:picChg>
        <pc:picChg chg="add del mod">
          <ac:chgData name="Guilherme Micota Stipp" userId="7d8a6ee1e82349c3" providerId="LiveId" clId="{E513B99D-6336-4720-945D-0260D8C10380}" dt="2021-08-02T01:03:52.757" v="533" actId="478"/>
          <ac:picMkLst>
            <pc:docMk/>
            <pc:sldMk cId="2472622703" sldId="301"/>
            <ac:picMk id="19" creationId="{3246D1DE-B5B7-4CB2-A40D-EFB8752EC7D0}"/>
          </ac:picMkLst>
        </pc:picChg>
        <pc:picChg chg="add del mod">
          <ac:chgData name="Guilherme Micota Stipp" userId="7d8a6ee1e82349c3" providerId="LiveId" clId="{E513B99D-6336-4720-945D-0260D8C10380}" dt="2021-08-02T01:03:52.074" v="532" actId="478"/>
          <ac:picMkLst>
            <pc:docMk/>
            <pc:sldMk cId="2472622703" sldId="301"/>
            <ac:picMk id="21" creationId="{2F7A6E74-E7CF-4F30-BE0F-33721A09C53D}"/>
          </ac:picMkLst>
        </pc:picChg>
        <pc:picChg chg="add mod">
          <ac:chgData name="Guilherme Micota Stipp" userId="7d8a6ee1e82349c3" providerId="LiveId" clId="{E513B99D-6336-4720-945D-0260D8C10380}" dt="2021-08-02T01:04:27.394" v="581" actId="14100"/>
          <ac:picMkLst>
            <pc:docMk/>
            <pc:sldMk cId="2472622703" sldId="301"/>
            <ac:picMk id="23" creationId="{7AA33544-9D93-45EC-8C14-976646416F7F}"/>
          </ac:picMkLst>
        </pc:picChg>
        <pc:picChg chg="add del mod">
          <ac:chgData name="Guilherme Micota Stipp" userId="7d8a6ee1e82349c3" providerId="LiveId" clId="{E513B99D-6336-4720-945D-0260D8C10380}" dt="2021-08-02T01:04:30.198" v="583" actId="478"/>
          <ac:picMkLst>
            <pc:docMk/>
            <pc:sldMk cId="2472622703" sldId="301"/>
            <ac:picMk id="25" creationId="{042620AF-A367-4D39-AFBD-9C9A4A6DB46F}"/>
          </ac:picMkLst>
        </pc:picChg>
        <pc:picChg chg="add mod">
          <ac:chgData name="Guilherme Micota Stipp" userId="7d8a6ee1e82349c3" providerId="LiveId" clId="{E513B99D-6336-4720-945D-0260D8C10380}" dt="2021-08-02T01:04:55.511" v="593" actId="14100"/>
          <ac:picMkLst>
            <pc:docMk/>
            <pc:sldMk cId="2472622703" sldId="301"/>
            <ac:picMk id="27" creationId="{560D2A0F-0AE7-4BA8-B165-2898E6D6ECE2}"/>
          </ac:picMkLst>
        </pc:picChg>
      </pc:sldChg>
      <pc:sldChg chg="del">
        <pc:chgData name="Guilherme Micota Stipp" userId="7d8a6ee1e82349c3" providerId="LiveId" clId="{E513B99D-6336-4720-945D-0260D8C10380}" dt="2021-08-01T21:16:01.437" v="0" actId="47"/>
        <pc:sldMkLst>
          <pc:docMk/>
          <pc:sldMk cId="2850151980" sldId="301"/>
        </pc:sldMkLst>
      </pc:sldChg>
      <pc:sldChg chg="del">
        <pc:chgData name="Guilherme Micota Stipp" userId="7d8a6ee1e82349c3" providerId="LiveId" clId="{E513B99D-6336-4720-945D-0260D8C10380}" dt="2021-08-01T21:16:03.505" v="5" actId="47"/>
        <pc:sldMkLst>
          <pc:docMk/>
          <pc:sldMk cId="1427876630" sldId="302"/>
        </pc:sldMkLst>
      </pc:sldChg>
      <pc:sldChg chg="addSp delSp modSp add mod">
        <pc:chgData name="Guilherme Micota Stipp" userId="7d8a6ee1e82349c3" providerId="LiveId" clId="{E513B99D-6336-4720-945D-0260D8C10380}" dt="2021-08-02T02:12:34.477" v="816" actId="14100"/>
        <pc:sldMkLst>
          <pc:docMk/>
          <pc:sldMk cId="3761255242" sldId="302"/>
        </pc:sldMkLst>
        <pc:picChg chg="add mod">
          <ac:chgData name="Guilherme Micota Stipp" userId="7d8a6ee1e82349c3" providerId="LiveId" clId="{E513B99D-6336-4720-945D-0260D8C10380}" dt="2021-08-02T02:12:34.477" v="816" actId="14100"/>
          <ac:picMkLst>
            <pc:docMk/>
            <pc:sldMk cId="3761255242" sldId="302"/>
            <ac:picMk id="8" creationId="{53A85B68-3454-43CD-BE6F-95B4F42BCA1D}"/>
          </ac:picMkLst>
        </pc:picChg>
        <pc:picChg chg="del">
          <ac:chgData name="Guilherme Micota Stipp" userId="7d8a6ee1e82349c3" providerId="LiveId" clId="{E513B99D-6336-4720-945D-0260D8C10380}" dt="2021-08-02T02:12:21.486" v="787" actId="478"/>
          <ac:picMkLst>
            <pc:docMk/>
            <pc:sldMk cId="3761255242" sldId="302"/>
            <ac:picMk id="11" creationId="{B10D469C-A1DE-4F6E-B082-47FB4A3163CD}"/>
          </ac:picMkLst>
        </pc:picChg>
      </pc:sldChg>
      <pc:sldChg chg="del">
        <pc:chgData name="Guilherme Micota Stipp" userId="7d8a6ee1e82349c3" providerId="LiveId" clId="{E513B99D-6336-4720-945D-0260D8C10380}" dt="2021-08-01T21:16:02.840" v="4" actId="47"/>
        <pc:sldMkLst>
          <pc:docMk/>
          <pc:sldMk cId="2021498511" sldId="303"/>
        </pc:sldMkLst>
      </pc:sldChg>
      <pc:sldChg chg="addSp modSp add mod">
        <pc:chgData name="Guilherme Micota Stipp" userId="7d8a6ee1e82349c3" providerId="LiveId" clId="{E513B99D-6336-4720-945D-0260D8C10380}" dt="2021-08-02T00:38:48.942" v="445" actId="14100"/>
        <pc:sldMkLst>
          <pc:docMk/>
          <pc:sldMk cId="3452283791" sldId="303"/>
        </pc:sldMkLst>
        <pc:spChg chg="mod">
          <ac:chgData name="Guilherme Micota Stipp" userId="7d8a6ee1e82349c3" providerId="LiveId" clId="{E513B99D-6336-4720-945D-0260D8C10380}" dt="2021-08-02T00:36:43.445" v="410" actId="20577"/>
          <ac:spMkLst>
            <pc:docMk/>
            <pc:sldMk cId="3452283791" sldId="303"/>
            <ac:spMk id="12" creationId="{27BDF0BE-9723-44CB-91B3-94662E64D5E3}"/>
          </ac:spMkLst>
        </pc:spChg>
        <pc:picChg chg="add mod">
          <ac:chgData name="Guilherme Micota Stipp" userId="7d8a6ee1e82349c3" providerId="LiveId" clId="{E513B99D-6336-4720-945D-0260D8C10380}" dt="2021-08-02T00:36:59.988" v="425" actId="14100"/>
          <ac:picMkLst>
            <pc:docMk/>
            <pc:sldMk cId="3452283791" sldId="303"/>
            <ac:picMk id="8" creationId="{EC784C1B-1A1E-4388-9BF3-34FEC863BA7C}"/>
          </ac:picMkLst>
        </pc:picChg>
        <pc:picChg chg="add mod">
          <ac:chgData name="Guilherme Micota Stipp" userId="7d8a6ee1e82349c3" providerId="LiveId" clId="{E513B99D-6336-4720-945D-0260D8C10380}" dt="2021-08-02T00:38:48.942" v="445" actId="14100"/>
          <ac:picMkLst>
            <pc:docMk/>
            <pc:sldMk cId="3452283791" sldId="303"/>
            <ac:picMk id="11" creationId="{1C2AB4CF-501B-4B7A-AEB8-CDBA6AD6D4BC}"/>
          </ac:picMkLst>
        </pc:picChg>
      </pc:sldChg>
      <pc:sldChg chg="del">
        <pc:chgData name="Guilherme Micota Stipp" userId="7d8a6ee1e82349c3" providerId="LiveId" clId="{E513B99D-6336-4720-945D-0260D8C10380}" dt="2021-08-01T21:16:01.722" v="1" actId="47"/>
        <pc:sldMkLst>
          <pc:docMk/>
          <pc:sldMk cId="1226416724" sldId="304"/>
        </pc:sldMkLst>
      </pc:sldChg>
      <pc:sldChg chg="addSp delSp modSp add mod">
        <pc:chgData name="Guilherme Micota Stipp" userId="7d8a6ee1e82349c3" providerId="LiveId" clId="{E513B99D-6336-4720-945D-0260D8C10380}" dt="2021-08-02T00:36:48.638" v="418" actId="20577"/>
        <pc:sldMkLst>
          <pc:docMk/>
          <pc:sldMk cId="1479667808" sldId="304"/>
        </pc:sldMkLst>
        <pc:spChg chg="mod">
          <ac:chgData name="Guilherme Micota Stipp" userId="7d8a6ee1e82349c3" providerId="LiveId" clId="{E513B99D-6336-4720-945D-0260D8C10380}" dt="2021-08-02T00:36:48.638" v="418" actId="20577"/>
          <ac:spMkLst>
            <pc:docMk/>
            <pc:sldMk cId="1479667808" sldId="304"/>
            <ac:spMk id="12" creationId="{27BDF0BE-9723-44CB-91B3-94662E64D5E3}"/>
          </ac:spMkLst>
        </pc:spChg>
        <pc:picChg chg="add del mod">
          <ac:chgData name="Guilherme Micota Stipp" userId="7d8a6ee1e82349c3" providerId="LiveId" clId="{E513B99D-6336-4720-945D-0260D8C10380}" dt="2021-08-02T00:25:09.570" v="284" actId="478"/>
          <ac:picMkLst>
            <pc:docMk/>
            <pc:sldMk cId="1479667808" sldId="304"/>
            <ac:picMk id="8" creationId="{14A0DA68-C542-4797-B5B2-5C8A02185F9E}"/>
          </ac:picMkLst>
        </pc:picChg>
        <pc:picChg chg="add del mod">
          <ac:chgData name="Guilherme Micota Stipp" userId="7d8a6ee1e82349c3" providerId="LiveId" clId="{E513B99D-6336-4720-945D-0260D8C10380}" dt="2021-08-02T00:27:42.426" v="314" actId="478"/>
          <ac:picMkLst>
            <pc:docMk/>
            <pc:sldMk cId="1479667808" sldId="304"/>
            <ac:picMk id="11" creationId="{1C61ED5F-603F-4D0C-8AB4-012B76E1577A}"/>
          </ac:picMkLst>
        </pc:picChg>
        <pc:picChg chg="add mod">
          <ac:chgData name="Guilherme Micota Stipp" userId="7d8a6ee1e82349c3" providerId="LiveId" clId="{E513B99D-6336-4720-945D-0260D8C10380}" dt="2021-08-02T00:28:05.824" v="348" actId="1076"/>
          <ac:picMkLst>
            <pc:docMk/>
            <pc:sldMk cId="1479667808" sldId="304"/>
            <ac:picMk id="14" creationId="{594664F6-0B8E-4CA1-B59B-B89BDF7805AA}"/>
          </ac:picMkLst>
        </pc:picChg>
        <pc:picChg chg="add mod">
          <ac:chgData name="Guilherme Micota Stipp" userId="7d8a6ee1e82349c3" providerId="LiveId" clId="{E513B99D-6336-4720-945D-0260D8C10380}" dt="2021-08-02T00:27:56.418" v="344" actId="14100"/>
          <ac:picMkLst>
            <pc:docMk/>
            <pc:sldMk cId="1479667808" sldId="304"/>
            <ac:picMk id="16" creationId="{FD855B67-D376-45F6-93CA-00F57B7E9013}"/>
          </ac:picMkLst>
        </pc:picChg>
      </pc:sldChg>
      <pc:sldChg chg="del">
        <pc:chgData name="Guilherme Micota Stipp" userId="7d8a6ee1e82349c3" providerId="LiveId" clId="{E513B99D-6336-4720-945D-0260D8C10380}" dt="2021-08-01T21:16:02.038" v="2" actId="47"/>
        <pc:sldMkLst>
          <pc:docMk/>
          <pc:sldMk cId="126994336" sldId="305"/>
        </pc:sldMkLst>
      </pc:sldChg>
      <pc:sldChg chg="addSp delSp modSp add mod">
        <pc:chgData name="Guilherme Micota Stipp" userId="7d8a6ee1e82349c3" providerId="LiveId" clId="{E513B99D-6336-4720-945D-0260D8C10380}" dt="2021-08-02T01:54:54.033" v="697" actId="14100"/>
        <pc:sldMkLst>
          <pc:docMk/>
          <pc:sldMk cId="3545023104" sldId="305"/>
        </pc:sldMkLst>
        <pc:spChg chg="mod">
          <ac:chgData name="Guilherme Micota Stipp" userId="7d8a6ee1e82349c3" providerId="LiveId" clId="{E513B99D-6336-4720-945D-0260D8C10380}" dt="2021-08-02T01:15:32.007" v="653" actId="20577"/>
          <ac:spMkLst>
            <pc:docMk/>
            <pc:sldMk cId="3545023104" sldId="305"/>
            <ac:spMk id="12" creationId="{27BDF0BE-9723-44CB-91B3-94662E64D5E3}"/>
          </ac:spMkLst>
        </pc:spChg>
        <pc:picChg chg="del">
          <ac:chgData name="Guilherme Micota Stipp" userId="7d8a6ee1e82349c3" providerId="LiveId" clId="{E513B99D-6336-4720-945D-0260D8C10380}" dt="2021-08-02T01:15:26.834" v="646" actId="478"/>
          <ac:picMkLst>
            <pc:docMk/>
            <pc:sldMk cId="3545023104" sldId="305"/>
            <ac:picMk id="8" creationId="{EC784C1B-1A1E-4388-9BF3-34FEC863BA7C}"/>
          </ac:picMkLst>
        </pc:picChg>
        <pc:picChg chg="add del mod">
          <ac:chgData name="Guilherme Micota Stipp" userId="7d8a6ee1e82349c3" providerId="LiveId" clId="{E513B99D-6336-4720-945D-0260D8C10380}" dt="2021-08-02T01:50:43.526" v="660" actId="478"/>
          <ac:picMkLst>
            <pc:docMk/>
            <pc:sldMk cId="3545023104" sldId="305"/>
            <ac:picMk id="10" creationId="{5A0E9D99-A2CE-423D-A8CC-E976CA971029}"/>
          </ac:picMkLst>
        </pc:picChg>
        <pc:picChg chg="del">
          <ac:chgData name="Guilherme Micota Stipp" userId="7d8a6ee1e82349c3" providerId="LiveId" clId="{E513B99D-6336-4720-945D-0260D8C10380}" dt="2021-08-02T01:15:27.552" v="647" actId="478"/>
          <ac:picMkLst>
            <pc:docMk/>
            <pc:sldMk cId="3545023104" sldId="305"/>
            <ac:picMk id="11" creationId="{1C2AB4CF-501B-4B7A-AEB8-CDBA6AD6D4BC}"/>
          </ac:picMkLst>
        </pc:picChg>
        <pc:picChg chg="add del mod">
          <ac:chgData name="Guilherme Micota Stipp" userId="7d8a6ee1e82349c3" providerId="LiveId" clId="{E513B99D-6336-4720-945D-0260D8C10380}" dt="2021-08-02T01:54:02.368" v="673" actId="478"/>
          <ac:picMkLst>
            <pc:docMk/>
            <pc:sldMk cId="3545023104" sldId="305"/>
            <ac:picMk id="14" creationId="{2150BAD3-FF8A-482F-A5F5-DF9372F33D03}"/>
          </ac:picMkLst>
        </pc:picChg>
        <pc:picChg chg="add del mod">
          <ac:chgData name="Guilherme Micota Stipp" userId="7d8a6ee1e82349c3" providerId="LiveId" clId="{E513B99D-6336-4720-945D-0260D8C10380}" dt="2021-08-02T01:54:29.931" v="679" actId="478"/>
          <ac:picMkLst>
            <pc:docMk/>
            <pc:sldMk cId="3545023104" sldId="305"/>
            <ac:picMk id="16" creationId="{263B1411-7738-4868-B950-7305785FB7A2}"/>
          </ac:picMkLst>
        </pc:picChg>
        <pc:picChg chg="add mod">
          <ac:chgData name="Guilherme Micota Stipp" userId="7d8a6ee1e82349c3" providerId="LiveId" clId="{E513B99D-6336-4720-945D-0260D8C10380}" dt="2021-08-02T01:54:54.033" v="697" actId="14100"/>
          <ac:picMkLst>
            <pc:docMk/>
            <pc:sldMk cId="3545023104" sldId="305"/>
            <ac:picMk id="18" creationId="{674211AD-14C7-46B3-BD3D-1EC3230D44A4}"/>
          </ac:picMkLst>
        </pc:picChg>
      </pc:sldChg>
      <pc:sldChg chg="delSp modSp add del mod">
        <pc:chgData name="Guilherme Micota Stipp" userId="7d8a6ee1e82349c3" providerId="LiveId" clId="{E513B99D-6336-4720-945D-0260D8C10380}" dt="2021-08-02T01:55:55.475" v="721" actId="47"/>
        <pc:sldMkLst>
          <pc:docMk/>
          <pc:sldMk cId="1505186411" sldId="306"/>
        </pc:sldMkLst>
        <pc:spChg chg="mod">
          <ac:chgData name="Guilherme Micota Stipp" userId="7d8a6ee1e82349c3" providerId="LiveId" clId="{E513B99D-6336-4720-945D-0260D8C10380}" dt="2021-08-02T01:55:22.736" v="719" actId="20577"/>
          <ac:spMkLst>
            <pc:docMk/>
            <pc:sldMk cId="1505186411" sldId="306"/>
            <ac:spMk id="12" creationId="{27BDF0BE-9723-44CB-91B3-94662E64D5E3}"/>
          </ac:spMkLst>
        </pc:spChg>
        <pc:picChg chg="del">
          <ac:chgData name="Guilherme Micota Stipp" userId="7d8a6ee1e82349c3" providerId="LiveId" clId="{E513B99D-6336-4720-945D-0260D8C10380}" dt="2021-08-02T01:55:26.857" v="720" actId="478"/>
          <ac:picMkLst>
            <pc:docMk/>
            <pc:sldMk cId="1505186411" sldId="306"/>
            <ac:picMk id="18" creationId="{674211AD-14C7-46B3-BD3D-1EC3230D44A4}"/>
          </ac:picMkLst>
        </pc:picChg>
      </pc:sldChg>
      <pc:sldChg chg="del">
        <pc:chgData name="Guilherme Micota Stipp" userId="7d8a6ee1e82349c3" providerId="LiveId" clId="{E513B99D-6336-4720-945D-0260D8C10380}" dt="2021-08-01T21:16:02.502" v="3" actId="47"/>
        <pc:sldMkLst>
          <pc:docMk/>
          <pc:sldMk cId="2597510336" sldId="306"/>
        </pc:sldMkLst>
      </pc:sldChg>
      <pc:sldChg chg="addSp delSp modSp add mod">
        <pc:chgData name="Guilherme Micota Stipp" userId="7d8a6ee1e82349c3" providerId="LiveId" clId="{E513B99D-6336-4720-945D-0260D8C10380}" dt="2021-08-02T02:07:32.364" v="786" actId="14100"/>
        <pc:sldMkLst>
          <pc:docMk/>
          <pc:sldMk cId="2937753791" sldId="306"/>
        </pc:sldMkLst>
        <pc:spChg chg="mod">
          <ac:chgData name="Guilherme Micota Stipp" userId="7d8a6ee1e82349c3" providerId="LiveId" clId="{E513B99D-6336-4720-945D-0260D8C10380}" dt="2021-08-02T02:01:34.371" v="767" actId="20577"/>
          <ac:spMkLst>
            <pc:docMk/>
            <pc:sldMk cId="2937753791" sldId="306"/>
            <ac:spMk id="12" creationId="{27BDF0BE-9723-44CB-91B3-94662E64D5E3}"/>
          </ac:spMkLst>
        </pc:spChg>
        <pc:picChg chg="add mod">
          <ac:chgData name="Guilherme Micota Stipp" userId="7d8a6ee1e82349c3" providerId="LiveId" clId="{E513B99D-6336-4720-945D-0260D8C10380}" dt="2021-08-02T02:07:32.364" v="786" actId="14100"/>
          <ac:picMkLst>
            <pc:docMk/>
            <pc:sldMk cId="2937753791" sldId="306"/>
            <ac:picMk id="8" creationId="{163BC870-221B-4129-BB87-4C71D5ED4E1B}"/>
          </ac:picMkLst>
        </pc:picChg>
        <pc:picChg chg="del">
          <ac:chgData name="Guilherme Micota Stipp" userId="7d8a6ee1e82349c3" providerId="LiveId" clId="{E513B99D-6336-4720-945D-0260D8C10380}" dt="2021-08-02T02:01:17.566" v="723" actId="478"/>
          <ac:picMkLst>
            <pc:docMk/>
            <pc:sldMk cId="2937753791" sldId="306"/>
            <ac:picMk id="18" creationId="{674211AD-14C7-46B3-BD3D-1EC3230D44A4}"/>
          </ac:picMkLst>
        </pc:picChg>
      </pc:sldChg>
      <pc:sldChg chg="addSp delSp modSp add mod">
        <pc:chgData name="Guilherme Micota Stipp" userId="7d8a6ee1e82349c3" providerId="LiveId" clId="{E513B99D-6336-4720-945D-0260D8C10380}" dt="2021-08-02T02:23:52.174" v="896" actId="20577"/>
        <pc:sldMkLst>
          <pc:docMk/>
          <pc:sldMk cId="3035102738" sldId="307"/>
        </pc:sldMkLst>
        <pc:spChg chg="mod">
          <ac:chgData name="Guilherme Micota Stipp" userId="7d8a6ee1e82349c3" providerId="LiveId" clId="{E513B99D-6336-4720-945D-0260D8C10380}" dt="2021-08-02T02:23:52.174" v="896" actId="20577"/>
          <ac:spMkLst>
            <pc:docMk/>
            <pc:sldMk cId="3035102738" sldId="307"/>
            <ac:spMk id="10" creationId="{0DC30F15-2778-418E-A2EF-BEAEC6F95C4E}"/>
          </ac:spMkLst>
        </pc:spChg>
        <pc:picChg chg="del mod">
          <ac:chgData name="Guilherme Micota Stipp" userId="7d8a6ee1e82349c3" providerId="LiveId" clId="{E513B99D-6336-4720-945D-0260D8C10380}" dt="2021-08-02T02:22:27.794" v="819" actId="478"/>
          <ac:picMkLst>
            <pc:docMk/>
            <pc:sldMk cId="3035102738" sldId="307"/>
            <ac:picMk id="8" creationId="{53A85B68-3454-43CD-BE6F-95B4F42BCA1D}"/>
          </ac:picMkLst>
        </pc:picChg>
        <pc:picChg chg="add del mod">
          <ac:chgData name="Guilherme Micota Stipp" userId="7d8a6ee1e82349c3" providerId="LiveId" clId="{E513B99D-6336-4720-945D-0260D8C10380}" dt="2021-08-02T02:22:31.933" v="824" actId="478"/>
          <ac:picMkLst>
            <pc:docMk/>
            <pc:sldMk cId="3035102738" sldId="307"/>
            <ac:picMk id="11" creationId="{23B9965B-06C9-4BD9-BC60-EFC2B7F5A844}"/>
          </ac:picMkLst>
        </pc:picChg>
        <pc:picChg chg="add mod">
          <ac:chgData name="Guilherme Micota Stipp" userId="7d8a6ee1e82349c3" providerId="LiveId" clId="{E513B99D-6336-4720-945D-0260D8C10380}" dt="2021-08-02T02:23:03.754" v="842" actId="14100"/>
          <ac:picMkLst>
            <pc:docMk/>
            <pc:sldMk cId="3035102738" sldId="307"/>
            <ac:picMk id="13" creationId="{DE6A66F3-CD83-4ED9-B8A8-E88B2FA7CAD8}"/>
          </ac:picMkLst>
        </pc:picChg>
      </pc:sldChg>
    </pc:docChg>
  </pc:docChgLst>
  <pc:docChgLst>
    <pc:chgData name="Guilherme Micota Stipp" userId="7d8a6ee1e82349c3" providerId="LiveId" clId="{0E0A07DF-66C9-4717-9531-BA245A0BB15A}"/>
    <pc:docChg chg="custSel addSld delSld modSld">
      <pc:chgData name="Guilherme Micota Stipp" userId="7d8a6ee1e82349c3" providerId="LiveId" clId="{0E0A07DF-66C9-4717-9531-BA245A0BB15A}" dt="2021-08-27T15:08:41.959" v="190" actId="14100"/>
      <pc:docMkLst>
        <pc:docMk/>
      </pc:docMkLst>
      <pc:sldChg chg="addSp delSp modSp mod">
        <pc:chgData name="Guilherme Micota Stipp" userId="7d8a6ee1e82349c3" providerId="LiveId" clId="{0E0A07DF-66C9-4717-9531-BA245A0BB15A}" dt="2021-08-27T15:08:41.959" v="190" actId="14100"/>
        <pc:sldMkLst>
          <pc:docMk/>
          <pc:sldMk cId="1259924771" sldId="299"/>
        </pc:sldMkLst>
        <pc:picChg chg="del">
          <ac:chgData name="Guilherme Micota Stipp" userId="7d8a6ee1e82349c3" providerId="LiveId" clId="{0E0A07DF-66C9-4717-9531-BA245A0BB15A}" dt="2021-08-27T15:05:34.599" v="181" actId="478"/>
          <ac:picMkLst>
            <pc:docMk/>
            <pc:sldMk cId="1259924771" sldId="299"/>
            <ac:picMk id="8" creationId="{53EFEA50-9ECC-4899-BC9E-FDEE2BFF79A6}"/>
          </ac:picMkLst>
        </pc:picChg>
        <pc:picChg chg="add mod">
          <ac:chgData name="Guilherme Micota Stipp" userId="7d8a6ee1e82349c3" providerId="LiveId" clId="{0E0A07DF-66C9-4717-9531-BA245A0BB15A}" dt="2021-08-27T15:08:41.959" v="190" actId="14100"/>
          <ac:picMkLst>
            <pc:docMk/>
            <pc:sldMk cId="1259924771" sldId="299"/>
            <ac:picMk id="11" creationId="{A8EB49C1-1607-4E9B-9289-6D2234C18839}"/>
          </ac:picMkLst>
        </pc:picChg>
      </pc:sldChg>
      <pc:sldChg chg="del">
        <pc:chgData name="Guilherme Micota Stipp" userId="7d8a6ee1e82349c3" providerId="LiveId" clId="{0E0A07DF-66C9-4717-9531-BA245A0BB15A}" dt="2021-08-27T14:35:30.704" v="0" actId="47"/>
        <pc:sldMkLst>
          <pc:docMk/>
          <pc:sldMk cId="506162975" sldId="304"/>
        </pc:sldMkLst>
      </pc:sldChg>
      <pc:sldChg chg="addSp delSp modSp mod">
        <pc:chgData name="Guilherme Micota Stipp" userId="7d8a6ee1e82349c3" providerId="LiveId" clId="{0E0A07DF-66C9-4717-9531-BA245A0BB15A}" dt="2021-08-27T14:36:09.607" v="71" actId="14100"/>
        <pc:sldMkLst>
          <pc:docMk/>
          <pc:sldMk cId="1999761834" sldId="305"/>
        </pc:sldMkLst>
        <pc:spChg chg="mod">
          <ac:chgData name="Guilherme Micota Stipp" userId="7d8a6ee1e82349c3" providerId="LiveId" clId="{0E0A07DF-66C9-4717-9531-BA245A0BB15A}" dt="2021-08-27T14:35:55.584" v="61" actId="20577"/>
          <ac:spMkLst>
            <pc:docMk/>
            <pc:sldMk cId="1999761834" sldId="305"/>
            <ac:spMk id="10" creationId="{0DC30F15-2778-418E-A2EF-BEAEC6F95C4E}"/>
          </ac:spMkLst>
        </pc:spChg>
        <pc:picChg chg="del">
          <ac:chgData name="Guilherme Micota Stipp" userId="7d8a6ee1e82349c3" providerId="LiveId" clId="{0E0A07DF-66C9-4717-9531-BA245A0BB15A}" dt="2021-08-27T14:35:57.512" v="62" actId="478"/>
          <ac:picMkLst>
            <pc:docMk/>
            <pc:sldMk cId="1999761834" sldId="305"/>
            <ac:picMk id="8" creationId="{315C4232-7004-409F-A4D7-43390C01853A}"/>
          </ac:picMkLst>
        </pc:picChg>
        <pc:picChg chg="add mod">
          <ac:chgData name="Guilherme Micota Stipp" userId="7d8a6ee1e82349c3" providerId="LiveId" clId="{0E0A07DF-66C9-4717-9531-BA245A0BB15A}" dt="2021-08-27T14:36:09.607" v="71" actId="14100"/>
          <ac:picMkLst>
            <pc:docMk/>
            <pc:sldMk cId="1999761834" sldId="305"/>
            <ac:picMk id="11" creationId="{6BD2CF0D-2D4A-4FF9-BBE5-95B3D12008DB}"/>
          </ac:picMkLst>
        </pc:picChg>
      </pc:sldChg>
      <pc:sldChg chg="del">
        <pc:chgData name="Guilherme Micota Stipp" userId="7d8a6ee1e82349c3" providerId="LiveId" clId="{0E0A07DF-66C9-4717-9531-BA245A0BB15A}" dt="2021-08-27T14:35:31.123" v="1" actId="47"/>
        <pc:sldMkLst>
          <pc:docMk/>
          <pc:sldMk cId="1648767426" sldId="306"/>
        </pc:sldMkLst>
      </pc:sldChg>
      <pc:sldChg chg="addSp delSp modSp add mod">
        <pc:chgData name="Guilherme Micota Stipp" userId="7d8a6ee1e82349c3" providerId="LiveId" clId="{0E0A07DF-66C9-4717-9531-BA245A0BB15A}" dt="2021-08-27T14:43:30.581" v="82"/>
        <pc:sldMkLst>
          <pc:docMk/>
          <pc:sldMk cId="2855588441" sldId="306"/>
        </pc:sldMkLst>
        <pc:spChg chg="mod">
          <ac:chgData name="Guilherme Micota Stipp" userId="7d8a6ee1e82349c3" providerId="LiveId" clId="{0E0A07DF-66C9-4717-9531-BA245A0BB15A}" dt="2021-08-27T14:43:30.581" v="82"/>
          <ac:spMkLst>
            <pc:docMk/>
            <pc:sldMk cId="2855588441" sldId="306"/>
            <ac:spMk id="10" creationId="{0DC30F15-2778-418E-A2EF-BEAEC6F95C4E}"/>
          </ac:spMkLst>
        </pc:spChg>
        <pc:picChg chg="del">
          <ac:chgData name="Guilherme Micota Stipp" userId="7d8a6ee1e82349c3" providerId="LiveId" clId="{0E0A07DF-66C9-4717-9531-BA245A0BB15A}" dt="2021-08-27T14:43:13.738" v="72" actId="478"/>
          <ac:picMkLst>
            <pc:docMk/>
            <pc:sldMk cId="2855588441" sldId="306"/>
            <ac:picMk id="8" creationId="{315C4232-7004-409F-A4D7-43390C01853A}"/>
          </ac:picMkLst>
        </pc:picChg>
        <pc:picChg chg="add mod">
          <ac:chgData name="Guilherme Micota Stipp" userId="7d8a6ee1e82349c3" providerId="LiveId" clId="{0E0A07DF-66C9-4717-9531-BA245A0BB15A}" dt="2021-08-27T14:43:24.971" v="81" actId="14100"/>
          <ac:picMkLst>
            <pc:docMk/>
            <pc:sldMk cId="2855588441" sldId="306"/>
            <ac:picMk id="11" creationId="{B19D920E-CFE0-4DB2-B365-732523661BF5}"/>
          </ac:picMkLst>
        </pc:picChg>
      </pc:sldChg>
      <pc:sldChg chg="del">
        <pc:chgData name="Guilherme Micota Stipp" userId="7d8a6ee1e82349c3" providerId="LiveId" clId="{0E0A07DF-66C9-4717-9531-BA245A0BB15A}" dt="2021-08-27T14:35:31.699" v="2" actId="47"/>
        <pc:sldMkLst>
          <pc:docMk/>
          <pc:sldMk cId="977720004" sldId="307"/>
        </pc:sldMkLst>
      </pc:sldChg>
      <pc:sldChg chg="addSp delSp modSp add mod">
        <pc:chgData name="Guilherme Micota Stipp" userId="7d8a6ee1e82349c3" providerId="LiveId" clId="{0E0A07DF-66C9-4717-9531-BA245A0BB15A}" dt="2021-08-27T14:45:52.478" v="111" actId="14100"/>
        <pc:sldMkLst>
          <pc:docMk/>
          <pc:sldMk cId="2064151428" sldId="307"/>
        </pc:sldMkLst>
        <pc:spChg chg="mod">
          <ac:chgData name="Guilherme Micota Stipp" userId="7d8a6ee1e82349c3" providerId="LiveId" clId="{0E0A07DF-66C9-4717-9531-BA245A0BB15A}" dt="2021-08-27T14:43:46.104" v="102" actId="20577"/>
          <ac:spMkLst>
            <pc:docMk/>
            <pc:sldMk cId="2064151428" sldId="307"/>
            <ac:spMk id="10" creationId="{0DC30F15-2778-418E-A2EF-BEAEC6F95C4E}"/>
          </ac:spMkLst>
        </pc:spChg>
        <pc:picChg chg="add mod">
          <ac:chgData name="Guilherme Micota Stipp" userId="7d8a6ee1e82349c3" providerId="LiveId" clId="{0E0A07DF-66C9-4717-9531-BA245A0BB15A}" dt="2021-08-27T14:45:52.478" v="111" actId="14100"/>
          <ac:picMkLst>
            <pc:docMk/>
            <pc:sldMk cId="2064151428" sldId="307"/>
            <ac:picMk id="8" creationId="{64853639-B84A-47B7-BD67-AF59E1A7142D}"/>
          </ac:picMkLst>
        </pc:picChg>
        <pc:picChg chg="del">
          <ac:chgData name="Guilherme Micota Stipp" userId="7d8a6ee1e82349c3" providerId="LiveId" clId="{0E0A07DF-66C9-4717-9531-BA245A0BB15A}" dt="2021-08-27T14:43:39.513" v="84" actId="478"/>
          <ac:picMkLst>
            <pc:docMk/>
            <pc:sldMk cId="2064151428" sldId="307"/>
            <ac:picMk id="11" creationId="{B19D920E-CFE0-4DB2-B365-732523661BF5}"/>
          </ac:picMkLst>
        </pc:picChg>
      </pc:sldChg>
      <pc:sldChg chg="addSp delSp modSp add mod">
        <pc:chgData name="Guilherme Micota Stipp" userId="7d8a6ee1e82349c3" providerId="LiveId" clId="{0E0A07DF-66C9-4717-9531-BA245A0BB15A}" dt="2021-08-27T14:46:08.312" v="123" actId="14100"/>
        <pc:sldMkLst>
          <pc:docMk/>
          <pc:sldMk cId="902037932" sldId="308"/>
        </pc:sldMkLst>
        <pc:picChg chg="del">
          <ac:chgData name="Guilherme Micota Stipp" userId="7d8a6ee1e82349c3" providerId="LiveId" clId="{0E0A07DF-66C9-4717-9531-BA245A0BB15A}" dt="2021-08-27T14:45:58.861" v="113" actId="478"/>
          <ac:picMkLst>
            <pc:docMk/>
            <pc:sldMk cId="902037932" sldId="308"/>
            <ac:picMk id="8" creationId="{64853639-B84A-47B7-BD67-AF59E1A7142D}"/>
          </ac:picMkLst>
        </pc:picChg>
        <pc:picChg chg="add mod">
          <ac:chgData name="Guilherme Micota Stipp" userId="7d8a6ee1e82349c3" providerId="LiveId" clId="{0E0A07DF-66C9-4717-9531-BA245A0BB15A}" dt="2021-08-27T14:46:08.312" v="123" actId="14100"/>
          <ac:picMkLst>
            <pc:docMk/>
            <pc:sldMk cId="902037932" sldId="308"/>
            <ac:picMk id="11" creationId="{060292FF-1B4E-4880-AE0D-8D789591B883}"/>
          </ac:picMkLst>
        </pc:picChg>
      </pc:sldChg>
      <pc:sldChg chg="del">
        <pc:chgData name="Guilherme Micota Stipp" userId="7d8a6ee1e82349c3" providerId="LiveId" clId="{0E0A07DF-66C9-4717-9531-BA245A0BB15A}" dt="2021-08-27T14:35:32.669" v="3" actId="47"/>
        <pc:sldMkLst>
          <pc:docMk/>
          <pc:sldMk cId="2734755357" sldId="308"/>
        </pc:sldMkLst>
      </pc:sldChg>
      <pc:sldChg chg="addSp delSp modSp add mod">
        <pc:chgData name="Guilherme Micota Stipp" userId="7d8a6ee1e82349c3" providerId="LiveId" clId="{0E0A07DF-66C9-4717-9531-BA245A0BB15A}" dt="2021-08-27T15:05:27.889" v="180" actId="14100"/>
        <pc:sldMkLst>
          <pc:docMk/>
          <pc:sldMk cId="22130124" sldId="309"/>
        </pc:sldMkLst>
        <pc:spChg chg="mod">
          <ac:chgData name="Guilherme Micota Stipp" userId="7d8a6ee1e82349c3" providerId="LiveId" clId="{0E0A07DF-66C9-4717-9531-BA245A0BB15A}" dt="2021-08-27T14:46:45.385" v="159" actId="20577"/>
          <ac:spMkLst>
            <pc:docMk/>
            <pc:sldMk cId="22130124" sldId="309"/>
            <ac:spMk id="10" creationId="{0DC30F15-2778-418E-A2EF-BEAEC6F95C4E}"/>
          </ac:spMkLst>
        </pc:spChg>
        <pc:picChg chg="add del mod">
          <ac:chgData name="Guilherme Micota Stipp" userId="7d8a6ee1e82349c3" providerId="LiveId" clId="{0E0A07DF-66C9-4717-9531-BA245A0BB15A}" dt="2021-08-27T15:05:17.103" v="170" actId="478"/>
          <ac:picMkLst>
            <pc:docMk/>
            <pc:sldMk cId="22130124" sldId="309"/>
            <ac:picMk id="8" creationId="{B26E1B98-D763-47C3-8113-96E3194EC1DA}"/>
          </ac:picMkLst>
        </pc:picChg>
        <pc:picChg chg="del">
          <ac:chgData name="Guilherme Micota Stipp" userId="7d8a6ee1e82349c3" providerId="LiveId" clId="{0E0A07DF-66C9-4717-9531-BA245A0BB15A}" dt="2021-08-27T14:46:35.696" v="125" actId="478"/>
          <ac:picMkLst>
            <pc:docMk/>
            <pc:sldMk cId="22130124" sldId="309"/>
            <ac:picMk id="11" creationId="{060292FF-1B4E-4880-AE0D-8D789591B883}"/>
          </ac:picMkLst>
        </pc:picChg>
        <pc:picChg chg="add mod">
          <ac:chgData name="Guilherme Micota Stipp" userId="7d8a6ee1e82349c3" providerId="LiveId" clId="{0E0A07DF-66C9-4717-9531-BA245A0BB15A}" dt="2021-08-27T15:05:27.889" v="180" actId="14100"/>
          <ac:picMkLst>
            <pc:docMk/>
            <pc:sldMk cId="22130124" sldId="309"/>
            <ac:picMk id="13" creationId="{F002ADA2-2B13-4993-970B-A26ED9238291}"/>
          </ac:picMkLst>
        </pc:picChg>
      </pc:sldChg>
    </pc:docChg>
  </pc:docChgLst>
  <pc:docChgLst>
    <pc:chgData name="Guilherme Micota Stipp" userId="7d8a6ee1e82349c3" providerId="LiveId" clId="{0A752374-5FF0-4246-9CDE-8BF2D2922692}"/>
    <pc:docChg chg="undo custSel addSld delSld modSld sldOrd">
      <pc:chgData name="Guilherme Micota Stipp" userId="7d8a6ee1e82349c3" providerId="LiveId" clId="{0A752374-5FF0-4246-9CDE-8BF2D2922692}" dt="2021-12-20T16:24:47.408" v="541" actId="14100"/>
      <pc:docMkLst>
        <pc:docMk/>
      </pc:docMkLst>
      <pc:sldChg chg="addSp delSp modSp add del mod">
        <pc:chgData name="Guilherme Micota Stipp" userId="7d8a6ee1e82349c3" providerId="LiveId" clId="{0A752374-5FF0-4246-9CDE-8BF2D2922692}" dt="2021-12-20T16:20:57.152" v="532" actId="1037"/>
        <pc:sldMkLst>
          <pc:docMk/>
          <pc:sldMk cId="498397642" sldId="331"/>
        </pc:sldMkLst>
        <pc:picChg chg="add mod">
          <ac:chgData name="Guilherme Micota Stipp" userId="7d8a6ee1e82349c3" providerId="LiveId" clId="{0A752374-5FF0-4246-9CDE-8BF2D2922692}" dt="2021-12-20T16:20:22.338" v="496" actId="14100"/>
          <ac:picMkLst>
            <pc:docMk/>
            <pc:sldMk cId="498397642" sldId="331"/>
            <ac:picMk id="8" creationId="{518F341E-D618-41AC-89BE-9DFB542E57C7}"/>
          </ac:picMkLst>
        </pc:picChg>
        <pc:picChg chg="add del">
          <ac:chgData name="Guilherme Micota Stipp" userId="7d8a6ee1e82349c3" providerId="LiveId" clId="{0A752374-5FF0-4246-9CDE-8BF2D2922692}" dt="2021-12-20T11:32:55.329" v="420" actId="478"/>
          <ac:picMkLst>
            <pc:docMk/>
            <pc:sldMk cId="498397642" sldId="331"/>
            <ac:picMk id="8" creationId="{99B320A1-7EA9-4705-8F60-206B8764A827}"/>
          </ac:picMkLst>
        </pc:picChg>
        <pc:picChg chg="add mod">
          <ac:chgData name="Guilherme Micota Stipp" userId="7d8a6ee1e82349c3" providerId="LiveId" clId="{0A752374-5FF0-4246-9CDE-8BF2D2922692}" dt="2021-12-20T16:20:34.643" v="501" actId="1038"/>
          <ac:picMkLst>
            <pc:docMk/>
            <pc:sldMk cId="498397642" sldId="331"/>
            <ac:picMk id="12" creationId="{4AB2C7C9-C398-463E-8E40-64076C837401}"/>
          </ac:picMkLst>
        </pc:picChg>
        <pc:picChg chg="del">
          <ac:chgData name="Guilherme Micota Stipp" userId="7d8a6ee1e82349c3" providerId="LiveId" clId="{0A752374-5FF0-4246-9CDE-8BF2D2922692}" dt="2021-12-20T11:32:55.748" v="421" actId="478"/>
          <ac:picMkLst>
            <pc:docMk/>
            <pc:sldMk cId="498397642" sldId="331"/>
            <ac:picMk id="12" creationId="{B794AD24-5090-4E7B-8781-AC150D163BA1}"/>
          </ac:picMkLst>
        </pc:picChg>
        <pc:picChg chg="add mod">
          <ac:chgData name="Guilherme Micota Stipp" userId="7d8a6ee1e82349c3" providerId="LiveId" clId="{0A752374-5FF0-4246-9CDE-8BF2D2922692}" dt="2021-12-20T16:20:57.152" v="532" actId="1037"/>
          <ac:picMkLst>
            <pc:docMk/>
            <pc:sldMk cId="498397642" sldId="331"/>
            <ac:picMk id="14" creationId="{48E2CB6E-5B66-4585-A301-C6210CDAC981}"/>
          </ac:picMkLst>
        </pc:picChg>
      </pc:sldChg>
      <pc:sldChg chg="add del">
        <pc:chgData name="Guilherme Micota Stipp" userId="7d8a6ee1e82349c3" providerId="LiveId" clId="{0A752374-5FF0-4246-9CDE-8BF2D2922692}" dt="2021-12-19T18:48:58.062" v="4" actId="47"/>
        <pc:sldMkLst>
          <pc:docMk/>
          <pc:sldMk cId="3535575626" sldId="355"/>
        </pc:sldMkLst>
      </pc:sldChg>
      <pc:sldChg chg="del">
        <pc:chgData name="Guilherme Micota Stipp" userId="7d8a6ee1e82349c3" providerId="LiveId" clId="{0A752374-5FF0-4246-9CDE-8BF2D2922692}" dt="2021-12-19T18:48:59.600" v="6" actId="47"/>
        <pc:sldMkLst>
          <pc:docMk/>
          <pc:sldMk cId="3422678684" sldId="356"/>
        </pc:sldMkLst>
      </pc:sldChg>
      <pc:sldChg chg="del">
        <pc:chgData name="Guilherme Micota Stipp" userId="7d8a6ee1e82349c3" providerId="LiveId" clId="{0A752374-5FF0-4246-9CDE-8BF2D2922692}" dt="2021-12-19T18:49:00.796" v="8" actId="47"/>
        <pc:sldMkLst>
          <pc:docMk/>
          <pc:sldMk cId="2844299126" sldId="357"/>
        </pc:sldMkLst>
      </pc:sldChg>
      <pc:sldChg chg="del">
        <pc:chgData name="Guilherme Micota Stipp" userId="7d8a6ee1e82349c3" providerId="LiveId" clId="{0A752374-5FF0-4246-9CDE-8BF2D2922692}" dt="2021-12-19T18:49:02.443" v="11" actId="47"/>
        <pc:sldMkLst>
          <pc:docMk/>
          <pc:sldMk cId="2798714657" sldId="358"/>
        </pc:sldMkLst>
      </pc:sldChg>
      <pc:sldChg chg="addSp delSp modSp add del mod">
        <pc:chgData name="Guilherme Micota Stipp" userId="7d8a6ee1e82349c3" providerId="LiveId" clId="{0A752374-5FF0-4246-9CDE-8BF2D2922692}" dt="2021-12-19T18:55:25.132" v="99" actId="14100"/>
        <pc:sldMkLst>
          <pc:docMk/>
          <pc:sldMk cId="2303623379" sldId="359"/>
        </pc:sldMkLst>
        <pc:spChg chg="mod">
          <ac:chgData name="Guilherme Micota Stipp" userId="7d8a6ee1e82349c3" providerId="LiveId" clId="{0A752374-5FF0-4246-9CDE-8BF2D2922692}" dt="2021-12-19T18:50:03.514" v="79" actId="20577"/>
          <ac:spMkLst>
            <pc:docMk/>
            <pc:sldMk cId="2303623379" sldId="359"/>
            <ac:spMk id="10" creationId="{0DC30F15-2778-418E-A2EF-BEAEC6F95C4E}"/>
          </ac:spMkLst>
        </pc:spChg>
        <pc:picChg chg="add del mod">
          <ac:chgData name="Guilherme Micota Stipp" userId="7d8a6ee1e82349c3" providerId="LiveId" clId="{0A752374-5FF0-4246-9CDE-8BF2D2922692}" dt="2021-12-19T18:55:15.766" v="90" actId="478"/>
          <ac:picMkLst>
            <pc:docMk/>
            <pc:sldMk cId="2303623379" sldId="359"/>
            <ac:picMk id="8" creationId="{2C1D2D80-E540-4DA7-9B41-598C19E6C8DD}"/>
          </ac:picMkLst>
        </pc:picChg>
        <pc:picChg chg="add mod">
          <ac:chgData name="Guilherme Micota Stipp" userId="7d8a6ee1e82349c3" providerId="LiveId" clId="{0A752374-5FF0-4246-9CDE-8BF2D2922692}" dt="2021-12-19T18:55:25.132" v="99" actId="14100"/>
          <ac:picMkLst>
            <pc:docMk/>
            <pc:sldMk cId="2303623379" sldId="359"/>
            <ac:picMk id="12" creationId="{F82C1D58-998B-465F-80D9-9173E9730D78}"/>
          </ac:picMkLst>
        </pc:picChg>
        <pc:picChg chg="del mod">
          <ac:chgData name="Guilherme Micota Stipp" userId="7d8a6ee1e82349c3" providerId="LiveId" clId="{0A752374-5FF0-4246-9CDE-8BF2D2922692}" dt="2021-12-19T18:49:58.450" v="69" actId="478"/>
          <ac:picMkLst>
            <pc:docMk/>
            <pc:sldMk cId="2303623379" sldId="359"/>
            <ac:picMk id="15" creationId="{93F11076-24A3-4DE2-A346-B6003DFF2692}"/>
          </ac:picMkLst>
        </pc:picChg>
      </pc:sldChg>
      <pc:sldChg chg="del">
        <pc:chgData name="Guilherme Micota Stipp" userId="7d8a6ee1e82349c3" providerId="LiveId" clId="{0A752374-5FF0-4246-9CDE-8BF2D2922692}" dt="2021-12-19T18:49:01.387" v="9" actId="47"/>
        <pc:sldMkLst>
          <pc:docMk/>
          <pc:sldMk cId="3699925162" sldId="360"/>
        </pc:sldMkLst>
      </pc:sldChg>
      <pc:sldChg chg="del">
        <pc:chgData name="Guilherme Micota Stipp" userId="7d8a6ee1e82349c3" providerId="LiveId" clId="{0A752374-5FF0-4246-9CDE-8BF2D2922692}" dt="2021-12-19T18:49:00.247" v="7" actId="47"/>
        <pc:sldMkLst>
          <pc:docMk/>
          <pc:sldMk cId="2488373401" sldId="361"/>
        </pc:sldMkLst>
      </pc:sldChg>
      <pc:sldChg chg="del">
        <pc:chgData name="Guilherme Micota Stipp" userId="7d8a6ee1e82349c3" providerId="LiveId" clId="{0A752374-5FF0-4246-9CDE-8BF2D2922692}" dt="2021-12-19T18:49:01.897" v="10" actId="47"/>
        <pc:sldMkLst>
          <pc:docMk/>
          <pc:sldMk cId="3636613820" sldId="362"/>
        </pc:sldMkLst>
      </pc:sldChg>
      <pc:sldChg chg="add del ord">
        <pc:chgData name="Guilherme Micota Stipp" userId="7d8a6ee1e82349c3" providerId="LiveId" clId="{0A752374-5FF0-4246-9CDE-8BF2D2922692}" dt="2021-12-20T01:15:44.793" v="346" actId="47"/>
        <pc:sldMkLst>
          <pc:docMk/>
          <pc:sldMk cId="4097677237" sldId="363"/>
        </pc:sldMkLst>
      </pc:sldChg>
      <pc:sldChg chg="addSp delSp modSp add mod ord">
        <pc:chgData name="Guilherme Micota Stipp" userId="7d8a6ee1e82349c3" providerId="LiveId" clId="{0A752374-5FF0-4246-9CDE-8BF2D2922692}" dt="2021-12-20T01:25:18.244" v="360"/>
        <pc:sldMkLst>
          <pc:docMk/>
          <pc:sldMk cId="2464364083" sldId="364"/>
        </pc:sldMkLst>
        <pc:spChg chg="mod">
          <ac:chgData name="Guilherme Micota Stipp" userId="7d8a6ee1e82349c3" providerId="LiveId" clId="{0A752374-5FF0-4246-9CDE-8BF2D2922692}" dt="2021-12-19T23:52:01.894" v="129" actId="20577"/>
          <ac:spMkLst>
            <pc:docMk/>
            <pc:sldMk cId="2464364083" sldId="364"/>
            <ac:spMk id="10" creationId="{0DC30F15-2778-418E-A2EF-BEAEC6F95C4E}"/>
          </ac:spMkLst>
        </pc:spChg>
        <pc:picChg chg="add del mod">
          <ac:chgData name="Guilherme Micota Stipp" userId="7d8a6ee1e82349c3" providerId="LiveId" clId="{0A752374-5FF0-4246-9CDE-8BF2D2922692}" dt="2021-12-19T23:52:06.958" v="136" actId="478"/>
          <ac:picMkLst>
            <pc:docMk/>
            <pc:sldMk cId="2464364083" sldId="364"/>
            <ac:picMk id="8" creationId="{CD7D618F-40DB-46CE-BCFE-D3C7AD912716}"/>
          </ac:picMkLst>
        </pc:picChg>
        <pc:picChg chg="del">
          <ac:chgData name="Guilherme Micota Stipp" userId="7d8a6ee1e82349c3" providerId="LiveId" clId="{0A752374-5FF0-4246-9CDE-8BF2D2922692}" dt="2021-12-19T22:21:28.552" v="105" actId="478"/>
          <ac:picMkLst>
            <pc:docMk/>
            <pc:sldMk cId="2464364083" sldId="364"/>
            <ac:picMk id="12" creationId="{F82C1D58-998B-465F-80D9-9173E9730D78}"/>
          </ac:picMkLst>
        </pc:picChg>
        <pc:picChg chg="add del mod">
          <ac:chgData name="Guilherme Micota Stipp" userId="7d8a6ee1e82349c3" providerId="LiveId" clId="{0A752374-5FF0-4246-9CDE-8BF2D2922692}" dt="2021-12-19T23:52:05.657" v="135" actId="478"/>
          <ac:picMkLst>
            <pc:docMk/>
            <pc:sldMk cId="2464364083" sldId="364"/>
            <ac:picMk id="13" creationId="{C0BC6B16-2D3D-4559-97A7-D27608F03D02}"/>
          </ac:picMkLst>
        </pc:picChg>
        <pc:picChg chg="add del mod">
          <ac:chgData name="Guilherme Micota Stipp" userId="7d8a6ee1e82349c3" providerId="LiveId" clId="{0A752374-5FF0-4246-9CDE-8BF2D2922692}" dt="2021-12-20T01:24:20.965" v="348" actId="478"/>
          <ac:picMkLst>
            <pc:docMk/>
            <pc:sldMk cId="2464364083" sldId="364"/>
            <ac:picMk id="15" creationId="{44299CDE-1840-4DAE-BB99-B556FE4A36D5}"/>
          </ac:picMkLst>
        </pc:picChg>
        <pc:picChg chg="add del mod">
          <ac:chgData name="Guilherme Micota Stipp" userId="7d8a6ee1e82349c3" providerId="LiveId" clId="{0A752374-5FF0-4246-9CDE-8BF2D2922692}" dt="2021-12-20T01:24:19.174" v="347" actId="478"/>
          <ac:picMkLst>
            <pc:docMk/>
            <pc:sldMk cId="2464364083" sldId="364"/>
            <ac:picMk id="17" creationId="{37C0B329-C8CE-414F-A319-09D9B670CECA}"/>
          </ac:picMkLst>
        </pc:picChg>
        <pc:picChg chg="add mod">
          <ac:chgData name="Guilherme Micota Stipp" userId="7d8a6ee1e82349c3" providerId="LiveId" clId="{0A752374-5FF0-4246-9CDE-8BF2D2922692}" dt="2021-12-20T01:24:33.277" v="358" actId="14100"/>
          <ac:picMkLst>
            <pc:docMk/>
            <pc:sldMk cId="2464364083" sldId="364"/>
            <ac:picMk id="19" creationId="{FDEBF638-0217-4593-A257-93CFF18F7934}"/>
          </ac:picMkLst>
        </pc:picChg>
      </pc:sldChg>
      <pc:sldChg chg="add del">
        <pc:chgData name="Guilherme Micota Stipp" userId="7d8a6ee1e82349c3" providerId="LiveId" clId="{0A752374-5FF0-4246-9CDE-8BF2D2922692}" dt="2021-12-19T18:48:58.899" v="5" actId="47"/>
        <pc:sldMkLst>
          <pc:docMk/>
          <pc:sldMk cId="2812180357" sldId="364"/>
        </pc:sldMkLst>
      </pc:sldChg>
      <pc:sldChg chg="addSp delSp modSp add mod">
        <pc:chgData name="Guilherme Micota Stipp" userId="7d8a6ee1e82349c3" providerId="LiveId" clId="{0A752374-5FF0-4246-9CDE-8BF2D2922692}" dt="2021-12-20T00:55:21.776" v="291" actId="14100"/>
        <pc:sldMkLst>
          <pc:docMk/>
          <pc:sldMk cId="425884988" sldId="365"/>
        </pc:sldMkLst>
        <pc:spChg chg="mod">
          <ac:chgData name="Guilherme Micota Stipp" userId="7d8a6ee1e82349c3" providerId="LiveId" clId="{0A752374-5FF0-4246-9CDE-8BF2D2922692}" dt="2021-12-19T23:54:20.523" v="182" actId="20577"/>
          <ac:spMkLst>
            <pc:docMk/>
            <pc:sldMk cId="425884988" sldId="365"/>
            <ac:spMk id="10" creationId="{0DC30F15-2778-418E-A2EF-BEAEC6F95C4E}"/>
          </ac:spMkLst>
        </pc:spChg>
        <pc:picChg chg="add del mod">
          <ac:chgData name="Guilherme Micota Stipp" userId="7d8a6ee1e82349c3" providerId="LiveId" clId="{0A752374-5FF0-4246-9CDE-8BF2D2922692}" dt="2021-12-20T00:41:29.108" v="204" actId="478"/>
          <ac:picMkLst>
            <pc:docMk/>
            <pc:sldMk cId="425884988" sldId="365"/>
            <ac:picMk id="8" creationId="{C28CD874-2AE4-4475-812A-6CE6FE944349}"/>
          </ac:picMkLst>
        </pc:picChg>
        <pc:picChg chg="del">
          <ac:chgData name="Guilherme Micota Stipp" userId="7d8a6ee1e82349c3" providerId="LiveId" clId="{0A752374-5FF0-4246-9CDE-8BF2D2922692}" dt="2021-12-19T23:54:12.577" v="171" actId="478"/>
          <ac:picMkLst>
            <pc:docMk/>
            <pc:sldMk cId="425884988" sldId="365"/>
            <ac:picMk id="12" creationId="{F82C1D58-998B-465F-80D9-9173E9730D78}"/>
          </ac:picMkLst>
        </pc:picChg>
        <pc:picChg chg="add del mod">
          <ac:chgData name="Guilherme Micota Stipp" userId="7d8a6ee1e82349c3" providerId="LiveId" clId="{0A752374-5FF0-4246-9CDE-8BF2D2922692}" dt="2021-12-20T00:43:25.019" v="217" actId="478"/>
          <ac:picMkLst>
            <pc:docMk/>
            <pc:sldMk cId="425884988" sldId="365"/>
            <ac:picMk id="13" creationId="{389DABD5-FC0F-4102-ADC2-6C3467947081}"/>
          </ac:picMkLst>
        </pc:picChg>
        <pc:picChg chg="add del mod">
          <ac:chgData name="Guilherme Micota Stipp" userId="7d8a6ee1e82349c3" providerId="LiveId" clId="{0A752374-5FF0-4246-9CDE-8BF2D2922692}" dt="2021-12-20T00:54:14.719" v="251" actId="478"/>
          <ac:picMkLst>
            <pc:docMk/>
            <pc:sldMk cId="425884988" sldId="365"/>
            <ac:picMk id="15" creationId="{1AC79CB9-0141-4410-84E4-ED52EDA0C822}"/>
          </ac:picMkLst>
        </pc:picChg>
        <pc:picChg chg="add del mod">
          <ac:chgData name="Guilherme Micota Stipp" userId="7d8a6ee1e82349c3" providerId="LiveId" clId="{0A752374-5FF0-4246-9CDE-8BF2D2922692}" dt="2021-12-20T00:54:57.118" v="270" actId="478"/>
          <ac:picMkLst>
            <pc:docMk/>
            <pc:sldMk cId="425884988" sldId="365"/>
            <ac:picMk id="17" creationId="{CB88CE60-B502-4AA9-8E06-99C98D1E83E0}"/>
          </ac:picMkLst>
        </pc:picChg>
        <pc:picChg chg="add mod">
          <ac:chgData name="Guilherme Micota Stipp" userId="7d8a6ee1e82349c3" providerId="LiveId" clId="{0A752374-5FF0-4246-9CDE-8BF2D2922692}" dt="2021-12-20T00:55:21.776" v="291" actId="14100"/>
          <ac:picMkLst>
            <pc:docMk/>
            <pc:sldMk cId="425884988" sldId="365"/>
            <ac:picMk id="19" creationId="{A72D036A-2C01-4202-834D-EF16D3E84DC1}"/>
          </ac:picMkLst>
        </pc:picChg>
      </pc:sldChg>
      <pc:sldChg chg="add">
        <pc:chgData name="Guilherme Micota Stipp" userId="7d8a6ee1e82349c3" providerId="LiveId" clId="{0A752374-5FF0-4246-9CDE-8BF2D2922692}" dt="2021-12-20T00:41:25.574" v="203" actId="2890"/>
        <pc:sldMkLst>
          <pc:docMk/>
          <pc:sldMk cId="355139325" sldId="366"/>
        </pc:sldMkLst>
      </pc:sldChg>
      <pc:sldChg chg="addSp delSp modSp add mod">
        <pc:chgData name="Guilherme Micota Stipp" userId="7d8a6ee1e82349c3" providerId="LiveId" clId="{0A752374-5FF0-4246-9CDE-8BF2D2922692}" dt="2021-12-20T00:54:05" v="245" actId="14100"/>
        <pc:sldMkLst>
          <pc:docMk/>
          <pc:sldMk cId="3039734873" sldId="367"/>
        </pc:sldMkLst>
        <pc:picChg chg="add mod">
          <ac:chgData name="Guilherme Micota Stipp" userId="7d8a6ee1e82349c3" providerId="LiveId" clId="{0A752374-5FF0-4246-9CDE-8BF2D2922692}" dt="2021-12-20T00:54:05" v="245" actId="14100"/>
          <ac:picMkLst>
            <pc:docMk/>
            <pc:sldMk cId="3039734873" sldId="367"/>
            <ac:picMk id="8" creationId="{52AABBCF-9862-439A-8920-C06D74A1B9E2}"/>
          </ac:picMkLst>
        </pc:picChg>
        <pc:picChg chg="del">
          <ac:chgData name="Guilherme Micota Stipp" userId="7d8a6ee1e82349c3" providerId="LiveId" clId="{0A752374-5FF0-4246-9CDE-8BF2D2922692}" dt="2021-12-20T00:53:55.728" v="218" actId="478"/>
          <ac:picMkLst>
            <pc:docMk/>
            <pc:sldMk cId="3039734873" sldId="367"/>
            <ac:picMk id="13" creationId="{389DABD5-FC0F-4102-ADC2-6C3467947081}"/>
          </ac:picMkLst>
        </pc:picChg>
      </pc:sldChg>
      <pc:sldChg chg="addSp delSp modSp add mod">
        <pc:chgData name="Guilherme Micota Stipp" userId="7d8a6ee1e82349c3" providerId="LiveId" clId="{0A752374-5FF0-4246-9CDE-8BF2D2922692}" dt="2021-12-20T16:24:47.408" v="541" actId="14100"/>
        <pc:sldMkLst>
          <pc:docMk/>
          <pc:sldMk cId="3900721849" sldId="368"/>
        </pc:sldMkLst>
        <pc:spChg chg="mod">
          <ac:chgData name="Guilherme Micota Stipp" userId="7d8a6ee1e82349c3" providerId="LiveId" clId="{0A752374-5FF0-4246-9CDE-8BF2D2922692}" dt="2021-12-20T01:15:37.912" v="343" actId="20577"/>
          <ac:spMkLst>
            <pc:docMk/>
            <pc:sldMk cId="3900721849" sldId="368"/>
            <ac:spMk id="10" creationId="{0DC30F15-2778-418E-A2EF-BEAEC6F95C4E}"/>
          </ac:spMkLst>
        </pc:spChg>
        <pc:picChg chg="del">
          <ac:chgData name="Guilherme Micota Stipp" userId="7d8a6ee1e82349c3" providerId="LiveId" clId="{0A752374-5FF0-4246-9CDE-8BF2D2922692}" dt="2021-12-20T01:00:42.412" v="293" actId="478"/>
          <ac:picMkLst>
            <pc:docMk/>
            <pc:sldMk cId="3900721849" sldId="368"/>
            <ac:picMk id="8" creationId="{4AF967E5-104A-4C2D-878F-2523E9E329DD}"/>
          </ac:picMkLst>
        </pc:picChg>
        <pc:picChg chg="add mod">
          <ac:chgData name="Guilherme Micota Stipp" userId="7d8a6ee1e82349c3" providerId="LiveId" clId="{0A752374-5FF0-4246-9CDE-8BF2D2922692}" dt="2021-12-20T16:24:47.408" v="541" actId="14100"/>
          <ac:picMkLst>
            <pc:docMk/>
            <pc:sldMk cId="3900721849" sldId="368"/>
            <ac:picMk id="8" creationId="{9A871AF3-778E-49CB-9427-C69B87CCBE77}"/>
          </ac:picMkLst>
        </pc:picChg>
      </pc:sldChg>
      <pc:sldChg chg="addSp delSp modSp add mod">
        <pc:chgData name="Guilherme Micota Stipp" userId="7d8a6ee1e82349c3" providerId="LiveId" clId="{0A752374-5FF0-4246-9CDE-8BF2D2922692}" dt="2021-12-20T11:32:33.293" v="409" actId="14100"/>
        <pc:sldMkLst>
          <pc:docMk/>
          <pc:sldMk cId="4167660124" sldId="369"/>
        </pc:sldMkLst>
        <pc:spChg chg="mod">
          <ac:chgData name="Guilherme Micota Stipp" userId="7d8a6ee1e82349c3" providerId="LiveId" clId="{0A752374-5FF0-4246-9CDE-8BF2D2922692}" dt="2021-12-20T11:32:19.683" v="398" actId="20577"/>
          <ac:spMkLst>
            <pc:docMk/>
            <pc:sldMk cId="4167660124" sldId="369"/>
            <ac:spMk id="10" creationId="{0DC30F15-2778-418E-A2EF-BEAEC6F95C4E}"/>
          </ac:spMkLst>
        </pc:spChg>
        <pc:picChg chg="del">
          <ac:chgData name="Guilherme Micota Stipp" userId="7d8a6ee1e82349c3" providerId="LiveId" clId="{0A752374-5FF0-4246-9CDE-8BF2D2922692}" dt="2021-12-20T11:32:21.130" v="399" actId="478"/>
          <ac:picMkLst>
            <pc:docMk/>
            <pc:sldMk cId="4167660124" sldId="369"/>
            <ac:picMk id="8" creationId="{C28CD874-2AE4-4475-812A-6CE6FE944349}"/>
          </ac:picMkLst>
        </pc:picChg>
        <pc:picChg chg="add mod">
          <ac:chgData name="Guilherme Micota Stipp" userId="7d8a6ee1e82349c3" providerId="LiveId" clId="{0A752374-5FF0-4246-9CDE-8BF2D2922692}" dt="2021-12-20T11:32:33.293" v="409" actId="14100"/>
          <ac:picMkLst>
            <pc:docMk/>
            <pc:sldMk cId="4167660124" sldId="369"/>
            <ac:picMk id="11" creationId="{338FE61F-27FC-4D47-BA50-DBA1FC4EC14E}"/>
          </ac:picMkLst>
        </pc:picChg>
      </pc:sldChg>
      <pc:sldChg chg="addSp delSp modSp add mod">
        <pc:chgData name="Guilherme Micota Stipp" userId="7d8a6ee1e82349c3" providerId="LiveId" clId="{0A752374-5FF0-4246-9CDE-8BF2D2922692}" dt="2021-12-20T11:32:46.071" v="419" actId="14100"/>
        <pc:sldMkLst>
          <pc:docMk/>
          <pc:sldMk cId="2968589190" sldId="370"/>
        </pc:sldMkLst>
        <pc:picChg chg="add mod">
          <ac:chgData name="Guilherme Micota Stipp" userId="7d8a6ee1e82349c3" providerId="LiveId" clId="{0A752374-5FF0-4246-9CDE-8BF2D2922692}" dt="2021-12-20T11:32:46.071" v="419" actId="14100"/>
          <ac:picMkLst>
            <pc:docMk/>
            <pc:sldMk cId="2968589190" sldId="370"/>
            <ac:picMk id="8" creationId="{2569FB8C-7417-428D-8BF9-7122E8911F7E}"/>
          </ac:picMkLst>
        </pc:picChg>
        <pc:picChg chg="del">
          <ac:chgData name="Guilherme Micota Stipp" userId="7d8a6ee1e82349c3" providerId="LiveId" clId="{0A752374-5FF0-4246-9CDE-8BF2D2922692}" dt="2021-12-20T11:32:36.106" v="411" actId="478"/>
          <ac:picMkLst>
            <pc:docMk/>
            <pc:sldMk cId="2968589190" sldId="370"/>
            <ac:picMk id="11" creationId="{338FE61F-27FC-4D47-BA50-DBA1FC4EC14E}"/>
          </ac:picMkLst>
        </pc:picChg>
      </pc:sldChg>
    </pc:docChg>
  </pc:docChgLst>
  <pc:docChgLst>
    <pc:chgData name="Guilherme Micota Stipp" userId="7d8a6ee1e82349c3" providerId="LiveId" clId="{7140C168-0B5A-40E6-9446-CF1DC4B19548}"/>
    <pc:docChg chg="undo custSel addSld delSld modSld sldOrd">
      <pc:chgData name="Guilherme Micota Stipp" userId="7d8a6ee1e82349c3" providerId="LiveId" clId="{7140C168-0B5A-40E6-9446-CF1DC4B19548}" dt="2022-02-27T22:50:19.678" v="1394" actId="2890"/>
      <pc:docMkLst>
        <pc:docMk/>
      </pc:docMkLst>
      <pc:sldChg chg="modSp mod">
        <pc:chgData name="Guilherme Micota Stipp" userId="7d8a6ee1e82349c3" providerId="LiveId" clId="{7140C168-0B5A-40E6-9446-CF1DC4B19548}" dt="2022-02-22T13:16:52.573" v="1" actId="20577"/>
        <pc:sldMkLst>
          <pc:docMk/>
          <pc:sldMk cId="3178680452" sldId="256"/>
        </pc:sldMkLst>
        <pc:spChg chg="mod">
          <ac:chgData name="Guilherme Micota Stipp" userId="7d8a6ee1e82349c3" providerId="LiveId" clId="{7140C168-0B5A-40E6-9446-CF1DC4B19548}" dt="2022-02-22T13:16:52.573" v="1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7140C168-0B5A-40E6-9446-CF1DC4B19548}" dt="2022-02-27T22:49:58.733" v="1370" actId="20577"/>
        <pc:sldMkLst>
          <pc:docMk/>
          <pc:sldMk cId="4068793934" sldId="391"/>
        </pc:sldMkLst>
        <pc:spChg chg="mod">
          <ac:chgData name="Guilherme Micota Stipp" userId="7d8a6ee1e82349c3" providerId="LiveId" clId="{7140C168-0B5A-40E6-9446-CF1DC4B19548}" dt="2022-02-27T22:49:58.733" v="1370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7140C168-0B5A-40E6-9446-CF1DC4B19548}" dt="2022-02-22T13:16:59.883" v="8" actId="47"/>
        <pc:sldMkLst>
          <pc:docMk/>
          <pc:sldMk cId="961888503" sldId="393"/>
        </pc:sldMkLst>
      </pc:sldChg>
      <pc:sldChg chg="del">
        <pc:chgData name="Guilherme Micota Stipp" userId="7d8a6ee1e82349c3" providerId="LiveId" clId="{7140C168-0B5A-40E6-9446-CF1DC4B19548}" dt="2022-02-22T13:16:58.585" v="6" actId="47"/>
        <pc:sldMkLst>
          <pc:docMk/>
          <pc:sldMk cId="3708193429" sldId="394"/>
        </pc:sldMkLst>
      </pc:sldChg>
      <pc:sldChg chg="del">
        <pc:chgData name="Guilherme Micota Stipp" userId="7d8a6ee1e82349c3" providerId="LiveId" clId="{7140C168-0B5A-40E6-9446-CF1DC4B19548}" dt="2022-02-22T13:16:56.542" v="2" actId="47"/>
        <pc:sldMkLst>
          <pc:docMk/>
          <pc:sldMk cId="312470006" sldId="395"/>
        </pc:sldMkLst>
      </pc:sldChg>
      <pc:sldChg chg="del">
        <pc:chgData name="Guilherme Micota Stipp" userId="7d8a6ee1e82349c3" providerId="LiveId" clId="{7140C168-0B5A-40E6-9446-CF1DC4B19548}" dt="2022-02-22T13:16:56.974" v="3" actId="47"/>
        <pc:sldMkLst>
          <pc:docMk/>
          <pc:sldMk cId="1916886176" sldId="396"/>
        </pc:sldMkLst>
      </pc:sldChg>
      <pc:sldChg chg="del">
        <pc:chgData name="Guilherme Micota Stipp" userId="7d8a6ee1e82349c3" providerId="LiveId" clId="{7140C168-0B5A-40E6-9446-CF1DC4B19548}" dt="2022-02-22T13:16:57.294" v="4" actId="47"/>
        <pc:sldMkLst>
          <pc:docMk/>
          <pc:sldMk cId="1349606946" sldId="397"/>
        </pc:sldMkLst>
      </pc:sldChg>
      <pc:sldChg chg="del">
        <pc:chgData name="Guilherme Micota Stipp" userId="7d8a6ee1e82349c3" providerId="LiveId" clId="{7140C168-0B5A-40E6-9446-CF1DC4B19548}" dt="2022-02-22T13:16:59.062" v="7" actId="47"/>
        <pc:sldMkLst>
          <pc:docMk/>
          <pc:sldMk cId="1640118045" sldId="398"/>
        </pc:sldMkLst>
      </pc:sldChg>
      <pc:sldChg chg="addSp delSp modSp mod">
        <pc:chgData name="Guilherme Micota Stipp" userId="7d8a6ee1e82349c3" providerId="LiveId" clId="{7140C168-0B5A-40E6-9446-CF1DC4B19548}" dt="2022-02-27T22:50:17.588" v="1393" actId="20577"/>
        <pc:sldMkLst>
          <pc:docMk/>
          <pc:sldMk cId="236232426" sldId="399"/>
        </pc:sldMkLst>
        <pc:spChg chg="mod">
          <ac:chgData name="Guilherme Micota Stipp" userId="7d8a6ee1e82349c3" providerId="LiveId" clId="{7140C168-0B5A-40E6-9446-CF1DC4B19548}" dt="2022-02-27T22:50:17.588" v="1393" actId="20577"/>
          <ac:spMkLst>
            <pc:docMk/>
            <pc:sldMk cId="236232426" sldId="399"/>
            <ac:spMk id="10" creationId="{0DC30F15-2778-418E-A2EF-BEAEC6F95C4E}"/>
          </ac:spMkLst>
        </pc:spChg>
        <pc:picChg chg="del">
          <ac:chgData name="Guilherme Micota Stipp" userId="7d8a6ee1e82349c3" providerId="LiveId" clId="{7140C168-0B5A-40E6-9446-CF1DC4B19548}" dt="2022-02-22T13:17:06.067" v="11" actId="478"/>
          <ac:picMkLst>
            <pc:docMk/>
            <pc:sldMk cId="236232426" sldId="399"/>
            <ac:picMk id="8" creationId="{522E2ECB-1BF4-444A-9254-FC7F2851870C}"/>
          </ac:picMkLst>
        </pc:picChg>
        <pc:picChg chg="add del mod">
          <ac:chgData name="Guilherme Micota Stipp" userId="7d8a6ee1e82349c3" providerId="LiveId" clId="{7140C168-0B5A-40E6-9446-CF1DC4B19548}" dt="2022-02-23T13:15:52.827" v="577" actId="478"/>
          <ac:picMkLst>
            <pc:docMk/>
            <pc:sldMk cId="236232426" sldId="399"/>
            <ac:picMk id="8" creationId="{FC913AAC-60BD-4D3A-8696-2DDCF1883FA1}"/>
          </ac:picMkLst>
        </pc:picChg>
        <pc:picChg chg="add del mod">
          <ac:chgData name="Guilherme Micota Stipp" userId="7d8a6ee1e82349c3" providerId="LiveId" clId="{7140C168-0B5A-40E6-9446-CF1DC4B19548}" dt="2022-02-23T13:15:56.947" v="585" actId="478"/>
          <ac:picMkLst>
            <pc:docMk/>
            <pc:sldMk cId="236232426" sldId="399"/>
            <ac:picMk id="12" creationId="{103AEE07-D850-4803-A7F8-6A637D7CC31B}"/>
          </ac:picMkLst>
        </pc:picChg>
        <pc:picChg chg="add del mod">
          <ac:chgData name="Guilherme Micota Stipp" userId="7d8a6ee1e82349c3" providerId="LiveId" clId="{7140C168-0B5A-40E6-9446-CF1DC4B19548}" dt="2022-02-27T22:50:09.509" v="1372" actId="478"/>
          <ac:picMkLst>
            <pc:docMk/>
            <pc:sldMk cId="236232426" sldId="399"/>
            <ac:picMk id="14" creationId="{B8D6FB4C-7A8D-4CB0-A3BE-8B0DB208DC70}"/>
          </ac:picMkLst>
        </pc:picChg>
      </pc:sldChg>
      <pc:sldChg chg="del">
        <pc:chgData name="Guilherme Micota Stipp" userId="7d8a6ee1e82349c3" providerId="LiveId" clId="{7140C168-0B5A-40E6-9446-CF1DC4B19548}" dt="2022-02-22T13:17:01.871" v="9" actId="47"/>
        <pc:sldMkLst>
          <pc:docMk/>
          <pc:sldMk cId="963751770" sldId="400"/>
        </pc:sldMkLst>
      </pc:sldChg>
      <pc:sldChg chg="addSp delSp modSp add mod">
        <pc:chgData name="Guilherme Micota Stipp" userId="7d8a6ee1e82349c3" providerId="LiveId" clId="{7140C168-0B5A-40E6-9446-CF1DC4B19548}" dt="2022-02-23T13:57:56.676" v="744" actId="14100"/>
        <pc:sldMkLst>
          <pc:docMk/>
          <pc:sldMk cId="2953335727" sldId="400"/>
        </pc:sldMkLst>
        <pc:picChg chg="add del mod">
          <ac:chgData name="Guilherme Micota Stipp" userId="7d8a6ee1e82349c3" providerId="LiveId" clId="{7140C168-0B5A-40E6-9446-CF1DC4B19548}" dt="2022-02-23T13:56:43.862" v="666" actId="478"/>
          <ac:picMkLst>
            <pc:docMk/>
            <pc:sldMk cId="2953335727" sldId="400"/>
            <ac:picMk id="8" creationId="{DAB52730-4AE7-4AFA-BDDF-5D6F9E782D39}"/>
          </ac:picMkLst>
        </pc:picChg>
        <pc:picChg chg="add del mod">
          <ac:chgData name="Guilherme Micota Stipp" userId="7d8a6ee1e82349c3" providerId="LiveId" clId="{7140C168-0B5A-40E6-9446-CF1DC4B19548}" dt="2022-02-23T13:57:46.656" v="707" actId="478"/>
          <ac:picMkLst>
            <pc:docMk/>
            <pc:sldMk cId="2953335727" sldId="400"/>
            <ac:picMk id="11" creationId="{0EBBDD62-6AD8-4097-9C90-46AACA83FFE7}"/>
          </ac:picMkLst>
        </pc:picChg>
        <pc:picChg chg="add mod">
          <ac:chgData name="Guilherme Micota Stipp" userId="7d8a6ee1e82349c3" providerId="LiveId" clId="{7140C168-0B5A-40E6-9446-CF1DC4B19548}" dt="2022-02-23T13:57:56.676" v="744" actId="14100"/>
          <ac:picMkLst>
            <pc:docMk/>
            <pc:sldMk cId="2953335727" sldId="400"/>
            <ac:picMk id="13" creationId="{09A736EC-1107-483B-9400-3BA89AD28267}"/>
          </ac:picMkLst>
        </pc:picChg>
        <pc:picChg chg="del">
          <ac:chgData name="Guilherme Micota Stipp" userId="7d8a6ee1e82349c3" providerId="LiveId" clId="{7140C168-0B5A-40E6-9446-CF1DC4B19548}" dt="2022-02-23T13:16:42.133" v="623" actId="478"/>
          <ac:picMkLst>
            <pc:docMk/>
            <pc:sldMk cId="2953335727" sldId="400"/>
            <ac:picMk id="14" creationId="{B8D6FB4C-7A8D-4CB0-A3BE-8B0DB208DC70}"/>
          </ac:picMkLst>
        </pc:picChg>
      </pc:sldChg>
      <pc:sldChg chg="del">
        <pc:chgData name="Guilherme Micota Stipp" userId="7d8a6ee1e82349c3" providerId="LiveId" clId="{7140C168-0B5A-40E6-9446-CF1DC4B19548}" dt="2022-02-22T13:17:03.229" v="10" actId="47"/>
        <pc:sldMkLst>
          <pc:docMk/>
          <pc:sldMk cId="1221778533" sldId="401"/>
        </pc:sldMkLst>
      </pc:sldChg>
      <pc:sldChg chg="addSp delSp modSp add mod ord">
        <pc:chgData name="Guilherme Micota Stipp" userId="7d8a6ee1e82349c3" providerId="LiveId" clId="{7140C168-0B5A-40E6-9446-CF1DC4B19548}" dt="2022-02-24T02:02:23.258" v="1266"/>
        <pc:sldMkLst>
          <pc:docMk/>
          <pc:sldMk cId="1377187411" sldId="401"/>
        </pc:sldMkLst>
        <pc:spChg chg="mod">
          <ac:chgData name="Guilherme Micota Stipp" userId="7d8a6ee1e82349c3" providerId="LiveId" clId="{7140C168-0B5A-40E6-9446-CF1DC4B19548}" dt="2022-02-23T15:07:23.441" v="793" actId="20577"/>
          <ac:spMkLst>
            <pc:docMk/>
            <pc:sldMk cId="1377187411" sldId="401"/>
            <ac:spMk id="10" creationId="{0DC30F15-2778-418E-A2EF-BEAEC6F95C4E}"/>
          </ac:spMkLst>
        </pc:spChg>
        <pc:picChg chg="add mod">
          <ac:chgData name="Guilherme Micota Stipp" userId="7d8a6ee1e82349c3" providerId="LiveId" clId="{7140C168-0B5A-40E6-9446-CF1DC4B19548}" dt="2022-02-23T15:07:33.136" v="829" actId="14100"/>
          <ac:picMkLst>
            <pc:docMk/>
            <pc:sldMk cId="1377187411" sldId="401"/>
            <ac:picMk id="8" creationId="{67BD5C12-31F2-47F5-8BC4-92315CA2634B}"/>
          </ac:picMkLst>
        </pc:picChg>
        <pc:picChg chg="del">
          <ac:chgData name="Guilherme Micota Stipp" userId="7d8a6ee1e82349c3" providerId="LiveId" clId="{7140C168-0B5A-40E6-9446-CF1DC4B19548}" dt="2022-02-23T15:07:14.374" v="761" actId="478"/>
          <ac:picMkLst>
            <pc:docMk/>
            <pc:sldMk cId="1377187411" sldId="401"/>
            <ac:picMk id="13" creationId="{09A736EC-1107-483B-9400-3BA89AD28267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23.258" v="1266"/>
        <pc:sldMkLst>
          <pc:docMk/>
          <pc:sldMk cId="213482182" sldId="402"/>
        </pc:sldMkLst>
        <pc:picChg chg="del">
          <ac:chgData name="Guilherme Micota Stipp" userId="7d8a6ee1e82349c3" providerId="LiveId" clId="{7140C168-0B5A-40E6-9446-CF1DC4B19548}" dt="2022-02-23T15:10:17.202" v="831" actId="478"/>
          <ac:picMkLst>
            <pc:docMk/>
            <pc:sldMk cId="213482182" sldId="402"/>
            <ac:picMk id="8" creationId="{67BD5C12-31F2-47F5-8BC4-92315CA2634B}"/>
          </ac:picMkLst>
        </pc:picChg>
        <pc:picChg chg="add mod">
          <ac:chgData name="Guilherme Micota Stipp" userId="7d8a6ee1e82349c3" providerId="LiveId" clId="{7140C168-0B5A-40E6-9446-CF1DC4B19548}" dt="2022-02-23T15:14:15.653" v="873" actId="14100"/>
          <ac:picMkLst>
            <pc:docMk/>
            <pc:sldMk cId="213482182" sldId="402"/>
            <ac:picMk id="11" creationId="{15E453C0-0350-4EF6-B7AB-C689CC260758}"/>
          </ac:picMkLst>
        </pc:picChg>
      </pc:sldChg>
      <pc:sldChg chg="del">
        <pc:chgData name="Guilherme Micota Stipp" userId="7d8a6ee1e82349c3" providerId="LiveId" clId="{7140C168-0B5A-40E6-9446-CF1DC4B19548}" dt="2022-02-22T13:16:57.621" v="5" actId="47"/>
        <pc:sldMkLst>
          <pc:docMk/>
          <pc:sldMk cId="3685065780" sldId="402"/>
        </pc:sldMkLst>
      </pc:sldChg>
      <pc:sldChg chg="add del">
        <pc:chgData name="Guilherme Micota Stipp" userId="7d8a6ee1e82349c3" providerId="LiveId" clId="{7140C168-0B5A-40E6-9446-CF1DC4B19548}" dt="2022-02-23T15:15:10.408" v="898" actId="2890"/>
        <pc:sldMkLst>
          <pc:docMk/>
          <pc:sldMk cId="756276040" sldId="403"/>
        </pc:sldMkLst>
      </pc:sldChg>
      <pc:sldChg chg="addSp delSp modSp add mod ord">
        <pc:chgData name="Guilherme Micota Stipp" userId="7d8a6ee1e82349c3" providerId="LiveId" clId="{7140C168-0B5A-40E6-9446-CF1DC4B19548}" dt="2022-02-24T02:02:28.558" v="1268"/>
        <pc:sldMkLst>
          <pc:docMk/>
          <pc:sldMk cId="2055683902" sldId="403"/>
        </pc:sldMkLst>
        <pc:picChg chg="add del mod">
          <ac:chgData name="Guilherme Micota Stipp" userId="7d8a6ee1e82349c3" providerId="LiveId" clId="{7140C168-0B5A-40E6-9446-CF1DC4B19548}" dt="2022-02-23T19:12:38.161" v="980" actId="478"/>
          <ac:picMkLst>
            <pc:docMk/>
            <pc:sldMk cId="2055683902" sldId="403"/>
            <ac:picMk id="8" creationId="{D429144B-A5FB-4036-8716-7EBEEC0663D1}"/>
          </ac:picMkLst>
        </pc:picChg>
        <pc:picChg chg="del">
          <ac:chgData name="Guilherme Micota Stipp" userId="7d8a6ee1e82349c3" providerId="LiveId" clId="{7140C168-0B5A-40E6-9446-CF1DC4B19548}" dt="2022-02-23T15:15:29.404" v="938" actId="478"/>
          <ac:picMkLst>
            <pc:docMk/>
            <pc:sldMk cId="2055683902" sldId="403"/>
            <ac:picMk id="11" creationId="{15E453C0-0350-4EF6-B7AB-C689CC260758}"/>
          </ac:picMkLst>
        </pc:picChg>
        <pc:picChg chg="add mod">
          <ac:chgData name="Guilherme Micota Stipp" userId="7d8a6ee1e82349c3" providerId="LiveId" clId="{7140C168-0B5A-40E6-9446-CF1DC4B19548}" dt="2022-02-23T19:12:47.226" v="1020" actId="14100"/>
          <ac:picMkLst>
            <pc:docMk/>
            <pc:sldMk cId="2055683902" sldId="403"/>
            <ac:picMk id="11" creationId="{4E9BBE56-8AE0-48E4-827A-0FCAD141A677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15.049" v="1264"/>
        <pc:sldMkLst>
          <pc:docMk/>
          <pc:sldMk cId="419424506" sldId="404"/>
        </pc:sldMkLst>
        <pc:spChg chg="mod">
          <ac:chgData name="Guilherme Micota Stipp" userId="7d8a6ee1e82349c3" providerId="LiveId" clId="{7140C168-0B5A-40E6-9446-CF1DC4B19548}" dt="2022-02-24T01:13:48.998" v="1067" actId="20577"/>
          <ac:spMkLst>
            <pc:docMk/>
            <pc:sldMk cId="419424506" sldId="404"/>
            <ac:spMk id="10" creationId="{0DC30F15-2778-418E-A2EF-BEAEC6F95C4E}"/>
          </ac:spMkLst>
        </pc:spChg>
        <pc:picChg chg="add del mod">
          <ac:chgData name="Guilherme Micota Stipp" userId="7d8a6ee1e82349c3" providerId="LiveId" clId="{7140C168-0B5A-40E6-9446-CF1DC4B19548}" dt="2022-02-24T01:19:58.058" v="1113" actId="478"/>
          <ac:picMkLst>
            <pc:docMk/>
            <pc:sldMk cId="419424506" sldId="404"/>
            <ac:picMk id="8" creationId="{F2F8B8E7-349B-4079-ADF8-31D9AA2A9AD6}"/>
          </ac:picMkLst>
        </pc:picChg>
        <pc:picChg chg="del">
          <ac:chgData name="Guilherme Micota Stipp" userId="7d8a6ee1e82349c3" providerId="LiveId" clId="{7140C168-0B5A-40E6-9446-CF1DC4B19548}" dt="2022-02-24T01:13:51.308" v="1068" actId="478"/>
          <ac:picMkLst>
            <pc:docMk/>
            <pc:sldMk cId="419424506" sldId="404"/>
            <ac:picMk id="11" creationId="{15E453C0-0350-4EF6-B7AB-C689CC260758}"/>
          </ac:picMkLst>
        </pc:picChg>
        <pc:picChg chg="add mod">
          <ac:chgData name="Guilherme Micota Stipp" userId="7d8a6ee1e82349c3" providerId="LiveId" clId="{7140C168-0B5A-40E6-9446-CF1DC4B19548}" dt="2022-02-24T01:20:08.109" v="1149" actId="14100"/>
          <ac:picMkLst>
            <pc:docMk/>
            <pc:sldMk cId="419424506" sldId="404"/>
            <ac:picMk id="13" creationId="{EC7A96C8-97E3-4EB1-BC9F-0C11BA695417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15.049" v="1264"/>
        <pc:sldMkLst>
          <pc:docMk/>
          <pc:sldMk cId="2850634303" sldId="405"/>
        </pc:sldMkLst>
        <pc:picChg chg="add del mod">
          <ac:chgData name="Guilherme Micota Stipp" userId="7d8a6ee1e82349c3" providerId="LiveId" clId="{7140C168-0B5A-40E6-9446-CF1DC4B19548}" dt="2022-02-24T01:20:15.141" v="1150" actId="478"/>
          <ac:picMkLst>
            <pc:docMk/>
            <pc:sldMk cId="2850634303" sldId="405"/>
            <ac:picMk id="8" creationId="{5B60B74A-18C6-4AD9-A415-7910C142412A}"/>
          </ac:picMkLst>
        </pc:picChg>
        <pc:picChg chg="add mod">
          <ac:chgData name="Guilherme Micota Stipp" userId="7d8a6ee1e82349c3" providerId="LiveId" clId="{7140C168-0B5A-40E6-9446-CF1DC4B19548}" dt="2022-02-24T01:20:23.995" v="1186" actId="14100"/>
          <ac:picMkLst>
            <pc:docMk/>
            <pc:sldMk cId="2850634303" sldId="405"/>
            <ac:picMk id="12" creationId="{9E6FC1E3-E995-4FAA-A380-9114135AD7F6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28.558" v="1268"/>
        <pc:sldMkLst>
          <pc:docMk/>
          <pc:sldMk cId="257289335" sldId="406"/>
        </pc:sldMkLst>
        <pc:picChg chg="add mod">
          <ac:chgData name="Guilherme Micota Stipp" userId="7d8a6ee1e82349c3" providerId="LiveId" clId="{7140C168-0B5A-40E6-9446-CF1DC4B19548}" dt="2022-02-24T02:01:04.634" v="1235" actId="14100"/>
          <ac:picMkLst>
            <pc:docMk/>
            <pc:sldMk cId="257289335" sldId="406"/>
            <ac:picMk id="8" creationId="{6A24C662-6650-4E3E-A79B-2B43C39604CF}"/>
          </ac:picMkLst>
        </pc:picChg>
        <pc:picChg chg="del">
          <ac:chgData name="Guilherme Micota Stipp" userId="7d8a6ee1e82349c3" providerId="LiveId" clId="{7140C168-0B5A-40E6-9446-CF1DC4B19548}" dt="2022-02-24T02:00:53.656" v="1188" actId="478"/>
          <ac:picMkLst>
            <pc:docMk/>
            <pc:sldMk cId="257289335" sldId="406"/>
            <ac:picMk id="12" creationId="{9E6FC1E3-E995-4FAA-A380-9114135AD7F6}"/>
          </ac:picMkLst>
        </pc:picChg>
      </pc:sldChg>
      <pc:sldChg chg="addSp delSp modSp add mod">
        <pc:chgData name="Guilherme Micota Stipp" userId="7d8a6ee1e82349c3" providerId="LiveId" clId="{7140C168-0B5A-40E6-9446-CF1DC4B19548}" dt="2022-02-24T18:55:40.036" v="1308" actId="14100"/>
        <pc:sldMkLst>
          <pc:docMk/>
          <pc:sldMk cId="2344046376" sldId="407"/>
        </pc:sldMkLst>
        <pc:picChg chg="add mod">
          <ac:chgData name="Guilherme Micota Stipp" userId="7d8a6ee1e82349c3" providerId="LiveId" clId="{7140C168-0B5A-40E6-9446-CF1DC4B19548}" dt="2022-02-24T18:55:40.036" v="1308" actId="14100"/>
          <ac:picMkLst>
            <pc:docMk/>
            <pc:sldMk cId="2344046376" sldId="407"/>
            <ac:picMk id="8" creationId="{1ABCB43D-7093-4288-B395-854B5B49E5D7}"/>
          </ac:picMkLst>
        </pc:picChg>
        <pc:picChg chg="del">
          <ac:chgData name="Guilherme Micota Stipp" userId="7d8a6ee1e82349c3" providerId="LiveId" clId="{7140C168-0B5A-40E6-9446-CF1DC4B19548}" dt="2022-02-24T18:55:29.888" v="1270" actId="478"/>
          <ac:picMkLst>
            <pc:docMk/>
            <pc:sldMk cId="2344046376" sldId="407"/>
            <ac:picMk id="13" creationId="{09A736EC-1107-483B-9400-3BA89AD28267}"/>
          </ac:picMkLst>
        </pc:picChg>
      </pc:sldChg>
      <pc:sldChg chg="add">
        <pc:chgData name="Guilherme Micota Stipp" userId="7d8a6ee1e82349c3" providerId="LiveId" clId="{7140C168-0B5A-40E6-9446-CF1DC4B19548}" dt="2022-02-27T22:50:06.798" v="1371" actId="2890"/>
        <pc:sldMkLst>
          <pc:docMk/>
          <pc:sldMk cId="3328700761" sldId="408"/>
        </pc:sldMkLst>
      </pc:sldChg>
      <pc:sldChg chg="add">
        <pc:chgData name="Guilherme Micota Stipp" userId="7d8a6ee1e82349c3" providerId="LiveId" clId="{7140C168-0B5A-40E6-9446-CF1DC4B19548}" dt="2022-02-27T22:50:19.678" v="1394" actId="2890"/>
        <pc:sldMkLst>
          <pc:docMk/>
          <pc:sldMk cId="1189271507" sldId="409"/>
        </pc:sldMkLst>
      </pc:sldChg>
    </pc:docChg>
  </pc:docChgLst>
  <pc:docChgLst>
    <pc:chgData name="Guilherme Micota Stipp" userId="7d8a6ee1e82349c3" providerId="LiveId" clId="{D488CD85-2DE0-4850-BC01-F689793E4A30}"/>
    <pc:docChg chg="undo custSel addSld delSld modSld">
      <pc:chgData name="Guilherme Micota Stipp" userId="7d8a6ee1e82349c3" providerId="LiveId" clId="{D488CD85-2DE0-4850-BC01-F689793E4A30}" dt="2021-10-18T00:54:20.611" v="442" actId="1037"/>
      <pc:docMkLst>
        <pc:docMk/>
      </pc:docMkLst>
      <pc:sldChg chg="addSp delSp modSp mod">
        <pc:chgData name="Guilherme Micota Stipp" userId="7d8a6ee1e82349c3" providerId="LiveId" clId="{D488CD85-2DE0-4850-BC01-F689793E4A30}" dt="2021-10-18T00:54:20.611" v="442" actId="1037"/>
        <pc:sldMkLst>
          <pc:docMk/>
          <pc:sldMk cId="2966454573" sldId="305"/>
        </pc:sldMkLst>
        <pc:picChg chg="add mod">
          <ac:chgData name="Guilherme Micota Stipp" userId="7d8a6ee1e82349c3" providerId="LiveId" clId="{D488CD85-2DE0-4850-BC01-F689793E4A30}" dt="2021-10-18T00:54:06.385" v="418" actId="1035"/>
          <ac:picMkLst>
            <pc:docMk/>
            <pc:sldMk cId="2966454573" sldId="305"/>
            <ac:picMk id="8" creationId="{CD354C15-E263-4B2B-B476-E55391E977C4}"/>
          </ac:picMkLst>
        </pc:picChg>
        <pc:picChg chg="del">
          <ac:chgData name="Guilherme Micota Stipp" userId="7d8a6ee1e82349c3" providerId="LiveId" clId="{D488CD85-2DE0-4850-BC01-F689793E4A30}" dt="2021-10-18T00:53:07.740" v="398" actId="478"/>
          <ac:picMkLst>
            <pc:docMk/>
            <pc:sldMk cId="2966454573" sldId="305"/>
            <ac:picMk id="11" creationId="{3CB6683E-BF25-4090-8747-3B1E0894CF5B}"/>
          </ac:picMkLst>
        </pc:picChg>
        <pc:picChg chg="add mod">
          <ac:chgData name="Guilherme Micota Stipp" userId="7d8a6ee1e82349c3" providerId="LiveId" clId="{D488CD85-2DE0-4850-BC01-F689793E4A30}" dt="2021-10-18T00:54:17.425" v="441" actId="1037"/>
          <ac:picMkLst>
            <pc:docMk/>
            <pc:sldMk cId="2966454573" sldId="305"/>
            <ac:picMk id="13" creationId="{3A91E918-2938-4F3E-A92A-6CF5C37CDE4B}"/>
          </ac:picMkLst>
        </pc:picChg>
        <pc:picChg chg="del">
          <ac:chgData name="Guilherme Micota Stipp" userId="7d8a6ee1e82349c3" providerId="LiveId" clId="{D488CD85-2DE0-4850-BC01-F689793E4A30}" dt="2021-10-18T00:53:11.290" v="400" actId="478"/>
          <ac:picMkLst>
            <pc:docMk/>
            <pc:sldMk cId="2966454573" sldId="305"/>
            <ac:picMk id="15" creationId="{73D7D7A7-FE8E-4D95-A8E0-BA511A499BFB}"/>
          </ac:picMkLst>
        </pc:picChg>
        <pc:picChg chg="add mod">
          <ac:chgData name="Guilherme Micota Stipp" userId="7d8a6ee1e82349c3" providerId="LiveId" clId="{D488CD85-2DE0-4850-BC01-F689793E4A30}" dt="2021-10-18T00:54:20.611" v="442" actId="1037"/>
          <ac:picMkLst>
            <pc:docMk/>
            <pc:sldMk cId="2966454573" sldId="305"/>
            <ac:picMk id="16" creationId="{400F8F15-5DDE-4195-970E-3B0296D5CD67}"/>
          </ac:picMkLst>
        </pc:picChg>
        <pc:picChg chg="del">
          <ac:chgData name="Guilherme Micota Stipp" userId="7d8a6ee1e82349c3" providerId="LiveId" clId="{D488CD85-2DE0-4850-BC01-F689793E4A30}" dt="2021-10-18T00:53:09.123" v="399" actId="478"/>
          <ac:picMkLst>
            <pc:docMk/>
            <pc:sldMk cId="2966454573" sldId="305"/>
            <ac:picMk id="17" creationId="{E64DA83F-DF43-4746-ACBB-1CF3C14E674B}"/>
          </ac:picMkLst>
        </pc:picChg>
      </pc:sldChg>
      <pc:sldChg chg="addSp delSp modSp del mod">
        <pc:chgData name="Guilherme Micota Stipp" userId="7d8a6ee1e82349c3" providerId="LiveId" clId="{D488CD85-2DE0-4850-BC01-F689793E4A30}" dt="2021-10-17T13:54:39.933" v="162" actId="47"/>
        <pc:sldMkLst>
          <pc:docMk/>
          <pc:sldMk cId="2357246368" sldId="313"/>
        </pc:sldMkLst>
        <pc:spChg chg="mod">
          <ac:chgData name="Guilherme Micota Stipp" userId="7d8a6ee1e82349c3" providerId="LiveId" clId="{D488CD85-2DE0-4850-BC01-F689793E4A30}" dt="2021-10-17T13:54:30.217" v="158" actId="20577"/>
          <ac:spMkLst>
            <pc:docMk/>
            <pc:sldMk cId="2357246368" sldId="313"/>
            <ac:spMk id="10" creationId="{0DC30F15-2778-418E-A2EF-BEAEC6F95C4E}"/>
          </ac:spMkLst>
        </pc:spChg>
        <pc:picChg chg="add del mod">
          <ac:chgData name="Guilherme Micota Stipp" userId="7d8a6ee1e82349c3" providerId="LiveId" clId="{D488CD85-2DE0-4850-BC01-F689793E4A30}" dt="2021-10-17T13:53:49.889" v="138" actId="21"/>
          <ac:picMkLst>
            <pc:docMk/>
            <pc:sldMk cId="2357246368" sldId="313"/>
            <ac:picMk id="8" creationId="{52E91890-6C19-4297-B1F5-265A66C587E2}"/>
          </ac:picMkLst>
        </pc:picChg>
        <pc:picChg chg="add mod">
          <ac:chgData name="Guilherme Micota Stipp" userId="7d8a6ee1e82349c3" providerId="LiveId" clId="{D488CD85-2DE0-4850-BC01-F689793E4A30}" dt="2021-10-17T13:54:18.212" v="147" actId="14100"/>
          <ac:picMkLst>
            <pc:docMk/>
            <pc:sldMk cId="2357246368" sldId="313"/>
            <ac:picMk id="12" creationId="{BBF14494-87CC-4A77-B179-48F9C89A5C23}"/>
          </ac:picMkLst>
        </pc:picChg>
        <pc:picChg chg="del">
          <ac:chgData name="Guilherme Micota Stipp" userId="7d8a6ee1e82349c3" providerId="LiveId" clId="{D488CD85-2DE0-4850-BC01-F689793E4A30}" dt="2021-10-16T14:58:13.803" v="84" actId="478"/>
          <ac:picMkLst>
            <pc:docMk/>
            <pc:sldMk cId="2357246368" sldId="313"/>
            <ac:picMk id="17" creationId="{B817CCE9-E0BE-4A7C-B102-6AC8BBE8DB75}"/>
          </ac:picMkLst>
        </pc:picChg>
      </pc:sldChg>
      <pc:sldChg chg="del">
        <pc:chgData name="Guilherme Micota Stipp" userId="7d8a6ee1e82349c3" providerId="LiveId" clId="{D488CD85-2DE0-4850-BC01-F689793E4A30}" dt="2021-10-15T16:07:18.786" v="0" actId="47"/>
        <pc:sldMkLst>
          <pc:docMk/>
          <pc:sldMk cId="2858790055" sldId="319"/>
        </pc:sldMkLst>
      </pc:sldChg>
      <pc:sldChg chg="del">
        <pc:chgData name="Guilherme Micota Stipp" userId="7d8a6ee1e82349c3" providerId="LiveId" clId="{D488CD85-2DE0-4850-BC01-F689793E4A30}" dt="2021-10-15T16:07:19.636" v="2" actId="47"/>
        <pc:sldMkLst>
          <pc:docMk/>
          <pc:sldMk cId="2428610228" sldId="320"/>
        </pc:sldMkLst>
      </pc:sldChg>
      <pc:sldChg chg="addSp delSp modSp mod">
        <pc:chgData name="Guilherme Micota Stipp" userId="7d8a6ee1e82349c3" providerId="LiveId" clId="{D488CD85-2DE0-4850-BC01-F689793E4A30}" dt="2021-10-17T13:02:16.225" v="108" actId="14100"/>
        <pc:sldMkLst>
          <pc:docMk/>
          <pc:sldMk cId="208367571" sldId="321"/>
        </pc:sldMkLst>
        <pc:spChg chg="mod">
          <ac:chgData name="Guilherme Micota Stipp" userId="7d8a6ee1e82349c3" providerId="LiveId" clId="{D488CD85-2DE0-4850-BC01-F689793E4A30}" dt="2021-10-15T16:07:36.206" v="39" actId="20577"/>
          <ac:spMkLst>
            <pc:docMk/>
            <pc:sldMk cId="208367571" sldId="321"/>
            <ac:spMk id="10" creationId="{0DC30F15-2778-418E-A2EF-BEAEC6F95C4E}"/>
          </ac:spMkLst>
        </pc:spChg>
        <pc:picChg chg="add del mod">
          <ac:chgData name="Guilherme Micota Stipp" userId="7d8a6ee1e82349c3" providerId="LiveId" clId="{D488CD85-2DE0-4850-BC01-F689793E4A30}" dt="2021-10-17T12:58:49.872" v="95" actId="478"/>
          <ac:picMkLst>
            <pc:docMk/>
            <pc:sldMk cId="208367571" sldId="321"/>
            <ac:picMk id="8" creationId="{676A48DE-4BBE-4844-A1CC-C857382F9913}"/>
          </ac:picMkLst>
        </pc:picChg>
        <pc:picChg chg="del">
          <ac:chgData name="Guilherme Micota Stipp" userId="7d8a6ee1e82349c3" providerId="LiveId" clId="{D488CD85-2DE0-4850-BC01-F689793E4A30}" dt="2021-10-15T16:07:38.126" v="40" actId="478"/>
          <ac:picMkLst>
            <pc:docMk/>
            <pc:sldMk cId="208367571" sldId="321"/>
            <ac:picMk id="8" creationId="{8A515E6F-ACD3-42CE-8EBC-DEC684A72215}"/>
          </ac:picMkLst>
        </pc:picChg>
        <pc:picChg chg="add del mod">
          <ac:chgData name="Guilherme Micota Stipp" userId="7d8a6ee1e82349c3" providerId="LiveId" clId="{D488CD85-2DE0-4850-BC01-F689793E4A30}" dt="2021-10-15T16:07:53.766" v="52" actId="478"/>
          <ac:picMkLst>
            <pc:docMk/>
            <pc:sldMk cId="208367571" sldId="321"/>
            <ac:picMk id="11" creationId="{133C467F-B3E5-4D5C-A7B9-76A72B734AEE}"/>
          </ac:picMkLst>
        </pc:picChg>
        <pc:picChg chg="add del mod">
          <ac:chgData name="Guilherme Micota Stipp" userId="7d8a6ee1e82349c3" providerId="LiveId" clId="{D488CD85-2DE0-4850-BC01-F689793E4A30}" dt="2021-10-17T13:01:38.799" v="99" actId="478"/>
          <ac:picMkLst>
            <pc:docMk/>
            <pc:sldMk cId="208367571" sldId="321"/>
            <ac:picMk id="12" creationId="{D9D6B316-8571-4A57-9F0B-46EA87883611}"/>
          </ac:picMkLst>
        </pc:picChg>
        <pc:picChg chg="add del mod">
          <ac:chgData name="Guilherme Micota Stipp" userId="7d8a6ee1e82349c3" providerId="LiveId" clId="{D488CD85-2DE0-4850-BC01-F689793E4A30}" dt="2021-10-15T16:08:39.946" v="61" actId="478"/>
          <ac:picMkLst>
            <pc:docMk/>
            <pc:sldMk cId="208367571" sldId="321"/>
            <ac:picMk id="13" creationId="{960FDB09-6FCB-408B-ACE5-AE6AA7A9B892}"/>
          </ac:picMkLst>
        </pc:picChg>
        <pc:picChg chg="add mod">
          <ac:chgData name="Guilherme Micota Stipp" userId="7d8a6ee1e82349c3" providerId="LiveId" clId="{D488CD85-2DE0-4850-BC01-F689793E4A30}" dt="2021-10-17T13:02:16.225" v="108" actId="14100"/>
          <ac:picMkLst>
            <pc:docMk/>
            <pc:sldMk cId="208367571" sldId="321"/>
            <ac:picMk id="14" creationId="{1012FBAB-406D-4A48-A582-92598CC0A79E}"/>
          </ac:picMkLst>
        </pc:picChg>
        <pc:picChg chg="add del mod">
          <ac:chgData name="Guilherme Micota Stipp" userId="7d8a6ee1e82349c3" providerId="LiveId" clId="{D488CD85-2DE0-4850-BC01-F689793E4A30}" dt="2021-10-15T16:20:56.193" v="72" actId="478"/>
          <ac:picMkLst>
            <pc:docMk/>
            <pc:sldMk cId="208367571" sldId="321"/>
            <ac:picMk id="15" creationId="{5D937D7F-C167-4525-B681-9FC736CD22C7}"/>
          </ac:picMkLst>
        </pc:picChg>
        <pc:picChg chg="add del mod">
          <ac:chgData name="Guilherme Micota Stipp" userId="7d8a6ee1e82349c3" providerId="LiveId" clId="{D488CD85-2DE0-4850-BC01-F689793E4A30}" dt="2021-10-17T12:57:59.495" v="85" actId="478"/>
          <ac:picMkLst>
            <pc:docMk/>
            <pc:sldMk cId="208367571" sldId="321"/>
            <ac:picMk id="17" creationId="{5EC32A41-F53C-482F-97EA-0367DD46385A}"/>
          </ac:picMkLst>
        </pc:picChg>
      </pc:sldChg>
      <pc:sldChg chg="del">
        <pc:chgData name="Guilherme Micota Stipp" userId="7d8a6ee1e82349c3" providerId="LiveId" clId="{D488CD85-2DE0-4850-BC01-F689793E4A30}" dt="2021-10-15T16:07:19.205" v="1" actId="47"/>
        <pc:sldMkLst>
          <pc:docMk/>
          <pc:sldMk cId="484421625" sldId="322"/>
        </pc:sldMkLst>
      </pc:sldChg>
      <pc:sldChg chg="addSp delSp modSp add mod">
        <pc:chgData name="Guilherme Micota Stipp" userId="7d8a6ee1e82349c3" providerId="LiveId" clId="{D488CD85-2DE0-4850-BC01-F689793E4A30}" dt="2021-10-17T13:20:40.446" v="134" actId="14100"/>
        <pc:sldMkLst>
          <pc:docMk/>
          <pc:sldMk cId="3769556256" sldId="322"/>
        </pc:sldMkLst>
        <pc:picChg chg="add del mod">
          <ac:chgData name="Guilherme Micota Stipp" userId="7d8a6ee1e82349c3" providerId="LiveId" clId="{D488CD85-2DE0-4850-BC01-F689793E4A30}" dt="2021-10-17T13:16:28.994" v="114" actId="478"/>
          <ac:picMkLst>
            <pc:docMk/>
            <pc:sldMk cId="3769556256" sldId="322"/>
            <ac:picMk id="8" creationId="{46304FEF-9E14-4635-8998-242596243663}"/>
          </ac:picMkLst>
        </pc:picChg>
        <pc:picChg chg="add del mod">
          <ac:chgData name="Guilherme Micota Stipp" userId="7d8a6ee1e82349c3" providerId="LiveId" clId="{D488CD85-2DE0-4850-BC01-F689793E4A30}" dt="2021-10-17T13:20:02.271" v="124" actId="478"/>
          <ac:picMkLst>
            <pc:docMk/>
            <pc:sldMk cId="3769556256" sldId="322"/>
            <ac:picMk id="12" creationId="{4F2A9ED7-C34A-49A4-A27E-FADCFF26F0B3}"/>
          </ac:picMkLst>
        </pc:picChg>
        <pc:picChg chg="add mod">
          <ac:chgData name="Guilherme Micota Stipp" userId="7d8a6ee1e82349c3" providerId="LiveId" clId="{D488CD85-2DE0-4850-BC01-F689793E4A30}" dt="2021-10-17T13:20:40.446" v="134" actId="14100"/>
          <ac:picMkLst>
            <pc:docMk/>
            <pc:sldMk cId="3769556256" sldId="322"/>
            <ac:picMk id="14" creationId="{02D35C0B-E04A-43E5-BEDA-2D441F27C9E3}"/>
          </ac:picMkLst>
        </pc:picChg>
        <pc:picChg chg="del">
          <ac:chgData name="Guilherme Micota Stipp" userId="7d8a6ee1e82349c3" providerId="LiveId" clId="{D488CD85-2DE0-4850-BC01-F689793E4A30}" dt="2021-10-15T16:22:10.154" v="83" actId="478"/>
          <ac:picMkLst>
            <pc:docMk/>
            <pc:sldMk cId="3769556256" sldId="322"/>
            <ac:picMk id="17" creationId="{5EC32A41-F53C-482F-97EA-0367DD46385A}"/>
          </ac:picMkLst>
        </pc:picChg>
      </pc:sldChg>
      <pc:sldChg chg="addSp delSp modSp add mod">
        <pc:chgData name="Guilherme Micota Stipp" userId="7d8a6ee1e82349c3" providerId="LiveId" clId="{D488CD85-2DE0-4850-BC01-F689793E4A30}" dt="2021-10-18T00:52:57.591" v="397" actId="14100"/>
        <pc:sldMkLst>
          <pc:docMk/>
          <pc:sldMk cId="2975322907" sldId="323"/>
        </pc:sldMkLst>
        <pc:picChg chg="add mod">
          <ac:chgData name="Guilherme Micota Stipp" userId="7d8a6ee1e82349c3" providerId="LiveId" clId="{D488CD85-2DE0-4850-BC01-F689793E4A30}" dt="2021-10-18T00:52:57.591" v="397" actId="14100"/>
          <ac:picMkLst>
            <pc:docMk/>
            <pc:sldMk cId="2975322907" sldId="323"/>
            <ac:picMk id="8" creationId="{6F646170-4024-4249-AA99-5D7B197B3FA5}"/>
          </ac:picMkLst>
        </pc:picChg>
        <pc:picChg chg="del">
          <ac:chgData name="Guilherme Micota Stipp" userId="7d8a6ee1e82349c3" providerId="LiveId" clId="{D488CD85-2DE0-4850-BC01-F689793E4A30}" dt="2021-10-17T13:54:33.542" v="160" actId="478"/>
          <ac:picMkLst>
            <pc:docMk/>
            <pc:sldMk cId="2975322907" sldId="323"/>
            <ac:picMk id="12" creationId="{BBF14494-87CC-4A77-B179-48F9C89A5C23}"/>
          </ac:picMkLst>
        </pc:picChg>
      </pc:sldChg>
      <pc:sldChg chg="addSp delSp modSp add del mod">
        <pc:chgData name="Guilherme Micota Stipp" userId="7d8a6ee1e82349c3" providerId="LiveId" clId="{D488CD85-2DE0-4850-BC01-F689793E4A30}" dt="2021-10-17T22:28:09.705" v="212" actId="47"/>
        <pc:sldMkLst>
          <pc:docMk/>
          <pc:sldMk cId="68886943" sldId="324"/>
        </pc:sldMkLst>
        <pc:spChg chg="mod">
          <ac:chgData name="Guilherme Micota Stipp" userId="7d8a6ee1e82349c3" providerId="LiveId" clId="{D488CD85-2DE0-4850-BC01-F689793E4A30}" dt="2021-10-17T13:54:48.128" v="174" actId="20577"/>
          <ac:spMkLst>
            <pc:docMk/>
            <pc:sldMk cId="68886943" sldId="324"/>
            <ac:spMk id="10" creationId="{0DC30F15-2778-418E-A2EF-BEAEC6F95C4E}"/>
          </ac:spMkLst>
        </pc:spChg>
        <pc:picChg chg="add mod">
          <ac:chgData name="Guilherme Micota Stipp" userId="7d8a6ee1e82349c3" providerId="LiveId" clId="{D488CD85-2DE0-4850-BC01-F689793E4A30}" dt="2021-10-17T22:27:03.791" v="195" actId="14100"/>
          <ac:picMkLst>
            <pc:docMk/>
            <pc:sldMk cId="68886943" sldId="324"/>
            <ac:picMk id="8" creationId="{A7541532-8895-4417-9912-9A86A8442447}"/>
          </ac:picMkLst>
        </pc:picChg>
        <pc:picChg chg="add del mod">
          <ac:chgData name="Guilherme Micota Stipp" userId="7d8a6ee1e82349c3" providerId="LiveId" clId="{D488CD85-2DE0-4850-BC01-F689793E4A30}" dt="2021-10-17T22:26:51.680" v="177" actId="478"/>
          <ac:picMkLst>
            <pc:docMk/>
            <pc:sldMk cId="68886943" sldId="324"/>
            <ac:picMk id="11" creationId="{3F8576CB-E017-4282-9928-72F97CCE4B20}"/>
          </ac:picMkLst>
        </pc:picChg>
        <pc:picChg chg="del">
          <ac:chgData name="Guilherme Micota Stipp" userId="7d8a6ee1e82349c3" providerId="LiveId" clId="{D488CD85-2DE0-4850-BC01-F689793E4A30}" dt="2021-10-17T13:54:41.561" v="163" actId="478"/>
          <ac:picMkLst>
            <pc:docMk/>
            <pc:sldMk cId="68886943" sldId="324"/>
            <ac:picMk id="14" creationId="{02D35C0B-E04A-43E5-BEDA-2D441F27C9E3}"/>
          </ac:picMkLst>
        </pc:picChg>
      </pc:sldChg>
      <pc:sldChg chg="delSp add del mod">
        <pc:chgData name="Guilherme Micota Stipp" userId="7d8a6ee1e82349c3" providerId="LiveId" clId="{D488CD85-2DE0-4850-BC01-F689793E4A30}" dt="2021-10-17T22:27:47.362" v="211" actId="47"/>
        <pc:sldMkLst>
          <pc:docMk/>
          <pc:sldMk cId="3559807478" sldId="325"/>
        </pc:sldMkLst>
        <pc:picChg chg="del">
          <ac:chgData name="Guilherme Micota Stipp" userId="7d8a6ee1e82349c3" providerId="LiveId" clId="{D488CD85-2DE0-4850-BC01-F689793E4A30}" dt="2021-10-17T13:56:22.700" v="176" actId="478"/>
          <ac:picMkLst>
            <pc:docMk/>
            <pc:sldMk cId="3559807478" sldId="325"/>
            <ac:picMk id="14" creationId="{02D35C0B-E04A-43E5-BEDA-2D441F27C9E3}"/>
          </ac:picMkLst>
        </pc:picChg>
      </pc:sldChg>
      <pc:sldChg chg="add">
        <pc:chgData name="Guilherme Micota Stipp" userId="7d8a6ee1e82349c3" providerId="LiveId" clId="{D488CD85-2DE0-4850-BC01-F689793E4A30}" dt="2021-10-17T22:27:14.840" v="196" actId="2890"/>
        <pc:sldMkLst>
          <pc:docMk/>
          <pc:sldMk cId="247156990" sldId="326"/>
        </pc:sldMkLst>
      </pc:sldChg>
      <pc:sldChg chg="addSp delSp modSp add mod">
        <pc:chgData name="Guilherme Micota Stipp" userId="7d8a6ee1e82349c3" providerId="LiveId" clId="{D488CD85-2DE0-4850-BC01-F689793E4A30}" dt="2021-10-17T22:27:42.045" v="210" actId="14100"/>
        <pc:sldMkLst>
          <pc:docMk/>
          <pc:sldMk cId="739815195" sldId="327"/>
        </pc:sldMkLst>
        <pc:picChg chg="add mod">
          <ac:chgData name="Guilherme Micota Stipp" userId="7d8a6ee1e82349c3" providerId="LiveId" clId="{D488CD85-2DE0-4850-BC01-F689793E4A30}" dt="2021-10-17T22:27:42.045" v="210" actId="14100"/>
          <ac:picMkLst>
            <pc:docMk/>
            <pc:sldMk cId="739815195" sldId="327"/>
            <ac:picMk id="8" creationId="{E92EF394-B9A1-4288-BFA2-26A9CA8DBFA0}"/>
          </ac:picMkLst>
        </pc:picChg>
        <pc:picChg chg="del">
          <ac:chgData name="Guilherme Micota Stipp" userId="7d8a6ee1e82349c3" providerId="LiveId" clId="{D488CD85-2DE0-4850-BC01-F689793E4A30}" dt="2021-10-17T22:27:29.300" v="198" actId="478"/>
          <ac:picMkLst>
            <pc:docMk/>
            <pc:sldMk cId="739815195" sldId="327"/>
            <ac:picMk id="14" creationId="{02D35C0B-E04A-43E5-BEDA-2D441F27C9E3}"/>
          </ac:picMkLst>
        </pc:picChg>
      </pc:sldChg>
      <pc:sldChg chg="addSp delSp modSp add mod">
        <pc:chgData name="Guilherme Micota Stipp" userId="7d8a6ee1e82349c3" providerId="LiveId" clId="{D488CD85-2DE0-4850-BC01-F689793E4A30}" dt="2021-10-17T23:29:21.821" v="246" actId="14100"/>
        <pc:sldMkLst>
          <pc:docMk/>
          <pc:sldMk cId="2372145813" sldId="328"/>
        </pc:sldMkLst>
        <pc:spChg chg="mod">
          <ac:chgData name="Guilherme Micota Stipp" userId="7d8a6ee1e82349c3" providerId="LiveId" clId="{D488CD85-2DE0-4850-BC01-F689793E4A30}" dt="2021-10-17T22:37:07.531" v="219" actId="20577"/>
          <ac:spMkLst>
            <pc:docMk/>
            <pc:sldMk cId="2372145813" sldId="328"/>
            <ac:spMk id="10" creationId="{0DC30F15-2778-418E-A2EF-BEAEC6F95C4E}"/>
          </ac:spMkLst>
        </pc:spChg>
        <pc:picChg chg="del">
          <ac:chgData name="Guilherme Micota Stipp" userId="7d8a6ee1e82349c3" providerId="LiveId" clId="{D488CD85-2DE0-4850-BC01-F689793E4A30}" dt="2021-10-17T22:37:04.192" v="214" actId="478"/>
          <ac:picMkLst>
            <pc:docMk/>
            <pc:sldMk cId="2372145813" sldId="328"/>
            <ac:picMk id="8" creationId="{A7541532-8895-4417-9912-9A86A8442447}"/>
          </ac:picMkLst>
        </pc:picChg>
        <pc:picChg chg="add del mod">
          <ac:chgData name="Guilherme Micota Stipp" userId="7d8a6ee1e82349c3" providerId="LiveId" clId="{D488CD85-2DE0-4850-BC01-F689793E4A30}" dt="2021-10-17T23:27:17.250" v="225" actId="478"/>
          <ac:picMkLst>
            <pc:docMk/>
            <pc:sldMk cId="2372145813" sldId="328"/>
            <ac:picMk id="11" creationId="{D8FBEF5A-1B2E-4AA5-9DDC-1346151FBF45}"/>
          </ac:picMkLst>
        </pc:picChg>
        <pc:picChg chg="add del mod">
          <ac:chgData name="Guilherme Micota Stipp" userId="7d8a6ee1e82349c3" providerId="LiveId" clId="{D488CD85-2DE0-4850-BC01-F689793E4A30}" dt="2021-10-17T23:29:11.514" v="237" actId="478"/>
          <ac:picMkLst>
            <pc:docMk/>
            <pc:sldMk cId="2372145813" sldId="328"/>
            <ac:picMk id="13" creationId="{5CD58521-7792-45FB-82AE-3A969DB2CA1A}"/>
          </ac:picMkLst>
        </pc:picChg>
        <pc:picChg chg="add mod">
          <ac:chgData name="Guilherme Micota Stipp" userId="7d8a6ee1e82349c3" providerId="LiveId" clId="{D488CD85-2DE0-4850-BC01-F689793E4A30}" dt="2021-10-17T23:29:21.821" v="246" actId="14100"/>
          <ac:picMkLst>
            <pc:docMk/>
            <pc:sldMk cId="2372145813" sldId="328"/>
            <ac:picMk id="15" creationId="{3E8E287E-0BA2-441A-AA37-376AAE3CD797}"/>
          </ac:picMkLst>
        </pc:picChg>
      </pc:sldChg>
      <pc:sldChg chg="addSp delSp modSp add mod">
        <pc:chgData name="Guilherme Micota Stipp" userId="7d8a6ee1e82349c3" providerId="LiveId" clId="{D488CD85-2DE0-4850-BC01-F689793E4A30}" dt="2021-10-18T00:35:14.851" v="388" actId="1037"/>
        <pc:sldMkLst>
          <pc:docMk/>
          <pc:sldMk cId="527344766" sldId="329"/>
        </pc:sldMkLst>
        <pc:spChg chg="mod">
          <ac:chgData name="Guilherme Micota Stipp" userId="7d8a6ee1e82349c3" providerId="LiveId" clId="{D488CD85-2DE0-4850-BC01-F689793E4A30}" dt="2021-10-17T23:30:37.335" v="264" actId="20577"/>
          <ac:spMkLst>
            <pc:docMk/>
            <pc:sldMk cId="527344766" sldId="329"/>
            <ac:spMk id="10" creationId="{0DC30F15-2778-418E-A2EF-BEAEC6F95C4E}"/>
          </ac:spMkLst>
        </pc:spChg>
        <pc:picChg chg="add del mod">
          <ac:chgData name="Guilherme Micota Stipp" userId="7d8a6ee1e82349c3" providerId="LiveId" clId="{D488CD85-2DE0-4850-BC01-F689793E4A30}" dt="2021-10-18T00:33:35.081" v="286" actId="478"/>
          <ac:picMkLst>
            <pc:docMk/>
            <pc:sldMk cId="527344766" sldId="329"/>
            <ac:picMk id="8" creationId="{E413EDE8-2F71-4999-AA96-8E140488D19E}"/>
          </ac:picMkLst>
        </pc:picChg>
        <pc:picChg chg="add del mod">
          <ac:chgData name="Guilherme Micota Stipp" userId="7d8a6ee1e82349c3" providerId="LiveId" clId="{D488CD85-2DE0-4850-BC01-F689793E4A30}" dt="2021-10-18T00:33:32.458" v="284" actId="478"/>
          <ac:picMkLst>
            <pc:docMk/>
            <pc:sldMk cId="527344766" sldId="329"/>
            <ac:picMk id="12" creationId="{E248B835-BCB0-458F-B5E1-8BCD945602A2}"/>
          </ac:picMkLst>
        </pc:picChg>
        <pc:picChg chg="add del mod">
          <ac:chgData name="Guilherme Micota Stipp" userId="7d8a6ee1e82349c3" providerId="LiveId" clId="{D488CD85-2DE0-4850-BC01-F689793E4A30}" dt="2021-10-18T00:33:34.093" v="285" actId="478"/>
          <ac:picMkLst>
            <pc:docMk/>
            <pc:sldMk cId="527344766" sldId="329"/>
            <ac:picMk id="14" creationId="{E4D8AB74-8A00-4C99-B541-66CC12E1C044}"/>
          </ac:picMkLst>
        </pc:picChg>
        <pc:picChg chg="del">
          <ac:chgData name="Guilherme Micota Stipp" userId="7d8a6ee1e82349c3" providerId="LiveId" clId="{D488CD85-2DE0-4850-BC01-F689793E4A30}" dt="2021-10-17T23:30:40.255" v="265" actId="478"/>
          <ac:picMkLst>
            <pc:docMk/>
            <pc:sldMk cId="527344766" sldId="329"/>
            <ac:picMk id="15" creationId="{3E8E287E-0BA2-441A-AA37-376AAE3CD797}"/>
          </ac:picMkLst>
        </pc:picChg>
        <pc:picChg chg="add mod">
          <ac:chgData name="Guilherme Micota Stipp" userId="7d8a6ee1e82349c3" providerId="LiveId" clId="{D488CD85-2DE0-4850-BC01-F689793E4A30}" dt="2021-10-18T00:35:14.851" v="388" actId="1037"/>
          <ac:picMkLst>
            <pc:docMk/>
            <pc:sldMk cId="527344766" sldId="329"/>
            <ac:picMk id="17" creationId="{27236AE0-9E4D-480D-A29D-83CCDFED346C}"/>
          </ac:picMkLst>
        </pc:picChg>
        <pc:picChg chg="add mod">
          <ac:chgData name="Guilherme Micota Stipp" userId="7d8a6ee1e82349c3" providerId="LiveId" clId="{D488CD85-2DE0-4850-BC01-F689793E4A30}" dt="2021-10-18T00:34:46.280" v="347" actId="14100"/>
          <ac:picMkLst>
            <pc:docMk/>
            <pc:sldMk cId="527344766" sldId="329"/>
            <ac:picMk id="19" creationId="{C99BDC41-4702-43A9-82DB-2A3FFF70B787}"/>
          </ac:picMkLst>
        </pc:picChg>
        <pc:picChg chg="add mod">
          <ac:chgData name="Guilherme Micota Stipp" userId="7d8a6ee1e82349c3" providerId="LiveId" clId="{D488CD85-2DE0-4850-BC01-F689793E4A30}" dt="2021-10-18T00:34:58.356" v="354" actId="1036"/>
          <ac:picMkLst>
            <pc:docMk/>
            <pc:sldMk cId="527344766" sldId="329"/>
            <ac:picMk id="21" creationId="{3F7DEC75-2F6B-4EA9-951F-6C77D40476F7}"/>
          </ac:picMkLst>
        </pc:picChg>
      </pc:sldChg>
    </pc:docChg>
  </pc:docChgLst>
  <pc:docChgLst>
    <pc:chgData name="Guilherme Micota Stipp" userId="7d8a6ee1e82349c3" providerId="LiveId" clId="{C0EFE53E-DC3F-4B9B-9B7E-AD5335CDB334}"/>
    <pc:docChg chg="undo custSel addSld delSld modSld sldOrd">
      <pc:chgData name="Guilherme Micota Stipp" userId="7d8a6ee1e82349c3" providerId="LiveId" clId="{C0EFE53E-DC3F-4B9B-9B7E-AD5335CDB334}" dt="2021-11-29T17:53:04.814" v="278" actId="1035"/>
      <pc:docMkLst>
        <pc:docMk/>
      </pc:docMkLst>
      <pc:sldChg chg="addSp delSp modSp mod">
        <pc:chgData name="Guilherme Micota Stipp" userId="7d8a6ee1e82349c3" providerId="LiveId" clId="{C0EFE53E-DC3F-4B9B-9B7E-AD5335CDB334}" dt="2021-11-29T17:53:04.814" v="278" actId="1035"/>
        <pc:sldMkLst>
          <pc:docMk/>
          <pc:sldMk cId="498397642" sldId="331"/>
        </pc:sldMkLst>
        <pc:picChg chg="add del mod">
          <ac:chgData name="Guilherme Micota Stipp" userId="7d8a6ee1e82349c3" providerId="LiveId" clId="{C0EFE53E-DC3F-4B9B-9B7E-AD5335CDB334}" dt="2021-11-29T17:51:39.025" v="218" actId="478"/>
          <ac:picMkLst>
            <pc:docMk/>
            <pc:sldMk cId="498397642" sldId="331"/>
            <ac:picMk id="8" creationId="{7BE69071-5B15-4D8A-A0B7-F0481DB66F31}"/>
          </ac:picMkLst>
        </pc:picChg>
        <pc:picChg chg="add del mod">
          <ac:chgData name="Guilherme Micota Stipp" userId="7d8a6ee1e82349c3" providerId="LiveId" clId="{C0EFE53E-DC3F-4B9B-9B7E-AD5335CDB334}" dt="2021-11-29T17:51:38.319" v="217" actId="478"/>
          <ac:picMkLst>
            <pc:docMk/>
            <pc:sldMk cId="498397642" sldId="331"/>
            <ac:picMk id="12" creationId="{C82473EB-F115-48B8-B5A2-47F6C6E7D645}"/>
          </ac:picMkLst>
        </pc:picChg>
        <pc:picChg chg="del">
          <ac:chgData name="Guilherme Micota Stipp" userId="7d8a6ee1e82349c3" providerId="LiveId" clId="{C0EFE53E-DC3F-4B9B-9B7E-AD5335CDB334}" dt="2021-11-29T17:51:32.616" v="206" actId="478"/>
          <ac:picMkLst>
            <pc:docMk/>
            <pc:sldMk cId="498397642" sldId="331"/>
            <ac:picMk id="14" creationId="{E31B0B3A-0CE0-4451-8547-F710F83455FD}"/>
          </ac:picMkLst>
        </pc:picChg>
        <pc:picChg chg="add del mod">
          <ac:chgData name="Guilherme Micota Stipp" userId="7d8a6ee1e82349c3" providerId="LiveId" clId="{C0EFE53E-DC3F-4B9B-9B7E-AD5335CDB334}" dt="2021-11-29T17:51:36.731" v="216" actId="478"/>
          <ac:picMkLst>
            <pc:docMk/>
            <pc:sldMk cId="498397642" sldId="331"/>
            <ac:picMk id="15" creationId="{8BF56BBC-1CBD-4A83-ADF9-975F9C81A16E}"/>
          </ac:picMkLst>
        </pc:picChg>
        <pc:picChg chg="del">
          <ac:chgData name="Guilherme Micota Stipp" userId="7d8a6ee1e82349c3" providerId="LiveId" clId="{C0EFE53E-DC3F-4B9B-9B7E-AD5335CDB334}" dt="2021-11-29T17:51:33.713" v="208" actId="478"/>
          <ac:picMkLst>
            <pc:docMk/>
            <pc:sldMk cId="498397642" sldId="331"/>
            <ac:picMk id="17" creationId="{C33D706B-4423-4862-B479-4AEA6500D37C}"/>
          </ac:picMkLst>
        </pc:picChg>
        <pc:picChg chg="add del mod">
          <ac:chgData name="Guilherme Micota Stipp" userId="7d8a6ee1e82349c3" providerId="LiveId" clId="{C0EFE53E-DC3F-4B9B-9B7E-AD5335CDB334}" dt="2021-11-29T17:52:05.857" v="234" actId="478"/>
          <ac:picMkLst>
            <pc:docMk/>
            <pc:sldMk cId="498397642" sldId="331"/>
            <ac:picMk id="18" creationId="{39365750-5064-49AF-8D80-E611F095632D}"/>
          </ac:picMkLst>
        </pc:picChg>
        <pc:picChg chg="del">
          <ac:chgData name="Guilherme Micota Stipp" userId="7d8a6ee1e82349c3" providerId="LiveId" clId="{C0EFE53E-DC3F-4B9B-9B7E-AD5335CDB334}" dt="2021-11-29T17:51:33.024" v="207" actId="478"/>
          <ac:picMkLst>
            <pc:docMk/>
            <pc:sldMk cId="498397642" sldId="331"/>
            <ac:picMk id="19" creationId="{CFA7470C-7A3F-44BD-A5D3-E98156F2DFB6}"/>
          </ac:picMkLst>
        </pc:picChg>
        <pc:picChg chg="add del mod">
          <ac:chgData name="Guilherme Micota Stipp" userId="7d8a6ee1e82349c3" providerId="LiveId" clId="{C0EFE53E-DC3F-4B9B-9B7E-AD5335CDB334}" dt="2021-11-29T17:52:04.873" v="233" actId="478"/>
          <ac:picMkLst>
            <pc:docMk/>
            <pc:sldMk cId="498397642" sldId="331"/>
            <ac:picMk id="21" creationId="{EBEBF27B-FB2E-4B6C-B493-7E8566C40D02}"/>
          </ac:picMkLst>
        </pc:picChg>
        <pc:picChg chg="add del mod">
          <ac:chgData name="Guilherme Micota Stipp" userId="7d8a6ee1e82349c3" providerId="LiveId" clId="{C0EFE53E-DC3F-4B9B-9B7E-AD5335CDB334}" dt="2021-11-29T17:52:03.407" v="232" actId="478"/>
          <ac:picMkLst>
            <pc:docMk/>
            <pc:sldMk cId="498397642" sldId="331"/>
            <ac:picMk id="23" creationId="{B904BD5D-A70C-4DF4-BAC5-BCF40FF7644B}"/>
          </ac:picMkLst>
        </pc:picChg>
        <pc:picChg chg="add mod">
          <ac:chgData name="Guilherme Micota Stipp" userId="7d8a6ee1e82349c3" providerId="LiveId" clId="{C0EFE53E-DC3F-4B9B-9B7E-AD5335CDB334}" dt="2021-11-29T17:52:56.397" v="252" actId="1036"/>
          <ac:picMkLst>
            <pc:docMk/>
            <pc:sldMk cId="498397642" sldId="331"/>
            <ac:picMk id="25" creationId="{0D471F44-31F1-4570-A909-076926838EDE}"/>
          </ac:picMkLst>
        </pc:picChg>
        <pc:picChg chg="add mod">
          <ac:chgData name="Guilherme Micota Stipp" userId="7d8a6ee1e82349c3" providerId="LiveId" clId="{C0EFE53E-DC3F-4B9B-9B7E-AD5335CDB334}" dt="2021-11-29T17:53:01.037" v="267" actId="1037"/>
          <ac:picMkLst>
            <pc:docMk/>
            <pc:sldMk cId="498397642" sldId="331"/>
            <ac:picMk id="27" creationId="{F8AFB9AE-4254-4AC1-A962-EC5DBF289492}"/>
          </ac:picMkLst>
        </pc:picChg>
        <pc:picChg chg="add mod">
          <ac:chgData name="Guilherme Micota Stipp" userId="7d8a6ee1e82349c3" providerId="LiveId" clId="{C0EFE53E-DC3F-4B9B-9B7E-AD5335CDB334}" dt="2021-11-29T17:53:04.814" v="278" actId="1035"/>
          <ac:picMkLst>
            <pc:docMk/>
            <pc:sldMk cId="498397642" sldId="331"/>
            <ac:picMk id="29" creationId="{CD8D8FD8-D7E0-4BDE-9A28-679B2431E384}"/>
          </ac:picMkLst>
        </pc:picChg>
      </pc:sldChg>
      <pc:sldChg chg="addSp delSp modSp mod ord">
        <pc:chgData name="Guilherme Micota Stipp" userId="7d8a6ee1e82349c3" providerId="LiveId" clId="{C0EFE53E-DC3F-4B9B-9B7E-AD5335CDB334}" dt="2021-11-29T17:14:23.757" v="173"/>
        <pc:sldMkLst>
          <pc:docMk/>
          <pc:sldMk cId="4065182258" sldId="332"/>
        </pc:sldMkLst>
        <pc:picChg chg="del">
          <ac:chgData name="Guilherme Micota Stipp" userId="7d8a6ee1e82349c3" providerId="LiveId" clId="{C0EFE53E-DC3F-4B9B-9B7E-AD5335CDB334}" dt="2021-11-29T16:51:38.830" v="158" actId="478"/>
          <ac:picMkLst>
            <pc:docMk/>
            <pc:sldMk cId="4065182258" sldId="332"/>
            <ac:picMk id="8" creationId="{47BB17C0-47CB-4924-BD00-C3940A56499F}"/>
          </ac:picMkLst>
        </pc:picChg>
        <pc:picChg chg="add mod">
          <ac:chgData name="Guilherme Micota Stipp" userId="7d8a6ee1e82349c3" providerId="LiveId" clId="{C0EFE53E-DC3F-4B9B-9B7E-AD5335CDB334}" dt="2021-11-29T17:12:25.596" v="169" actId="14100"/>
          <ac:picMkLst>
            <pc:docMk/>
            <pc:sldMk cId="4065182258" sldId="332"/>
            <ac:picMk id="11" creationId="{BCA3E96B-596B-488F-84B5-E93A96D2C3DB}"/>
          </ac:picMkLst>
        </pc:picChg>
      </pc:sldChg>
      <pc:sldChg chg="del">
        <pc:chgData name="Guilherme Micota Stipp" userId="7d8a6ee1e82349c3" providerId="LiveId" clId="{C0EFE53E-DC3F-4B9B-9B7E-AD5335CDB334}" dt="2021-11-28T22:26:41.549" v="0" actId="47"/>
        <pc:sldMkLst>
          <pc:docMk/>
          <pc:sldMk cId="1244231830" sldId="335"/>
        </pc:sldMkLst>
      </pc:sldChg>
      <pc:sldChg chg="del">
        <pc:chgData name="Guilherme Micota Stipp" userId="7d8a6ee1e82349c3" providerId="LiveId" clId="{C0EFE53E-DC3F-4B9B-9B7E-AD5335CDB334}" dt="2021-11-28T22:26:42.458" v="1" actId="47"/>
        <pc:sldMkLst>
          <pc:docMk/>
          <pc:sldMk cId="77050720" sldId="336"/>
        </pc:sldMkLst>
      </pc:sldChg>
      <pc:sldChg chg="del">
        <pc:chgData name="Guilherme Micota Stipp" userId="7d8a6ee1e82349c3" providerId="LiveId" clId="{C0EFE53E-DC3F-4B9B-9B7E-AD5335CDB334}" dt="2021-11-28T22:26:44.509" v="2" actId="47"/>
        <pc:sldMkLst>
          <pc:docMk/>
          <pc:sldMk cId="2409569259" sldId="337"/>
        </pc:sldMkLst>
      </pc:sldChg>
      <pc:sldChg chg="del">
        <pc:chgData name="Guilherme Micota Stipp" userId="7d8a6ee1e82349c3" providerId="LiveId" clId="{C0EFE53E-DC3F-4B9B-9B7E-AD5335CDB334}" dt="2021-11-28T22:26:44.845" v="3" actId="47"/>
        <pc:sldMkLst>
          <pc:docMk/>
          <pc:sldMk cId="1855339585" sldId="338"/>
        </pc:sldMkLst>
      </pc:sldChg>
      <pc:sldChg chg="del">
        <pc:chgData name="Guilherme Micota Stipp" userId="7d8a6ee1e82349c3" providerId="LiveId" clId="{C0EFE53E-DC3F-4B9B-9B7E-AD5335CDB334}" dt="2021-11-28T22:26:45.279" v="4" actId="47"/>
        <pc:sldMkLst>
          <pc:docMk/>
          <pc:sldMk cId="3759144261" sldId="339"/>
        </pc:sldMkLst>
      </pc:sldChg>
      <pc:sldChg chg="del">
        <pc:chgData name="Guilherme Micota Stipp" userId="7d8a6ee1e82349c3" providerId="LiveId" clId="{C0EFE53E-DC3F-4B9B-9B7E-AD5335CDB334}" dt="2021-11-28T22:26:46.074" v="5" actId="47"/>
        <pc:sldMkLst>
          <pc:docMk/>
          <pc:sldMk cId="507041105" sldId="340"/>
        </pc:sldMkLst>
      </pc:sldChg>
      <pc:sldChg chg="del">
        <pc:chgData name="Guilherme Micota Stipp" userId="7d8a6ee1e82349c3" providerId="LiveId" clId="{C0EFE53E-DC3F-4B9B-9B7E-AD5335CDB334}" dt="2021-11-28T22:27:14.181" v="33" actId="47"/>
        <pc:sldMkLst>
          <pc:docMk/>
          <pc:sldMk cId="1070826681" sldId="341"/>
        </pc:sldMkLst>
      </pc:sldChg>
      <pc:sldChg chg="addSp delSp modSp mod">
        <pc:chgData name="Guilherme Micota Stipp" userId="7d8a6ee1e82349c3" providerId="LiveId" clId="{C0EFE53E-DC3F-4B9B-9B7E-AD5335CDB334}" dt="2021-11-28T22:27:09.056" v="32" actId="20577"/>
        <pc:sldMkLst>
          <pc:docMk/>
          <pc:sldMk cId="983633962" sldId="343"/>
        </pc:sldMkLst>
        <pc:spChg chg="mod">
          <ac:chgData name="Guilherme Micota Stipp" userId="7d8a6ee1e82349c3" providerId="LiveId" clId="{C0EFE53E-DC3F-4B9B-9B7E-AD5335CDB334}" dt="2021-11-28T22:27:09.056" v="32" actId="20577"/>
          <ac:spMkLst>
            <pc:docMk/>
            <pc:sldMk cId="983633962" sldId="343"/>
            <ac:spMk id="10" creationId="{0DC30F15-2778-418E-A2EF-BEAEC6F95C4E}"/>
          </ac:spMkLst>
        </pc:spChg>
        <pc:picChg chg="add mod">
          <ac:chgData name="Guilherme Micota Stipp" userId="7d8a6ee1e82349c3" providerId="LiveId" clId="{C0EFE53E-DC3F-4B9B-9B7E-AD5335CDB334}" dt="2021-11-28T22:26:58.408" v="14" actId="14100"/>
          <ac:picMkLst>
            <pc:docMk/>
            <pc:sldMk cId="983633962" sldId="343"/>
            <ac:picMk id="8" creationId="{C1D93A0B-84AB-4573-BCCC-F881A7CBCA68}"/>
          </ac:picMkLst>
        </pc:picChg>
        <pc:picChg chg="del">
          <ac:chgData name="Guilherme Micota Stipp" userId="7d8a6ee1e82349c3" providerId="LiveId" clId="{C0EFE53E-DC3F-4B9B-9B7E-AD5335CDB334}" dt="2021-11-28T22:26:48.675" v="6" actId="478"/>
          <ac:picMkLst>
            <pc:docMk/>
            <pc:sldMk cId="983633962" sldId="343"/>
            <ac:picMk id="11" creationId="{6804E7FC-8521-469D-ACD1-02CAEB8F0D84}"/>
          </ac:picMkLst>
        </pc:picChg>
      </pc:sldChg>
      <pc:sldChg chg="addSp delSp modSp add mod">
        <pc:chgData name="Guilherme Micota Stipp" userId="7d8a6ee1e82349c3" providerId="LiveId" clId="{C0EFE53E-DC3F-4B9B-9B7E-AD5335CDB334}" dt="2021-11-29T13:08:45.070" v="44" actId="14100"/>
        <pc:sldMkLst>
          <pc:docMk/>
          <pc:sldMk cId="238667493" sldId="344"/>
        </pc:sldMkLst>
        <pc:picChg chg="add mod">
          <ac:chgData name="Guilherme Micota Stipp" userId="7d8a6ee1e82349c3" providerId="LiveId" clId="{C0EFE53E-DC3F-4B9B-9B7E-AD5335CDB334}" dt="2021-11-29T13:08:45.070" v="44" actId="14100"/>
          <ac:picMkLst>
            <pc:docMk/>
            <pc:sldMk cId="238667493" sldId="344"/>
            <ac:picMk id="8" creationId="{BBFFB74E-191F-48C7-98FC-9C9268BAFD90}"/>
          </ac:picMkLst>
        </pc:picChg>
        <pc:picChg chg="del">
          <ac:chgData name="Guilherme Micota Stipp" userId="7d8a6ee1e82349c3" providerId="LiveId" clId="{C0EFE53E-DC3F-4B9B-9B7E-AD5335CDB334}" dt="2021-11-28T22:27:21.218" v="35" actId="478"/>
          <ac:picMkLst>
            <pc:docMk/>
            <pc:sldMk cId="238667493" sldId="344"/>
            <ac:picMk id="8" creationId="{C1D93A0B-84AB-4573-BCCC-F881A7CBCA68}"/>
          </ac:picMkLst>
        </pc:picChg>
      </pc:sldChg>
      <pc:sldChg chg="addSp delSp modSp add mod">
        <pc:chgData name="Guilherme Micota Stipp" userId="7d8a6ee1e82349c3" providerId="LiveId" clId="{C0EFE53E-DC3F-4B9B-9B7E-AD5335CDB334}" dt="2021-11-29T13:35:47.430" v="79" actId="14100"/>
        <pc:sldMkLst>
          <pc:docMk/>
          <pc:sldMk cId="119279432" sldId="345"/>
        </pc:sldMkLst>
        <pc:picChg chg="del">
          <ac:chgData name="Guilherme Micota Stipp" userId="7d8a6ee1e82349c3" providerId="LiveId" clId="{C0EFE53E-DC3F-4B9B-9B7E-AD5335CDB334}" dt="2021-11-29T13:29:06.560" v="46" actId="478"/>
          <ac:picMkLst>
            <pc:docMk/>
            <pc:sldMk cId="119279432" sldId="345"/>
            <ac:picMk id="8" creationId="{BBFFB74E-191F-48C7-98FC-9C9268BAFD90}"/>
          </ac:picMkLst>
        </pc:picChg>
        <pc:picChg chg="add del mod">
          <ac:chgData name="Guilherme Micota Stipp" userId="7d8a6ee1e82349c3" providerId="LiveId" clId="{C0EFE53E-DC3F-4B9B-9B7E-AD5335CDB334}" dt="2021-11-29T13:30:06.981" v="55" actId="478"/>
          <ac:picMkLst>
            <pc:docMk/>
            <pc:sldMk cId="119279432" sldId="345"/>
            <ac:picMk id="11" creationId="{91E46147-432E-491B-BDB3-B812A9CBEE5F}"/>
          </ac:picMkLst>
        </pc:picChg>
        <pc:picChg chg="add del mod">
          <ac:chgData name="Guilherme Micota Stipp" userId="7d8a6ee1e82349c3" providerId="LiveId" clId="{C0EFE53E-DC3F-4B9B-9B7E-AD5335CDB334}" dt="2021-11-29T13:35:38.276" v="70" actId="478"/>
          <ac:picMkLst>
            <pc:docMk/>
            <pc:sldMk cId="119279432" sldId="345"/>
            <ac:picMk id="13" creationId="{F292F034-FF2D-4856-A44E-2C50CEEF6F26}"/>
          </ac:picMkLst>
        </pc:picChg>
        <pc:picChg chg="add mod">
          <ac:chgData name="Guilherme Micota Stipp" userId="7d8a6ee1e82349c3" providerId="LiveId" clId="{C0EFE53E-DC3F-4B9B-9B7E-AD5335CDB334}" dt="2021-11-29T13:35:47.430" v="79" actId="14100"/>
          <ac:picMkLst>
            <pc:docMk/>
            <pc:sldMk cId="119279432" sldId="345"/>
            <ac:picMk id="15" creationId="{60CD1AC0-604E-4EBB-9D0E-71304C90E369}"/>
          </ac:picMkLst>
        </pc:picChg>
      </pc:sldChg>
      <pc:sldChg chg="addSp delSp modSp add mod">
        <pc:chgData name="Guilherme Micota Stipp" userId="7d8a6ee1e82349c3" providerId="LiveId" clId="{C0EFE53E-DC3F-4B9B-9B7E-AD5335CDB334}" dt="2021-11-29T13:46:49.757" v="94" actId="14100"/>
        <pc:sldMkLst>
          <pc:docMk/>
          <pc:sldMk cId="3320248493" sldId="346"/>
        </pc:sldMkLst>
        <pc:picChg chg="add mod">
          <ac:chgData name="Guilherme Micota Stipp" userId="7d8a6ee1e82349c3" providerId="LiveId" clId="{C0EFE53E-DC3F-4B9B-9B7E-AD5335CDB334}" dt="2021-11-29T13:46:49.757" v="94" actId="14100"/>
          <ac:picMkLst>
            <pc:docMk/>
            <pc:sldMk cId="3320248493" sldId="346"/>
            <ac:picMk id="8" creationId="{AD639A33-F509-42FD-897C-6246F717FB7C}"/>
          </ac:picMkLst>
        </pc:picChg>
        <pc:picChg chg="del">
          <ac:chgData name="Guilherme Micota Stipp" userId="7d8a6ee1e82349c3" providerId="LiveId" clId="{C0EFE53E-DC3F-4B9B-9B7E-AD5335CDB334}" dt="2021-11-29T13:38:16.484" v="81" actId="478"/>
          <ac:picMkLst>
            <pc:docMk/>
            <pc:sldMk cId="3320248493" sldId="346"/>
            <ac:picMk id="15" creationId="{60CD1AC0-604E-4EBB-9D0E-71304C90E369}"/>
          </ac:picMkLst>
        </pc:picChg>
      </pc:sldChg>
      <pc:sldChg chg="addSp delSp modSp add mod ord">
        <pc:chgData name="Guilherme Micota Stipp" userId="7d8a6ee1e82349c3" providerId="LiveId" clId="{C0EFE53E-DC3F-4B9B-9B7E-AD5335CDB334}" dt="2021-11-29T14:10:49.245" v="135" actId="14100"/>
        <pc:sldMkLst>
          <pc:docMk/>
          <pc:sldMk cId="756101309" sldId="347"/>
        </pc:sldMkLst>
        <pc:spChg chg="mod">
          <ac:chgData name="Guilherme Micota Stipp" userId="7d8a6ee1e82349c3" providerId="LiveId" clId="{C0EFE53E-DC3F-4B9B-9B7E-AD5335CDB334}" dt="2021-11-29T13:55:42.441" v="114" actId="20577"/>
          <ac:spMkLst>
            <pc:docMk/>
            <pc:sldMk cId="756101309" sldId="347"/>
            <ac:spMk id="10" creationId="{0DC30F15-2778-418E-A2EF-BEAEC6F95C4E}"/>
          </ac:spMkLst>
        </pc:spChg>
        <pc:picChg chg="del">
          <ac:chgData name="Guilherme Micota Stipp" userId="7d8a6ee1e82349c3" providerId="LiveId" clId="{C0EFE53E-DC3F-4B9B-9B7E-AD5335CDB334}" dt="2021-11-29T13:55:44.453" v="115" actId="478"/>
          <ac:picMkLst>
            <pc:docMk/>
            <pc:sldMk cId="756101309" sldId="347"/>
            <ac:picMk id="8" creationId="{AD639A33-F509-42FD-897C-6246F717FB7C}"/>
          </ac:picMkLst>
        </pc:picChg>
        <pc:picChg chg="add del mod">
          <ac:chgData name="Guilherme Micota Stipp" userId="7d8a6ee1e82349c3" providerId="LiveId" clId="{C0EFE53E-DC3F-4B9B-9B7E-AD5335CDB334}" dt="2021-11-29T14:10:41.004" v="127" actId="478"/>
          <ac:picMkLst>
            <pc:docMk/>
            <pc:sldMk cId="756101309" sldId="347"/>
            <ac:picMk id="11" creationId="{285BC049-03FA-4D21-9209-454B82BFB877}"/>
          </ac:picMkLst>
        </pc:picChg>
        <pc:picChg chg="add mod">
          <ac:chgData name="Guilherme Micota Stipp" userId="7d8a6ee1e82349c3" providerId="LiveId" clId="{C0EFE53E-DC3F-4B9B-9B7E-AD5335CDB334}" dt="2021-11-29T14:10:49.245" v="135" actId="14100"/>
          <ac:picMkLst>
            <pc:docMk/>
            <pc:sldMk cId="756101309" sldId="347"/>
            <ac:picMk id="13" creationId="{6DDB49DD-87A9-46C9-AEA1-CFAD2F267EFC}"/>
          </ac:picMkLst>
        </pc:picChg>
      </pc:sldChg>
      <pc:sldChg chg="addSp delSp modSp add mod">
        <pc:chgData name="Guilherme Micota Stipp" userId="7d8a6ee1e82349c3" providerId="LiveId" clId="{C0EFE53E-DC3F-4B9B-9B7E-AD5335CDB334}" dt="2021-11-29T14:26:32.724" v="153" actId="14100"/>
        <pc:sldMkLst>
          <pc:docMk/>
          <pc:sldMk cId="992919487" sldId="348"/>
        </pc:sldMkLst>
        <pc:picChg chg="add mod">
          <ac:chgData name="Guilherme Micota Stipp" userId="7d8a6ee1e82349c3" providerId="LiveId" clId="{C0EFE53E-DC3F-4B9B-9B7E-AD5335CDB334}" dt="2021-11-29T14:26:32.724" v="153" actId="14100"/>
          <ac:picMkLst>
            <pc:docMk/>
            <pc:sldMk cId="992919487" sldId="348"/>
            <ac:picMk id="8" creationId="{9613F709-FC00-4EE1-88B0-18B39CB85C20}"/>
          </ac:picMkLst>
        </pc:picChg>
        <pc:picChg chg="del">
          <ac:chgData name="Guilherme Micota Stipp" userId="7d8a6ee1e82349c3" providerId="LiveId" clId="{C0EFE53E-DC3F-4B9B-9B7E-AD5335CDB334}" dt="2021-11-29T14:10:51.945" v="137" actId="478"/>
          <ac:picMkLst>
            <pc:docMk/>
            <pc:sldMk cId="992919487" sldId="348"/>
            <ac:picMk id="13" creationId="{6DDB49DD-87A9-46C9-AEA1-CFAD2F267EFC}"/>
          </ac:picMkLst>
        </pc:picChg>
      </pc:sldChg>
      <pc:sldChg chg="delSp add del mod">
        <pc:chgData name="Guilherme Micota Stipp" userId="7d8a6ee1e82349c3" providerId="LiveId" clId="{C0EFE53E-DC3F-4B9B-9B7E-AD5335CDB334}" dt="2021-11-29T16:51:29.446" v="156" actId="47"/>
        <pc:sldMkLst>
          <pc:docMk/>
          <pc:sldMk cId="1695952900" sldId="349"/>
        </pc:sldMkLst>
        <pc:picChg chg="del">
          <ac:chgData name="Guilherme Micota Stipp" userId="7d8a6ee1e82349c3" providerId="LiveId" clId="{C0EFE53E-DC3F-4B9B-9B7E-AD5335CDB334}" dt="2021-11-29T14:34:15.162" v="155" actId="478"/>
          <ac:picMkLst>
            <pc:docMk/>
            <pc:sldMk cId="1695952900" sldId="349"/>
            <ac:picMk id="8" creationId="{9613F709-FC00-4EE1-88B0-18B39CB85C20}"/>
          </ac:picMkLst>
        </pc:picChg>
      </pc:sldChg>
      <pc:sldChg chg="addSp delSp modSp add mod ord">
        <pc:chgData name="Guilherme Micota Stipp" userId="7d8a6ee1e82349c3" providerId="LiveId" clId="{C0EFE53E-DC3F-4B9B-9B7E-AD5335CDB334}" dt="2021-11-29T17:44:33.950" v="205" actId="14100"/>
        <pc:sldMkLst>
          <pc:docMk/>
          <pc:sldMk cId="2604897518" sldId="349"/>
        </pc:sldMkLst>
        <pc:picChg chg="add del">
          <ac:chgData name="Guilherme Micota Stipp" userId="7d8a6ee1e82349c3" providerId="LiveId" clId="{C0EFE53E-DC3F-4B9B-9B7E-AD5335CDB334}" dt="2021-11-29T17:27:38.163" v="174" actId="478"/>
          <ac:picMkLst>
            <pc:docMk/>
            <pc:sldMk cId="2604897518" sldId="349"/>
            <ac:picMk id="8" creationId="{47BB17C0-47CB-4924-BD00-C3940A56499F}"/>
          </ac:picMkLst>
        </pc:picChg>
        <pc:picChg chg="add del mod">
          <ac:chgData name="Guilherme Micota Stipp" userId="7d8a6ee1e82349c3" providerId="LiveId" clId="{C0EFE53E-DC3F-4B9B-9B7E-AD5335CDB334}" dt="2021-11-29T17:28:06.974" v="183" actId="478"/>
          <ac:picMkLst>
            <pc:docMk/>
            <pc:sldMk cId="2604897518" sldId="349"/>
            <ac:picMk id="11" creationId="{FB899EB5-2FEA-4953-A7E9-FCA452070720}"/>
          </ac:picMkLst>
        </pc:picChg>
        <pc:picChg chg="add del mod">
          <ac:chgData name="Guilherme Micota Stipp" userId="7d8a6ee1e82349c3" providerId="LiveId" clId="{C0EFE53E-DC3F-4B9B-9B7E-AD5335CDB334}" dt="2021-11-29T17:44:24.611" v="196" actId="478"/>
          <ac:picMkLst>
            <pc:docMk/>
            <pc:sldMk cId="2604897518" sldId="349"/>
            <ac:picMk id="13" creationId="{64F30698-8A6C-4B91-942B-079DD845A9E5}"/>
          </ac:picMkLst>
        </pc:picChg>
        <pc:picChg chg="add mod">
          <ac:chgData name="Guilherme Micota Stipp" userId="7d8a6ee1e82349c3" providerId="LiveId" clId="{C0EFE53E-DC3F-4B9B-9B7E-AD5335CDB334}" dt="2021-11-29T17:44:33.950" v="205" actId="14100"/>
          <ac:picMkLst>
            <pc:docMk/>
            <pc:sldMk cId="2604897518" sldId="349"/>
            <ac:picMk id="15" creationId="{1FDA41D0-189A-4C2D-B8E6-864331770536}"/>
          </ac:picMkLst>
        </pc:picChg>
      </pc:sldChg>
    </pc:docChg>
  </pc:docChgLst>
  <pc:docChgLst>
    <pc:chgData name="Guilherme Micota Stipp" userId="7d8a6ee1e82349c3" providerId="LiveId" clId="{A21BB851-0B93-401F-BF1B-1E03F4C5B981}"/>
    <pc:docChg chg="undo custSel addSld delSld modSld sldOrd">
      <pc:chgData name="Guilherme Micota Stipp" userId="7d8a6ee1e82349c3" providerId="LiveId" clId="{A21BB851-0B93-401F-BF1B-1E03F4C5B981}" dt="2021-09-20T13:32:01.668" v="366" actId="14100"/>
      <pc:docMkLst>
        <pc:docMk/>
      </pc:docMkLst>
      <pc:sldChg chg="addSp delSp modSp mod">
        <pc:chgData name="Guilherme Micota Stipp" userId="7d8a6ee1e82349c3" providerId="LiveId" clId="{A21BB851-0B93-401F-BF1B-1E03F4C5B981}" dt="2021-09-20T00:01:36.214" v="178" actId="14100"/>
        <pc:sldMkLst>
          <pc:docMk/>
          <pc:sldMk cId="2822430471" sldId="302"/>
        </pc:sldMkLst>
        <pc:spChg chg="mod">
          <ac:chgData name="Guilherme Micota Stipp" userId="7d8a6ee1e82349c3" providerId="LiveId" clId="{A21BB851-0B93-401F-BF1B-1E03F4C5B981}" dt="2021-09-19T23:30:58.692" v="119" actId="20577"/>
          <ac:spMkLst>
            <pc:docMk/>
            <pc:sldMk cId="2822430471" sldId="302"/>
            <ac:spMk id="10" creationId="{0DC30F15-2778-418E-A2EF-BEAEC6F95C4E}"/>
          </ac:spMkLst>
        </pc:spChg>
        <pc:picChg chg="add del mod">
          <ac:chgData name="Guilherme Micota Stipp" userId="7d8a6ee1e82349c3" providerId="LiveId" clId="{A21BB851-0B93-401F-BF1B-1E03F4C5B981}" dt="2021-09-19T23:30:40.836" v="77" actId="478"/>
          <ac:picMkLst>
            <pc:docMk/>
            <pc:sldMk cId="2822430471" sldId="302"/>
            <ac:picMk id="8" creationId="{319BE376-D205-4B7A-9645-1AEC3303377C}"/>
          </ac:picMkLst>
        </pc:picChg>
        <pc:picChg chg="add del mod">
          <ac:chgData name="Guilherme Micota Stipp" userId="7d8a6ee1e82349c3" providerId="LiveId" clId="{A21BB851-0B93-401F-BF1B-1E03F4C5B981}" dt="2021-09-19T23:53:27.178" v="156" actId="478"/>
          <ac:picMkLst>
            <pc:docMk/>
            <pc:sldMk cId="2822430471" sldId="302"/>
            <ac:picMk id="12" creationId="{7B51B9A7-D071-4065-B005-5794D8C4860E}"/>
          </ac:picMkLst>
        </pc:picChg>
        <pc:picChg chg="del">
          <ac:chgData name="Guilherme Micota Stipp" userId="7d8a6ee1e82349c3" providerId="LiveId" clId="{A21BB851-0B93-401F-BF1B-1E03F4C5B981}" dt="2021-09-19T23:28:09.074" v="6" actId="478"/>
          <ac:picMkLst>
            <pc:docMk/>
            <pc:sldMk cId="2822430471" sldId="302"/>
            <ac:picMk id="13" creationId="{5E6104C7-78E0-4FD3-B792-1938D4994619}"/>
          </ac:picMkLst>
        </pc:picChg>
        <pc:picChg chg="add del mod">
          <ac:chgData name="Guilherme Micota Stipp" userId="7d8a6ee1e82349c3" providerId="LiveId" clId="{A21BB851-0B93-401F-BF1B-1E03F4C5B981}" dt="2021-09-20T00:01:26.730" v="167" actId="478"/>
          <ac:picMkLst>
            <pc:docMk/>
            <pc:sldMk cId="2822430471" sldId="302"/>
            <ac:picMk id="15" creationId="{27F7F6DD-89F1-492C-BF90-8E0256AFEA27}"/>
          </ac:picMkLst>
        </pc:picChg>
        <pc:picChg chg="add mod">
          <ac:chgData name="Guilherme Micota Stipp" userId="7d8a6ee1e82349c3" providerId="LiveId" clId="{A21BB851-0B93-401F-BF1B-1E03F4C5B981}" dt="2021-09-20T00:01:36.214" v="178" actId="14100"/>
          <ac:picMkLst>
            <pc:docMk/>
            <pc:sldMk cId="2822430471" sldId="302"/>
            <ac:picMk id="17" creationId="{5142FA5E-0C0D-42EF-8D70-9D4C89C1DD51}"/>
          </ac:picMkLst>
        </pc:picChg>
      </pc:sldChg>
      <pc:sldChg chg="addSp delSp modSp mod">
        <pc:chgData name="Guilherme Micota Stipp" userId="7d8a6ee1e82349c3" providerId="LiveId" clId="{A21BB851-0B93-401F-BF1B-1E03F4C5B981}" dt="2021-09-20T13:32:01.668" v="366" actId="14100"/>
        <pc:sldMkLst>
          <pc:docMk/>
          <pc:sldMk cId="3186628704" sldId="303"/>
        </pc:sldMkLst>
        <pc:picChg chg="del">
          <ac:chgData name="Guilherme Micota Stipp" userId="7d8a6ee1e82349c3" providerId="LiveId" clId="{A21BB851-0B93-401F-BF1B-1E03F4C5B981}" dt="2021-09-19T23:28:31.612" v="28" actId="478"/>
          <ac:picMkLst>
            <pc:docMk/>
            <pc:sldMk cId="3186628704" sldId="303"/>
            <ac:picMk id="8" creationId="{524DAD0A-565B-4118-8CF1-32C84B0D8DFB}"/>
          </ac:picMkLst>
        </pc:picChg>
        <pc:picChg chg="add del mod">
          <ac:chgData name="Guilherme Micota Stipp" userId="7d8a6ee1e82349c3" providerId="LiveId" clId="{A21BB851-0B93-401F-BF1B-1E03F4C5B981}" dt="2021-09-20T13:30:55.053" v="339" actId="478"/>
          <ac:picMkLst>
            <pc:docMk/>
            <pc:sldMk cId="3186628704" sldId="303"/>
            <ac:picMk id="8" creationId="{A13A1585-DA68-419C-9A0D-BDCB10800282}"/>
          </ac:picMkLst>
        </pc:picChg>
        <pc:picChg chg="add del mod">
          <ac:chgData name="Guilherme Micota Stipp" userId="7d8a6ee1e82349c3" providerId="LiveId" clId="{A21BB851-0B93-401F-BF1B-1E03F4C5B981}" dt="2021-09-20T13:30:42.402" v="321" actId="478"/>
          <ac:picMkLst>
            <pc:docMk/>
            <pc:sldMk cId="3186628704" sldId="303"/>
            <ac:picMk id="11" creationId="{64C77E1D-C373-464E-9F78-1B44EE4A8C23}"/>
          </ac:picMkLst>
        </pc:picChg>
        <pc:picChg chg="add del mod">
          <ac:chgData name="Guilherme Micota Stipp" userId="7d8a6ee1e82349c3" providerId="LiveId" clId="{A21BB851-0B93-401F-BF1B-1E03F4C5B981}" dt="2021-09-20T13:30:41.757" v="319" actId="478"/>
          <ac:picMkLst>
            <pc:docMk/>
            <pc:sldMk cId="3186628704" sldId="303"/>
            <ac:picMk id="13" creationId="{E5722540-D5C9-4EA7-8565-E77E6AD40807}"/>
          </ac:picMkLst>
        </pc:picChg>
        <pc:picChg chg="del">
          <ac:chgData name="Guilherme Micota Stipp" userId="7d8a6ee1e82349c3" providerId="LiveId" clId="{A21BB851-0B93-401F-BF1B-1E03F4C5B981}" dt="2021-09-19T23:28:32.229" v="29" actId="478"/>
          <ac:picMkLst>
            <pc:docMk/>
            <pc:sldMk cId="3186628704" sldId="303"/>
            <ac:picMk id="14" creationId="{C797B9F2-4F9B-4927-BFF5-9B57D0577A28}"/>
          </ac:picMkLst>
        </pc:picChg>
        <pc:picChg chg="add del mod">
          <ac:chgData name="Guilherme Micota Stipp" userId="7d8a6ee1e82349c3" providerId="LiveId" clId="{A21BB851-0B93-401F-BF1B-1E03F4C5B981}" dt="2021-09-20T13:31:23.763" v="341" actId="478"/>
          <ac:picMkLst>
            <pc:docMk/>
            <pc:sldMk cId="3186628704" sldId="303"/>
            <ac:picMk id="14" creationId="{CB5B0425-469A-4B3F-9830-0266B60C0623}"/>
          </ac:picMkLst>
        </pc:picChg>
        <pc:picChg chg="add del mod">
          <ac:chgData name="Guilherme Micota Stipp" userId="7d8a6ee1e82349c3" providerId="LiveId" clId="{A21BB851-0B93-401F-BF1B-1E03F4C5B981}" dt="2021-09-20T13:31:23.386" v="340" actId="478"/>
          <ac:picMkLst>
            <pc:docMk/>
            <pc:sldMk cId="3186628704" sldId="303"/>
            <ac:picMk id="16" creationId="{2740102C-7B5D-4505-B0D7-FC39A814A0BE}"/>
          </ac:picMkLst>
        </pc:picChg>
        <pc:picChg chg="del">
          <ac:chgData name="Guilherme Micota Stipp" userId="7d8a6ee1e82349c3" providerId="LiveId" clId="{A21BB851-0B93-401F-BF1B-1E03F4C5B981}" dt="2021-09-19T23:28:32.754" v="30" actId="478"/>
          <ac:picMkLst>
            <pc:docMk/>
            <pc:sldMk cId="3186628704" sldId="303"/>
            <ac:picMk id="16" creationId="{DDBC9755-3870-41E1-8FC3-3BC490E75057}"/>
          </ac:picMkLst>
        </pc:picChg>
        <pc:picChg chg="add del mod">
          <ac:chgData name="Guilherme Micota Stipp" userId="7d8a6ee1e82349c3" providerId="LiveId" clId="{A21BB851-0B93-401F-BF1B-1E03F4C5B981}" dt="2021-09-19T23:29:54.196" v="62" actId="478"/>
          <ac:picMkLst>
            <pc:docMk/>
            <pc:sldMk cId="3186628704" sldId="303"/>
            <ac:picMk id="17" creationId="{E6BAE509-1A70-4BC3-8CAF-81C33B4DAA36}"/>
          </ac:picMkLst>
        </pc:picChg>
        <pc:picChg chg="add mod">
          <ac:chgData name="Guilherme Micota Stipp" userId="7d8a6ee1e82349c3" providerId="LiveId" clId="{A21BB851-0B93-401F-BF1B-1E03F4C5B981}" dt="2021-09-20T13:31:39.586" v="356" actId="14100"/>
          <ac:picMkLst>
            <pc:docMk/>
            <pc:sldMk cId="3186628704" sldId="303"/>
            <ac:picMk id="18" creationId="{9F57D844-49F6-476B-A58E-C8675DC10B90}"/>
          </ac:picMkLst>
        </pc:picChg>
        <pc:picChg chg="add del mod">
          <ac:chgData name="Guilherme Micota Stipp" userId="7d8a6ee1e82349c3" providerId="LiveId" clId="{A21BB851-0B93-401F-BF1B-1E03F4C5B981}" dt="2021-09-20T13:30:41.425" v="318" actId="478"/>
          <ac:picMkLst>
            <pc:docMk/>
            <pc:sldMk cId="3186628704" sldId="303"/>
            <ac:picMk id="19" creationId="{DF39E611-453A-4FB3-8D5D-DB09AC0FB387}"/>
          </ac:picMkLst>
        </pc:picChg>
        <pc:picChg chg="add mod">
          <ac:chgData name="Guilherme Micota Stipp" userId="7d8a6ee1e82349c3" providerId="LiveId" clId="{A21BB851-0B93-401F-BF1B-1E03F4C5B981}" dt="2021-09-20T13:32:01.668" v="366" actId="14100"/>
          <ac:picMkLst>
            <pc:docMk/>
            <pc:sldMk cId="3186628704" sldId="303"/>
            <ac:picMk id="21" creationId="{DED8B256-D645-44AE-BCF9-0C07C40D7387}"/>
          </ac:picMkLst>
        </pc:picChg>
        <pc:picChg chg="add mod">
          <ac:chgData name="Guilherme Micota Stipp" userId="7d8a6ee1e82349c3" providerId="LiveId" clId="{A21BB851-0B93-401F-BF1B-1E03F4C5B981}" dt="2021-09-20T13:31:53.405" v="362" actId="14100"/>
          <ac:picMkLst>
            <pc:docMk/>
            <pc:sldMk cId="3186628704" sldId="303"/>
            <ac:picMk id="23" creationId="{3344C29F-92B0-4BDF-8C52-D0D41BE1FE61}"/>
          </ac:picMkLst>
        </pc:picChg>
      </pc:sldChg>
      <pc:sldChg chg="add">
        <pc:chgData name="Guilherme Micota Stipp" userId="7d8a6ee1e82349c3" providerId="LiveId" clId="{A21BB851-0B93-401F-BF1B-1E03F4C5B981}" dt="2021-09-19T23:30:37.368" v="76" actId="2890"/>
        <pc:sldMkLst>
          <pc:docMk/>
          <pc:sldMk cId="2862134868" sldId="304"/>
        </pc:sldMkLst>
      </pc:sldChg>
      <pc:sldChg chg="addSp delSp modSp add mod ord">
        <pc:chgData name="Guilherme Micota Stipp" userId="7d8a6ee1e82349c3" providerId="LiveId" clId="{A21BB851-0B93-401F-BF1B-1E03F4C5B981}" dt="2021-09-20T13:03:06.038" v="258" actId="14100"/>
        <pc:sldMkLst>
          <pc:docMk/>
          <pc:sldMk cId="658185133" sldId="305"/>
        </pc:sldMkLst>
        <pc:spChg chg="del mod">
          <ac:chgData name="Guilherme Micota Stipp" userId="7d8a6ee1e82349c3" providerId="LiveId" clId="{A21BB851-0B93-401F-BF1B-1E03F4C5B981}" dt="2021-09-20T00:42:27.667" v="255" actId="478"/>
          <ac:spMkLst>
            <pc:docMk/>
            <pc:sldMk cId="658185133" sldId="305"/>
            <ac:spMk id="10" creationId="{0DC30F15-2778-418E-A2EF-BEAEC6F95C4E}"/>
          </ac:spMkLst>
        </pc:spChg>
        <pc:spChg chg="add mod">
          <ac:chgData name="Guilherme Micota Stipp" userId="7d8a6ee1e82349c3" providerId="LiveId" clId="{A21BB851-0B93-401F-BF1B-1E03F4C5B981}" dt="2021-09-20T00:42:28.135" v="256"/>
          <ac:spMkLst>
            <pc:docMk/>
            <pc:sldMk cId="658185133" sldId="305"/>
            <ac:spMk id="21" creationId="{C7A6C6A1-CE4B-4EFB-A4BF-B47432D29071}"/>
          </ac:spMkLst>
        </pc:spChg>
        <pc:picChg chg="add del mod">
          <ac:chgData name="Guilherme Micota Stipp" userId="7d8a6ee1e82349c3" providerId="LiveId" clId="{A21BB851-0B93-401F-BF1B-1E03F4C5B981}" dt="2021-09-19T23:49:36.735" v="145" actId="478"/>
          <ac:picMkLst>
            <pc:docMk/>
            <pc:sldMk cId="658185133" sldId="305"/>
            <ac:picMk id="8" creationId="{88B2F9D6-13C3-436E-869E-D6AC0BCAFD35}"/>
          </ac:picMkLst>
        </pc:picChg>
        <pc:picChg chg="add del mod">
          <ac:chgData name="Guilherme Micota Stipp" userId="7d8a6ee1e82349c3" providerId="LiveId" clId="{A21BB851-0B93-401F-BF1B-1E03F4C5B981}" dt="2021-09-20T00:35:32.518" v="209" actId="478"/>
          <ac:picMkLst>
            <pc:docMk/>
            <pc:sldMk cId="658185133" sldId="305"/>
            <ac:picMk id="12" creationId="{ED7C43AC-B0CA-41A8-B31F-C379B2159DD7}"/>
          </ac:picMkLst>
        </pc:picChg>
        <pc:picChg chg="add del mod">
          <ac:chgData name="Guilherme Micota Stipp" userId="7d8a6ee1e82349c3" providerId="LiveId" clId="{A21BB851-0B93-401F-BF1B-1E03F4C5B981}" dt="2021-09-20T00:36:31.495" v="218" actId="478"/>
          <ac:picMkLst>
            <pc:docMk/>
            <pc:sldMk cId="658185133" sldId="305"/>
            <ac:picMk id="14" creationId="{093E4F37-9B71-4EBD-AC38-9E01B9EF8577}"/>
          </ac:picMkLst>
        </pc:picChg>
        <pc:picChg chg="add del mod">
          <ac:chgData name="Guilherme Micota Stipp" userId="7d8a6ee1e82349c3" providerId="LiveId" clId="{A21BB851-0B93-401F-BF1B-1E03F4C5B981}" dt="2021-09-20T00:36:52.532" v="226" actId="478"/>
          <ac:picMkLst>
            <pc:docMk/>
            <pc:sldMk cId="658185133" sldId="305"/>
            <ac:picMk id="16" creationId="{A299289C-294A-4D0F-9E30-2971A61F8D71}"/>
          </ac:picMkLst>
        </pc:picChg>
        <pc:picChg chg="add mod">
          <ac:chgData name="Guilherme Micota Stipp" userId="7d8a6ee1e82349c3" providerId="LiveId" clId="{A21BB851-0B93-401F-BF1B-1E03F4C5B981}" dt="2021-09-20T00:37:32.204" v="236" actId="14100"/>
          <ac:picMkLst>
            <pc:docMk/>
            <pc:sldMk cId="658185133" sldId="305"/>
            <ac:picMk id="18" creationId="{2CBA47CA-F5B1-4C7B-8E0E-B0ECDDDCE328}"/>
          </ac:picMkLst>
        </pc:picChg>
        <pc:picChg chg="add mod">
          <ac:chgData name="Guilherme Micota Stipp" userId="7d8a6ee1e82349c3" providerId="LiveId" clId="{A21BB851-0B93-401F-BF1B-1E03F4C5B981}" dt="2021-09-20T13:03:06.038" v="258" actId="14100"/>
          <ac:picMkLst>
            <pc:docMk/>
            <pc:sldMk cId="658185133" sldId="305"/>
            <ac:picMk id="20" creationId="{1687EC77-DAE5-416F-B7CE-1AE5EC6CFCCB}"/>
          </ac:picMkLst>
        </pc:picChg>
      </pc:sldChg>
      <pc:sldChg chg="del">
        <pc:chgData name="Guilherme Micota Stipp" userId="7d8a6ee1e82349c3" providerId="LiveId" clId="{A21BB851-0B93-401F-BF1B-1E03F4C5B981}" dt="2021-09-19T23:28:04.802" v="1" actId="47"/>
        <pc:sldMkLst>
          <pc:docMk/>
          <pc:sldMk cId="2297184321" sldId="305"/>
        </pc:sldMkLst>
      </pc:sldChg>
      <pc:sldChg chg="delSp modSp add del mod">
        <pc:chgData name="Guilherme Micota Stipp" userId="7d8a6ee1e82349c3" providerId="LiveId" clId="{A21BB851-0B93-401F-BF1B-1E03F4C5B981}" dt="2021-09-20T00:42:33.997" v="257" actId="47"/>
        <pc:sldMkLst>
          <pc:docMk/>
          <pc:sldMk cId="1230411707" sldId="306"/>
        </pc:sldMkLst>
        <pc:spChg chg="mod">
          <ac:chgData name="Guilherme Micota Stipp" userId="7d8a6ee1e82349c3" providerId="LiveId" clId="{A21BB851-0B93-401F-BF1B-1E03F4C5B981}" dt="2021-09-20T00:42:20.551" v="254" actId="1076"/>
          <ac:spMkLst>
            <pc:docMk/>
            <pc:sldMk cId="1230411707" sldId="306"/>
            <ac:spMk id="10" creationId="{0DC30F15-2778-418E-A2EF-BEAEC6F95C4E}"/>
          </ac:spMkLst>
        </pc:spChg>
        <pc:picChg chg="del mod">
          <ac:chgData name="Guilherme Micota Stipp" userId="7d8a6ee1e82349c3" providerId="LiveId" clId="{A21BB851-0B93-401F-BF1B-1E03F4C5B981}" dt="2021-09-20T00:03:29.869" v="181" actId="478"/>
          <ac:picMkLst>
            <pc:docMk/>
            <pc:sldMk cId="1230411707" sldId="306"/>
            <ac:picMk id="17" creationId="{5142FA5E-0C0D-42EF-8D70-9D4C89C1DD51}"/>
          </ac:picMkLst>
        </pc:picChg>
      </pc:sldChg>
      <pc:sldChg chg="del">
        <pc:chgData name="Guilherme Micota Stipp" userId="7d8a6ee1e82349c3" providerId="LiveId" clId="{A21BB851-0B93-401F-BF1B-1E03F4C5B981}" dt="2021-09-19T23:28:06.470" v="4" actId="47"/>
        <pc:sldMkLst>
          <pc:docMk/>
          <pc:sldMk cId="1350734038" sldId="306"/>
        </pc:sldMkLst>
      </pc:sldChg>
      <pc:sldChg chg="addSp delSp modSp add mod">
        <pc:chgData name="Guilherme Micota Stipp" userId="7d8a6ee1e82349c3" providerId="LiveId" clId="{A21BB851-0B93-401F-BF1B-1E03F4C5B981}" dt="2021-09-20T13:26:44.786" v="317" actId="14100"/>
        <pc:sldMkLst>
          <pc:docMk/>
          <pc:sldMk cId="2048039530" sldId="306"/>
        </pc:sldMkLst>
        <pc:spChg chg="mod">
          <ac:chgData name="Guilherme Micota Stipp" userId="7d8a6ee1e82349c3" providerId="LiveId" clId="{A21BB851-0B93-401F-BF1B-1E03F4C5B981}" dt="2021-09-20T13:20:35.326" v="286" actId="20577"/>
          <ac:spMkLst>
            <pc:docMk/>
            <pc:sldMk cId="2048039530" sldId="306"/>
            <ac:spMk id="10" creationId="{0DC30F15-2778-418E-A2EF-BEAEC6F95C4E}"/>
          </ac:spMkLst>
        </pc:spChg>
        <pc:spChg chg="add del">
          <ac:chgData name="Guilherme Micota Stipp" userId="7d8a6ee1e82349c3" providerId="LiveId" clId="{A21BB851-0B93-401F-BF1B-1E03F4C5B981}" dt="2021-09-20T13:26:02.329" v="294" actId="22"/>
          <ac:spMkLst>
            <pc:docMk/>
            <pc:sldMk cId="2048039530" sldId="306"/>
            <ac:spMk id="13" creationId="{AE4D35C0-69B9-40F4-BADE-90240370B6A2}"/>
          </ac:spMkLst>
        </pc:spChg>
        <pc:picChg chg="add del mod">
          <ac:chgData name="Guilherme Micota Stipp" userId="7d8a6ee1e82349c3" providerId="LiveId" clId="{A21BB851-0B93-401F-BF1B-1E03F4C5B981}" dt="2021-09-20T13:25:49.565" v="292" actId="478"/>
          <ac:picMkLst>
            <pc:docMk/>
            <pc:sldMk cId="2048039530" sldId="306"/>
            <ac:picMk id="8" creationId="{8AD32C47-43BD-4131-92E9-24D77982B51E}"/>
          </ac:picMkLst>
        </pc:picChg>
        <pc:picChg chg="add del mod">
          <ac:chgData name="Guilherme Micota Stipp" userId="7d8a6ee1e82349c3" providerId="LiveId" clId="{A21BB851-0B93-401F-BF1B-1E03F4C5B981}" dt="2021-09-20T13:26:37.446" v="308" actId="478"/>
          <ac:picMkLst>
            <pc:docMk/>
            <pc:sldMk cId="2048039530" sldId="306"/>
            <ac:picMk id="14" creationId="{8F6BB490-D4F4-4819-A173-3FEDD576848B}"/>
          </ac:picMkLst>
        </pc:picChg>
        <pc:picChg chg="add mod">
          <ac:chgData name="Guilherme Micota Stipp" userId="7d8a6ee1e82349c3" providerId="LiveId" clId="{A21BB851-0B93-401F-BF1B-1E03F4C5B981}" dt="2021-09-20T13:26:44.786" v="317" actId="14100"/>
          <ac:picMkLst>
            <pc:docMk/>
            <pc:sldMk cId="2048039530" sldId="306"/>
            <ac:picMk id="16" creationId="{1923816F-0C2A-445B-88B8-6AF8EACD3ECB}"/>
          </ac:picMkLst>
        </pc:picChg>
        <pc:picChg chg="del">
          <ac:chgData name="Guilherme Micota Stipp" userId="7d8a6ee1e82349c3" providerId="LiveId" clId="{A21BB851-0B93-401F-BF1B-1E03F4C5B981}" dt="2021-09-20T13:20:37.184" v="287" actId="478"/>
          <ac:picMkLst>
            <pc:docMk/>
            <pc:sldMk cId="2048039530" sldId="306"/>
            <ac:picMk id="17" creationId="{5142FA5E-0C0D-42EF-8D70-9D4C89C1DD51}"/>
          </ac:picMkLst>
        </pc:picChg>
      </pc:sldChg>
      <pc:sldChg chg="del">
        <pc:chgData name="Guilherme Micota Stipp" userId="7d8a6ee1e82349c3" providerId="LiveId" clId="{A21BB851-0B93-401F-BF1B-1E03F4C5B981}" dt="2021-09-19T23:28:05.766" v="3" actId="47"/>
        <pc:sldMkLst>
          <pc:docMk/>
          <pc:sldMk cId="3004624989" sldId="307"/>
        </pc:sldMkLst>
      </pc:sldChg>
      <pc:sldChg chg="del">
        <pc:chgData name="Guilherme Micota Stipp" userId="7d8a6ee1e82349c3" providerId="LiveId" clId="{A21BB851-0B93-401F-BF1B-1E03F4C5B981}" dt="2021-09-19T23:28:04.401" v="0" actId="47"/>
        <pc:sldMkLst>
          <pc:docMk/>
          <pc:sldMk cId="233878366" sldId="308"/>
        </pc:sldMkLst>
      </pc:sldChg>
      <pc:sldChg chg="del">
        <pc:chgData name="Guilherme Micota Stipp" userId="7d8a6ee1e82349c3" providerId="LiveId" clId="{A21BB851-0B93-401F-BF1B-1E03F4C5B981}" dt="2021-09-19T23:28:05.265" v="2" actId="47"/>
        <pc:sldMkLst>
          <pc:docMk/>
          <pc:sldMk cId="3677665713" sldId="309"/>
        </pc:sldMkLst>
      </pc:sldChg>
      <pc:sldChg chg="del">
        <pc:chgData name="Guilherme Micota Stipp" userId="7d8a6ee1e82349c3" providerId="LiveId" clId="{A21BB851-0B93-401F-BF1B-1E03F4C5B981}" dt="2021-09-19T23:28:07.201" v="5" actId="47"/>
        <pc:sldMkLst>
          <pc:docMk/>
          <pc:sldMk cId="2820777525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2F0A6-E8E6-41E4-A507-B22A34DDFFBB}" type="datetimeFigureOut">
              <a:rPr lang="pt-BR" smtClean="0"/>
              <a:t>09/05/2022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8140C-9598-4A53-B726-C3AD2A058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862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47D5-BABF-B344-85E1-18D0C2BEB75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43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80657-0F6B-4D07-B484-CE3A68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E505C2-0EA6-4475-BBA9-063FE5204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89A3BC-CB76-483F-BF93-2227DF7C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A3C3-E071-4E67-A313-BF459947FE7E}" type="datetime1">
              <a:rPr lang="pt-BR" smtClean="0"/>
              <a:t>09/05/2022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75C78F-C974-4851-B1FB-C4FAB16D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75261D-F1D1-4BB1-9DBE-46B709B4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83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27D16-E532-4275-952B-8CE5A8E0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70D98A-4137-4F24-A570-8C86106F5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0C4254-07E0-49E6-8129-C6F60D89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5CEE-04D5-41BE-B695-CE9B36EB6266}" type="datetime1">
              <a:rPr lang="pt-BR" smtClean="0"/>
              <a:t>09/05/2022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E9A115-C094-4EC2-8E14-26C89897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300F67-A0BC-429D-A036-AD860809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84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62AE6-7006-4961-BD6E-6CC515B2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31C7A0-65AF-40EE-8A85-7033EC229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765E47-EE23-41A3-B4D5-A38918AA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932A-8E6E-4775-91C9-C5BF59739C3B}" type="datetime1">
              <a:rPr lang="pt-BR" smtClean="0"/>
              <a:t>09/05/2022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6CB19D-7901-402F-B693-973AB6E2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ED2F27-BDEE-484C-B099-41C953EA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40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03726-79DE-4D14-983C-7D9A7306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17D259-86DC-4898-86FE-E24B22F83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5A2D3F-D6E7-416B-A633-A7F08D5E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FD964-12BD-417B-97C3-21FFF9F8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951B-D851-426B-A013-A638A4054830}" type="datetime1">
              <a:rPr lang="pt-BR" smtClean="0"/>
              <a:t>09/05/2022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B49AD4-FD53-4810-9CAA-E4470427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BBA75E-86B4-456A-A496-DADE8D49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5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F699F-C026-465E-A843-C6465114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F6E4E8-460E-4CC5-B191-31AD32D7C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3E586F-827E-4AD1-A224-24A2DB1B8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C4EAFF-8427-4154-9E6D-B6C8D3058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B01501-CF11-426E-A291-508DD472A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C9D7807-5927-4236-BDE9-A1AF8970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61D3-416C-478C-9836-D465E77475BF}" type="datetime1">
              <a:rPr lang="pt-BR" smtClean="0"/>
              <a:t>09/05/2022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A74E06-B994-498E-AFD6-D15DC1CF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05B339-4976-4791-94E9-32B0762C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81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8491F-D4DC-4287-8FAE-F82B11CE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734753-7A73-40D2-AFFD-71CA8E47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2EF8-BB46-46CE-AB78-9854A50CDD7D}" type="datetime1">
              <a:rPr lang="pt-BR" smtClean="0"/>
              <a:t>09/05/2022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17AA0F-72C3-47E9-BC03-2F6EC864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59BB12-56B3-41C2-98F8-21D48239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43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1E6238-9C02-410A-875A-556B15DE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4E0A-4A69-463D-8BEB-59D929CFD8EA}" type="datetime1">
              <a:rPr lang="pt-BR" smtClean="0"/>
              <a:t>09/05/2022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99ACA4-1714-4B61-ABCB-005A9368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F1A052-8467-4E4C-BC1F-406A4E5D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37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91A8B-17D1-47B4-BE33-673D91A3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C37F50-D458-4597-A8AB-2C0F6B2F5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873C54-6DEB-43F0-850D-BF833CB9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EF875C-972C-4FAF-8A72-9A2F01E7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9C9D-1B77-4274-9758-01936BD5C2F6}" type="datetime1">
              <a:rPr lang="pt-BR" smtClean="0"/>
              <a:t>09/05/2022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44FE67-620E-4850-A357-15C2B728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726E02-7F6E-4274-8F26-81197AC7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96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BF022-61A4-41EA-8827-5AF68AF5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AF1412E-995E-48FD-8C41-F54D67DB8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F4BDA9-3C84-4081-8F98-AD85E6B8A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C7BD96-20DF-481B-9743-0B7E2BD5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AF4E-AEEF-44AB-B8A4-42C809D71209}" type="datetime1">
              <a:rPr lang="pt-BR" smtClean="0"/>
              <a:t>09/05/2022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9F23D9-FEAB-4F1B-9D82-E1D4C625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FD3FFD-CA9F-418D-97CB-A169DEC0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07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674C7-581D-4A9F-BC1F-D4079D17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F44880-A17D-4453-9BAF-6F3E655DA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883FC8-84D2-46C7-A442-18CA96DE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881E9-F8EB-44BD-A6AA-022A14514256}" type="datetime1">
              <a:rPr lang="pt-BR" smtClean="0"/>
              <a:t>09/05/2022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AE19A1-BE1F-439F-A568-60BB6767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B610C-CFE3-473D-B87C-44971509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89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6B6B87-33F9-49CF-BA31-DB69741BA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C1002B-7882-4786-B17E-9B7720EF0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96FC0-3348-4ABF-9359-331EA997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C64-4EAB-4A11-874B-D01BD4ADD344}" type="datetime1">
              <a:rPr lang="pt-BR" smtClean="0"/>
              <a:t>09/05/2022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CF274-4058-4770-A981-5075D6B2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3F34EE-CBBD-4C85-B869-5419CC45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11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Á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F383E9-7D8F-9E4B-B994-E7D5655A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6D38F-C6AD-1A43-BA62-567706142672}" type="datetime1">
              <a:rPr lang="pt-BR" smtClean="0"/>
              <a:t>09/05/2022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530683-D6DE-2F43-A343-57990E62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4F3183-D3CF-2B4B-944D-B42C9697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929" y="6529133"/>
            <a:ext cx="2743200" cy="365125"/>
          </a:xfrm>
        </p:spPr>
        <p:txBody>
          <a:bodyPr/>
          <a:lstStyle>
            <a:lvl1pPr>
              <a:defRPr sz="1050" baseline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 </a:t>
            </a:r>
            <a:r>
              <a:rPr lang="pt-BR" b="1" dirty="0">
                <a:latin typeface="Montserrat ExtraBold" pitchFamily="2" charset="77"/>
              </a:rPr>
              <a:t>JUNHO</a:t>
            </a:r>
            <a:r>
              <a:rPr lang="pt-BR" dirty="0">
                <a:latin typeface="Montserrat Light" pitchFamily="2" charset="77"/>
              </a:rPr>
              <a:t> 2021 | </a:t>
            </a:r>
            <a:fld id="{9976F330-E53E-1141-AEBF-B83180245336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543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2DD0B9-3FF7-4F55-82D4-6E834E2D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2CF1D8-62C9-439B-B2DB-64727DDB0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6D9EB8-8CA1-4AA9-8C0C-000D21C3E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68C28-FCCA-455D-B2E5-057C91F888B8}" type="datetime1">
              <a:rPr lang="pt-BR" smtClean="0"/>
              <a:t>09/05/2022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00E727-4CB9-476F-ACD4-4612FE863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EB325-A403-4AF2-B195-39475D393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1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196574-BBCC-4390-84D9-6FEC0F9B15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64B70E3-E562-4BEB-B81D-19580F24160C}"/>
              </a:ext>
            </a:extLst>
          </p:cNvPr>
          <p:cNvSpPr txBox="1"/>
          <p:nvPr/>
        </p:nvSpPr>
        <p:spPr>
          <a:xfrm>
            <a:off x="2068083" y="6274266"/>
            <a:ext cx="3555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Montserrat ExtraBold" pitchFamily="2" charset="77"/>
              </a:rPr>
              <a:t>4UM.COM.BR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6B74075-295E-4982-BE96-AA003A203F6C}"/>
              </a:ext>
            </a:extLst>
          </p:cNvPr>
          <p:cNvSpPr txBox="1">
            <a:spLocks/>
          </p:cNvSpPr>
          <p:nvPr/>
        </p:nvSpPr>
        <p:spPr>
          <a:xfrm>
            <a:off x="5851759" y="5329517"/>
            <a:ext cx="5535612" cy="6991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pt-BR" sz="2000" b="1" dirty="0">
                <a:latin typeface="Montserrat" panose="00000500000000000000" pitchFamily="2" charset="0"/>
              </a:rPr>
              <a:t>Volatilidade no Mercado de LFTs</a:t>
            </a:r>
          </a:p>
          <a:p>
            <a:pPr algn="r">
              <a:lnSpc>
                <a:spcPct val="100000"/>
              </a:lnSpc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2022-05-09</a:t>
            </a:r>
          </a:p>
        </p:txBody>
      </p:sp>
    </p:spTree>
    <p:extLst>
      <p:ext uri="{BB962C8B-B14F-4D97-AF65-F5344CB8AC3E}">
        <p14:creationId xmlns:p14="http://schemas.microsoft.com/office/powerpoint/2010/main" val="317868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2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D35F11-8A9B-446C-9011-CF6AB758605A}"/>
              </a:ext>
            </a:extLst>
          </p:cNvPr>
          <p:cNvSpPr txBox="1"/>
          <p:nvPr/>
        </p:nvSpPr>
        <p:spPr>
          <a:xfrm>
            <a:off x="4853676" y="6595949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Montserrat Light" pitchFamily="2" charset="77"/>
              </a:rPr>
              <a:t>VOLATILIDADE DAS LFTS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8567CF-C1C6-43AE-ACD5-169F4E6357C9}"/>
              </a:ext>
            </a:extLst>
          </p:cNvPr>
          <p:cNvSpPr txBox="1"/>
          <p:nvPr/>
        </p:nvSpPr>
        <p:spPr>
          <a:xfrm>
            <a:off x="4853677" y="0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Montserrat Light" pitchFamily="2" charset="77"/>
              </a:rPr>
              <a:t>Público – Sem restrição de uso.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DC30F15-2778-418E-A2EF-BEAEC6F95C4E}"/>
              </a:ext>
            </a:extLst>
          </p:cNvPr>
          <p:cNvSpPr txBox="1">
            <a:spLocks/>
          </p:cNvSpPr>
          <p:nvPr/>
        </p:nvSpPr>
        <p:spPr>
          <a:xfrm>
            <a:off x="377889" y="475399"/>
            <a:ext cx="11406123" cy="6136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b="1" dirty="0">
                <a:latin typeface="Montserrat" panose="00000500000000000000" pitchFamily="2" charset="0"/>
              </a:rPr>
              <a:t>ECONOMIA BRASILEIRA</a:t>
            </a:r>
          </a:p>
          <a:p>
            <a:pPr>
              <a:lnSpc>
                <a:spcPct val="100000"/>
              </a:lnSpc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VOLATILIDADE DAS LFTS</a:t>
            </a:r>
          </a:p>
        </p:txBody>
      </p:sp>
      <p:pic>
        <p:nvPicPr>
          <p:cNvPr id="8" name="Imagem 7" descr="Gráfico&#10;&#10;Descrição gerada automaticamente">
            <a:extLst>
              <a:ext uri="{FF2B5EF4-FFF2-40B4-BE49-F238E27FC236}">
                <a16:creationId xmlns:a16="http://schemas.microsoft.com/office/drawing/2014/main" id="{0BB84B5D-FD0D-70F6-4FDE-664779C01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83" y="1103647"/>
            <a:ext cx="11412342" cy="534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3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D35F11-8A9B-446C-9011-CF6AB758605A}"/>
              </a:ext>
            </a:extLst>
          </p:cNvPr>
          <p:cNvSpPr txBox="1"/>
          <p:nvPr/>
        </p:nvSpPr>
        <p:spPr>
          <a:xfrm>
            <a:off x="4853676" y="6595949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Montserrat Light" pitchFamily="2" charset="77"/>
              </a:rPr>
              <a:t>VOLATILIDADE DAS LFTS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38567CF-C1C6-43AE-ACD5-169F4E6357C9}"/>
              </a:ext>
            </a:extLst>
          </p:cNvPr>
          <p:cNvSpPr txBox="1"/>
          <p:nvPr/>
        </p:nvSpPr>
        <p:spPr>
          <a:xfrm>
            <a:off x="4853677" y="0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Montserrat Light" pitchFamily="2" charset="77"/>
              </a:rPr>
              <a:t>Público – Sem restrição de uso.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DC30F15-2778-418E-A2EF-BEAEC6F95C4E}"/>
              </a:ext>
            </a:extLst>
          </p:cNvPr>
          <p:cNvSpPr txBox="1">
            <a:spLocks/>
          </p:cNvSpPr>
          <p:nvPr/>
        </p:nvSpPr>
        <p:spPr>
          <a:xfrm>
            <a:off x="377889" y="475399"/>
            <a:ext cx="11406123" cy="6136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1800" b="1" dirty="0">
                <a:latin typeface="Montserrat" panose="00000500000000000000" pitchFamily="2" charset="0"/>
              </a:rPr>
              <a:t>ECONOMIA BRASILEIRA</a:t>
            </a:r>
          </a:p>
          <a:p>
            <a:pPr>
              <a:lnSpc>
                <a:spcPct val="100000"/>
              </a:lnSpc>
            </a:pPr>
            <a:r>
              <a:rPr lang="pt-BR" sz="1800" b="1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VOLATILIDADE DAS LFTS</a:t>
            </a:r>
          </a:p>
        </p:txBody>
      </p:sp>
      <p:pic>
        <p:nvPicPr>
          <p:cNvPr id="11" name="Imagem 10" descr="Gráfico, Gráfico de linhas&#10;&#10;Descrição gerada automaticamente">
            <a:extLst>
              <a:ext uri="{FF2B5EF4-FFF2-40B4-BE49-F238E27FC236}">
                <a16:creationId xmlns:a16="http://schemas.microsoft.com/office/drawing/2014/main" id="{BBFA06E6-17B1-01CC-E8AC-88C3E7920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82" y="1103648"/>
            <a:ext cx="11404930" cy="534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0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FF59337-A246-C742-A537-616AD5174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525"/>
            <a:ext cx="12192000" cy="6858000"/>
          </a:xfrm>
          <a:prstGeom prst="rect">
            <a:avLst/>
          </a:prstGeom>
        </p:spPr>
      </p:pic>
      <p:pic>
        <p:nvPicPr>
          <p:cNvPr id="4" name="Imagem 3" descr="Padrão do plano de fundo&#10;&#10;Descrição gerada automaticamente">
            <a:extLst>
              <a:ext uri="{FF2B5EF4-FFF2-40B4-BE49-F238E27FC236}">
                <a16:creationId xmlns:a16="http://schemas.microsoft.com/office/drawing/2014/main" id="{90BD9D91-869C-B84D-9E36-0638A741A9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0915"/>
          <a:stretch/>
        </p:blipFill>
        <p:spPr>
          <a:xfrm rot="5400000">
            <a:off x="-514997" y="2966097"/>
            <a:ext cx="2136642" cy="1106648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6C8E66A-12E9-4B45-BED6-2E7BAA98D557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DC826A-4B92-794A-9C78-9621A32AB542}"/>
              </a:ext>
            </a:extLst>
          </p:cNvPr>
          <p:cNvSpPr txBox="1"/>
          <p:nvPr/>
        </p:nvSpPr>
        <p:spPr>
          <a:xfrm>
            <a:off x="100899" y="6580576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solidFill>
                  <a:schemeClr val="bg1"/>
                </a:solidFill>
                <a:latin typeface="Montserrat Light" pitchFamily="2" charset="77"/>
              </a:rPr>
              <a:t>INVESTIMENTOS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2F4139-CEB5-DA40-8C29-D3A0B315D3A5}"/>
              </a:ext>
            </a:extLst>
          </p:cNvPr>
          <p:cNvSpPr txBox="1"/>
          <p:nvPr/>
        </p:nvSpPr>
        <p:spPr>
          <a:xfrm>
            <a:off x="1065209" y="2302946"/>
            <a:ext cx="3467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8CC63F"/>
                </a:solidFill>
                <a:latin typeface="Montserrat ExtraBold" pitchFamily="2" charset="77"/>
              </a:defRPr>
            </a:lvl1pPr>
          </a:lstStyle>
          <a:p>
            <a:r>
              <a:rPr lang="pt-BR" dirty="0"/>
              <a:t>ADMINISTRAÇÃO E DISTRIBUIÇÃO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FBCC40F-1B27-1C43-8842-FEF286709E5B}"/>
              </a:ext>
            </a:extLst>
          </p:cNvPr>
          <p:cNvSpPr txBox="1"/>
          <p:nvPr/>
        </p:nvSpPr>
        <p:spPr>
          <a:xfrm>
            <a:off x="1075581" y="2643952"/>
            <a:ext cx="4084998" cy="1726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spcBef>
                <a:spcPct val="20000"/>
              </a:spcBef>
              <a:buFont typeface="Arial" charset="0"/>
              <a:buNone/>
              <a:defRPr sz="1050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9pPr>
          </a:lstStyle>
          <a:p>
            <a:r>
              <a:rPr lang="pt-BR" sz="900" dirty="0"/>
              <a:t>4UM Distribuidora de Títulos e Valores Mobiliários S.A.</a:t>
            </a:r>
          </a:p>
          <a:p>
            <a:r>
              <a:rPr lang="pt-BR" sz="900" dirty="0"/>
              <a:t>CNPJ: 76.621.457/0001-85</a:t>
            </a:r>
          </a:p>
          <a:p>
            <a:r>
              <a:rPr lang="pt-BR" sz="900" dirty="0"/>
              <a:t>Rua Visconde do Rio Branco, 1488, 4° andar</a:t>
            </a:r>
          </a:p>
          <a:p>
            <a:r>
              <a:rPr lang="pt-BR" sz="900" dirty="0"/>
              <a:t>Curitiba – Paraná</a:t>
            </a:r>
          </a:p>
          <a:p>
            <a:r>
              <a:rPr lang="pt-BR" sz="900" dirty="0"/>
              <a:t>CEP: 80420-210</a:t>
            </a:r>
          </a:p>
          <a:p>
            <a:r>
              <a:rPr lang="pt-BR" sz="900" dirty="0"/>
              <a:t>Telefone: (41) 3351-9966</a:t>
            </a:r>
          </a:p>
          <a:p>
            <a:r>
              <a:rPr lang="pt-BR" sz="900" dirty="0"/>
              <a:t>atendimento@4um.com.br</a:t>
            </a:r>
          </a:p>
          <a:p>
            <a:r>
              <a:rPr lang="pt-BR" sz="900" dirty="0"/>
              <a:t>www.4um.com.br</a:t>
            </a:r>
          </a:p>
          <a:p>
            <a:endParaRPr lang="pt-BR" sz="900" dirty="0"/>
          </a:p>
          <a:p>
            <a:r>
              <a:rPr lang="pt-BR" sz="900" dirty="0"/>
              <a:t>Ouvidoria: 0800 645 6094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9D18D97-884C-B940-B8B2-651772F9AD79}"/>
              </a:ext>
            </a:extLst>
          </p:cNvPr>
          <p:cNvSpPr txBox="1"/>
          <p:nvPr/>
        </p:nvSpPr>
        <p:spPr>
          <a:xfrm>
            <a:off x="5315210" y="2643953"/>
            <a:ext cx="4312265" cy="1726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spcBef>
                <a:spcPct val="20000"/>
              </a:spcBef>
              <a:buFont typeface="Arial" charset="0"/>
              <a:buNone/>
              <a:defRPr sz="1050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9pPr>
          </a:lstStyle>
          <a:p>
            <a:r>
              <a:rPr lang="pt-BR" sz="900" dirty="0"/>
              <a:t>4UM Gestão de Recursos Ltda.  </a:t>
            </a:r>
          </a:p>
          <a:p>
            <a:r>
              <a:rPr lang="pt-BR" sz="900" dirty="0"/>
              <a:t>CNPJ: 03.983.856/0001-12</a:t>
            </a:r>
          </a:p>
          <a:p>
            <a:r>
              <a:rPr lang="pt-BR" sz="900" dirty="0"/>
              <a:t>Rua Visconde do Rio Branco, 1488, 4° andar</a:t>
            </a:r>
          </a:p>
          <a:p>
            <a:r>
              <a:rPr lang="pt-BR" sz="900" dirty="0"/>
              <a:t>Curitiba – Paraná</a:t>
            </a:r>
          </a:p>
          <a:p>
            <a:r>
              <a:rPr lang="pt-BR" sz="900" dirty="0"/>
              <a:t>CEP: 80420-210</a:t>
            </a:r>
          </a:p>
          <a:p>
            <a:r>
              <a:rPr lang="pt-BR" sz="900" dirty="0"/>
              <a:t>Telefone: (41) 3351-9966</a:t>
            </a:r>
          </a:p>
          <a:p>
            <a:r>
              <a:rPr lang="pt-BR" sz="900" dirty="0"/>
              <a:t>atendimento@4um.com.br</a:t>
            </a:r>
          </a:p>
          <a:p>
            <a:r>
              <a:rPr lang="pt-BR" sz="900" dirty="0"/>
              <a:t>www.4um.com.br</a:t>
            </a:r>
          </a:p>
          <a:p>
            <a:endParaRPr lang="pt-BR" sz="900" dirty="0"/>
          </a:p>
          <a:p>
            <a:r>
              <a:rPr lang="pt-BR" sz="900" dirty="0"/>
              <a:t>Ouvidoria: 0800 645 6094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C78DEC3-C840-714C-9A83-E65DBA9107F3}"/>
              </a:ext>
            </a:extLst>
          </p:cNvPr>
          <p:cNvSpPr txBox="1"/>
          <p:nvPr/>
        </p:nvSpPr>
        <p:spPr>
          <a:xfrm>
            <a:off x="5315211" y="2302946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8CC63F"/>
                </a:solidFill>
                <a:latin typeface="Montserrat ExtraBold" pitchFamily="2" charset="77"/>
              </a:defRPr>
            </a:lvl1pPr>
          </a:lstStyle>
          <a:p>
            <a:r>
              <a:rPr lang="pt-BR" dirty="0"/>
              <a:t>GESTÃO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87524F-9B45-B249-A353-3408C444740E}"/>
              </a:ext>
            </a:extLst>
          </p:cNvPr>
          <p:cNvSpPr txBox="1"/>
          <p:nvPr/>
        </p:nvSpPr>
        <p:spPr>
          <a:xfrm>
            <a:off x="1075582" y="4761031"/>
            <a:ext cx="87932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800" dirty="0">
                <a:solidFill>
                  <a:schemeClr val="bg1">
                    <a:lumMod val="75000"/>
                  </a:schemeClr>
                </a:solidFill>
                <a:latin typeface="Montserrat Light" panose="00000400000000000000" pitchFamily="2" charset="0"/>
              </a:rPr>
              <a:t>Este é um material de divulgação com fins informativos e não deve servir como única base para tomada de decisões de investimento, nem deve ser considerada uma oferta para aquisição de cotas. Leia a lâmina de informações essenciais, o regulamento e o material técnico denominado como “Informativo Mensal” antes de investir, os quais podem ser obtidos no site do administrador/gestor, 4UM Investimentos, bem como os selos ANBIMA em www.4um.com.br. Rentabilidade obtida no passado não representa garantia de resultados futuros. A rentabilidade divulgada não é líquida de impostos. Os investimentos em fundos não são garantidos pelo administrador ou por qualquer mecanismo de seguro ou, ainda, pelo Fundo Garantidor de Crédito. Principais fatores de risco: Risco de Crédito, caracterizado pela possibilidade de que os emissores de títulos e valores mobiliários integrantes da carteira do FUNDO ou as contrapartes do FUNDO nas operações realizadas com seus títulos e valores mobiliários não cumpram suas obrigações; Risco de Mercado, caracterizado pela possibilidade de variação do preço ou rendimento dos títulos e valores mobiliários integrantes da carteira do FUNDO, em função de alterações nos fatores de mercado que os determinam; Risco de Liquidez, caracterizado pela possibilidade de haver pouca ou nenhuma demanda pelos títulos e valores mobiliários integrantes da carteira do FUNDO nos mercados em que são negociados, devido a condições específicas desses títulos e valores mobiliários ou dos mercados em que são negociados. Supervisão e Fiscalização: Comissão de Valores Mobiliários – CVM. Serviço de Atendimento ao Cidadão em www.cvm.gov.br.</a:t>
            </a:r>
          </a:p>
        </p:txBody>
      </p:sp>
      <p:pic>
        <p:nvPicPr>
          <p:cNvPr id="31" name="Imagem 30" descr="Logotipo&#10;&#10;Descrição gerada automaticamente com confiança baixa">
            <a:extLst>
              <a:ext uri="{FF2B5EF4-FFF2-40B4-BE49-F238E27FC236}">
                <a16:creationId xmlns:a16="http://schemas.microsoft.com/office/drawing/2014/main" id="{EEADFCF6-ED84-8143-97FE-F59E5086F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451" y="4934155"/>
            <a:ext cx="919757" cy="240634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C69BA13-D578-F94F-92A0-92C9576014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68871" y="4841818"/>
            <a:ext cx="919757" cy="314793"/>
          </a:xfrm>
          <a:prstGeom prst="rect">
            <a:avLst/>
          </a:prstGeom>
        </p:spPr>
      </p:pic>
      <p:pic>
        <p:nvPicPr>
          <p:cNvPr id="17" name="Imagem 16" descr="Uma imagem contendo Aplicativo&#10;&#10;Descrição gerada automaticamente">
            <a:extLst>
              <a:ext uri="{FF2B5EF4-FFF2-40B4-BE49-F238E27FC236}">
                <a16:creationId xmlns:a16="http://schemas.microsoft.com/office/drawing/2014/main" id="{29EB59A7-7149-4635-B3E0-8F68C32766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8872" y="5311398"/>
            <a:ext cx="919756" cy="526769"/>
          </a:xfrm>
          <a:prstGeom prst="rect">
            <a:avLst/>
          </a:prstGeom>
        </p:spPr>
      </p:pic>
      <p:pic>
        <p:nvPicPr>
          <p:cNvPr id="16" name="Imagem 15" descr="Forma, Círculo&#10;&#10;Descrição gerada automaticamente">
            <a:extLst>
              <a:ext uri="{FF2B5EF4-FFF2-40B4-BE49-F238E27FC236}">
                <a16:creationId xmlns:a16="http://schemas.microsoft.com/office/drawing/2014/main" id="{F555607F-9408-47E6-9806-F42A99C2833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5366" r="12391"/>
          <a:stretch/>
        </p:blipFill>
        <p:spPr>
          <a:xfrm>
            <a:off x="10571317" y="-1"/>
            <a:ext cx="1620684" cy="1334299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DCDD8907-24CF-4E91-81A4-75B02A7A565E}"/>
              </a:ext>
            </a:extLst>
          </p:cNvPr>
          <p:cNvSpPr txBox="1"/>
          <p:nvPr/>
        </p:nvSpPr>
        <p:spPr>
          <a:xfrm>
            <a:off x="8500511" y="2664086"/>
            <a:ext cx="3124919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spcBef>
                <a:spcPct val="20000"/>
              </a:spcBef>
              <a:buFont typeface="Arial" charset="0"/>
              <a:buNone/>
              <a:defRPr sz="1050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9pPr>
          </a:lstStyle>
          <a:p>
            <a:r>
              <a:rPr lang="pt-BR" sz="900" dirty="0"/>
              <a:t>Comercial, Produtos e Relacionamento</a:t>
            </a:r>
          </a:p>
          <a:p>
            <a:endParaRPr lang="pt-BR" sz="900" dirty="0"/>
          </a:p>
          <a:p>
            <a:r>
              <a:rPr lang="pt-BR" sz="900" dirty="0"/>
              <a:t>+55 41 3351-9958 – Luciano Magalhães</a:t>
            </a:r>
          </a:p>
          <a:p>
            <a:r>
              <a:rPr lang="pt-BR" sz="900" dirty="0"/>
              <a:t>+55 41 3351-9687 – Dario Pedro</a:t>
            </a:r>
          </a:p>
          <a:p>
            <a:r>
              <a:rPr lang="pt-BR" sz="900" dirty="0"/>
              <a:t>+55 41 3351-9872 – Henrique </a:t>
            </a:r>
            <a:r>
              <a:rPr lang="pt-BR" sz="900" dirty="0" err="1"/>
              <a:t>Hennig</a:t>
            </a:r>
            <a:endParaRPr lang="pt-BR" sz="900" dirty="0"/>
          </a:p>
          <a:p>
            <a:r>
              <a:rPr lang="pt-BR" sz="900" dirty="0"/>
              <a:t>+55 41 3351-9446 – Giovana Batalha</a:t>
            </a:r>
          </a:p>
          <a:p>
            <a:r>
              <a:rPr lang="pt-BR" sz="900" dirty="0"/>
              <a:t>+55 41 3351-9613 – Lucas </a:t>
            </a:r>
            <a:r>
              <a:rPr lang="pt-BR" sz="900" dirty="0" err="1"/>
              <a:t>Fassina</a:t>
            </a:r>
            <a:endParaRPr lang="pt-BR" sz="900" dirty="0"/>
          </a:p>
          <a:p>
            <a:r>
              <a:rPr lang="pt-BR" sz="900" dirty="0"/>
              <a:t>+55 41 3351-9814 – Lucas Pires</a:t>
            </a:r>
          </a:p>
          <a:p>
            <a:r>
              <a:rPr lang="pt-BR" sz="900" dirty="0"/>
              <a:t>+55 41 3351-9820 – </a:t>
            </a:r>
            <a:r>
              <a:rPr lang="pt-BR" sz="900" dirty="0" err="1"/>
              <a:t>Thayná</a:t>
            </a:r>
            <a:r>
              <a:rPr lang="pt-BR" sz="900" dirty="0"/>
              <a:t> Porto</a:t>
            </a:r>
          </a:p>
          <a:p>
            <a:endParaRPr lang="pt-BR" sz="900" dirty="0"/>
          </a:p>
          <a:p>
            <a:r>
              <a:rPr lang="pt-BR" sz="900" dirty="0"/>
              <a:t>cpr@4um.com.br</a:t>
            </a:r>
          </a:p>
        </p:txBody>
      </p:sp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92B1B778-BF62-4162-9060-FF495F3DB0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0445" y="6480132"/>
            <a:ext cx="185944" cy="185944"/>
          </a:xfrm>
          <a:prstGeom prst="rect">
            <a:avLst/>
          </a:prstGeom>
        </p:spPr>
      </p:pic>
      <p:pic>
        <p:nvPicPr>
          <p:cNvPr id="23" name="Imagem 22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0D3130C9-600D-41F8-8E59-A10F3CFF41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7475" y="6462655"/>
            <a:ext cx="237934" cy="230832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F4E4A7D1-29DB-44E3-922F-1009F822B759}"/>
              </a:ext>
            </a:extLst>
          </p:cNvPr>
          <p:cNvSpPr/>
          <p:nvPr/>
        </p:nvSpPr>
        <p:spPr>
          <a:xfrm>
            <a:off x="9501121" y="6461731"/>
            <a:ext cx="89319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i="1" dirty="0">
                <a:solidFill>
                  <a:srgbClr val="8CC63F"/>
                </a:solidFill>
                <a:latin typeface="Montserrat" pitchFamily="2" charset="77"/>
              </a:rPr>
              <a:t>4um.com.br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FA5FFA-6C03-4AAE-B3D8-523044135B29}"/>
              </a:ext>
            </a:extLst>
          </p:cNvPr>
          <p:cNvSpPr/>
          <p:nvPr/>
        </p:nvSpPr>
        <p:spPr>
          <a:xfrm>
            <a:off x="10758096" y="6461731"/>
            <a:ext cx="13227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i="1" dirty="0">
                <a:solidFill>
                  <a:srgbClr val="8CC63F"/>
                </a:solidFill>
                <a:latin typeface="Montserrat" pitchFamily="2" charset="77"/>
              </a:rPr>
              <a:t>4um-investimentos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A3732FE-3C59-447F-B24B-0753200BE43B}"/>
              </a:ext>
            </a:extLst>
          </p:cNvPr>
          <p:cNvSpPr txBox="1"/>
          <p:nvPr/>
        </p:nvSpPr>
        <p:spPr>
          <a:xfrm>
            <a:off x="8485225" y="2331365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8CC63F"/>
                </a:solidFill>
                <a:latin typeface="Montserrat ExtraBold" pitchFamily="2" charset="77"/>
              </a:defRPr>
            </a:lvl1pPr>
          </a:lstStyle>
          <a:p>
            <a:r>
              <a:rPr lang="pt-BR" dirty="0"/>
              <a:t>CONTATOS</a:t>
            </a:r>
          </a:p>
        </p:txBody>
      </p:sp>
      <p:pic>
        <p:nvPicPr>
          <p:cNvPr id="10" name="Imagem 9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EB83FC2D-0218-419E-96FD-5EAF80E7AB8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6020" b="14182"/>
          <a:stretch/>
        </p:blipFill>
        <p:spPr>
          <a:xfrm>
            <a:off x="10944451" y="5241125"/>
            <a:ext cx="919757" cy="64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17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10845</TotalTime>
  <Words>520</Words>
  <Application>Microsoft Office PowerPoint</Application>
  <PresentationFormat>Widescreen</PresentationFormat>
  <Paragraphs>55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Montserrat ExtraBold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Micota Stipp</dc:creator>
  <cp:lastModifiedBy>Guilherme Micota Stipp</cp:lastModifiedBy>
  <cp:revision>4</cp:revision>
  <dcterms:created xsi:type="dcterms:W3CDTF">2021-07-13T18:43:47Z</dcterms:created>
  <dcterms:modified xsi:type="dcterms:W3CDTF">2022-05-09T17:34:52Z</dcterms:modified>
</cp:coreProperties>
</file>